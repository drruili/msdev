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7562850" cy="5330825"/>
  <p:notesSz cx="6858000" cy="9144000"/>
  <p:defaultTextStyle>
    <a:defPPr>
      <a:defRPr lang="en-US"/>
    </a:defPPr>
    <a:lvl1pPr marL="0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63113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526227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789341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052454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1315568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1578681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1841794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2104908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79">
          <p15:clr>
            <a:srgbClr val="A4A3A4"/>
          </p15:clr>
        </p15:guide>
        <p15:guide id="2" pos="238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137" d="100"/>
          <a:sy n="137" d="100"/>
        </p:scale>
        <p:origin x="1548" y="120"/>
      </p:cViewPr>
      <p:guideLst>
        <p:guide orient="horz" pos="1679"/>
        <p:guide pos="238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 锐" userId="66ec9b7a810220ff" providerId="LiveId" clId="{18A14B5B-5CDA-4AB0-840E-A62DAE4E7576}"/>
    <pc:docChg chg="modSld">
      <pc:chgData name="李 锐" userId="66ec9b7a810220ff" providerId="LiveId" clId="{18A14B5B-5CDA-4AB0-840E-A62DAE4E7576}" dt="2022-08-16T05:47:23.332" v="1" actId="113"/>
      <pc:docMkLst>
        <pc:docMk/>
      </pc:docMkLst>
      <pc:sldChg chg="modSp mod">
        <pc:chgData name="李 锐" userId="66ec9b7a810220ff" providerId="LiveId" clId="{18A14B5B-5CDA-4AB0-840E-A62DAE4E7576}" dt="2022-08-16T05:47:21.736" v="0" actId="113"/>
        <pc:sldMkLst>
          <pc:docMk/>
          <pc:sldMk cId="0" sldId="256"/>
        </pc:sldMkLst>
        <pc:spChg chg="mod">
          <ac:chgData name="李 锐" userId="66ec9b7a810220ff" providerId="LiveId" clId="{18A14B5B-5CDA-4AB0-840E-A62DAE4E7576}" dt="2022-08-16T05:47:21.736" v="0" actId="113"/>
          <ac:spMkLst>
            <pc:docMk/>
            <pc:sldMk cId="0" sldId="256"/>
            <ac:spMk id="55" creationId="{00000000-0000-0000-0000-000000000000}"/>
          </ac:spMkLst>
        </pc:spChg>
      </pc:sldChg>
      <pc:sldChg chg="modSp mod">
        <pc:chgData name="李 锐" userId="66ec9b7a810220ff" providerId="LiveId" clId="{18A14B5B-5CDA-4AB0-840E-A62DAE4E7576}" dt="2022-08-16T05:47:23.332" v="1" actId="113"/>
        <pc:sldMkLst>
          <pc:docMk/>
          <pc:sldMk cId="0" sldId="257"/>
        </pc:sldMkLst>
        <pc:spChg chg="mod">
          <ac:chgData name="李 锐" userId="66ec9b7a810220ff" providerId="LiveId" clId="{18A14B5B-5CDA-4AB0-840E-A62DAE4E7576}" dt="2022-08-16T05:47:23.332" v="1" actId="113"/>
          <ac:spMkLst>
            <pc:docMk/>
            <pc:sldMk cId="0" sldId="257"/>
            <ac:spMk id="4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214" y="1656014"/>
            <a:ext cx="6428422" cy="11426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4428" y="3020801"/>
            <a:ext cx="5293995" cy="136232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631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26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893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52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3155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786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417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1049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16/08/2022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16/08/2022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7414" y="3425550"/>
            <a:ext cx="6428422" cy="1058761"/>
          </a:xfrm>
        </p:spPr>
        <p:txBody>
          <a:bodyPr anchor="t"/>
          <a:lstStyle>
            <a:lvl1pPr algn="l">
              <a:defRPr sz="23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7414" y="2259433"/>
            <a:ext cx="6428422" cy="1166118"/>
          </a:xfrm>
        </p:spPr>
        <p:txBody>
          <a:bodyPr anchor="b"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63113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2pPr>
            <a:lvl3pPr marL="526227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89341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1052454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315568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578681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841794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2104908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16/08/2022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9656" y="1243861"/>
            <a:ext cx="3623866" cy="3518098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59570" y="1243861"/>
            <a:ext cx="3623866" cy="3518098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16/08/2022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43" y="213480"/>
            <a:ext cx="6806565" cy="88847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8145" y="1193267"/>
            <a:ext cx="3341572" cy="497296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63113" indent="0">
              <a:buNone/>
              <a:defRPr sz="1200" b="1"/>
            </a:lvl2pPr>
            <a:lvl3pPr marL="526227" indent="0">
              <a:buNone/>
              <a:defRPr sz="1100" b="1"/>
            </a:lvl3pPr>
            <a:lvl4pPr marL="789341" indent="0">
              <a:buNone/>
              <a:defRPr sz="900" b="1"/>
            </a:lvl4pPr>
            <a:lvl5pPr marL="1052454" indent="0">
              <a:buNone/>
              <a:defRPr sz="900" b="1"/>
            </a:lvl5pPr>
            <a:lvl6pPr marL="1315568" indent="0">
              <a:buNone/>
              <a:defRPr sz="900" b="1"/>
            </a:lvl6pPr>
            <a:lvl7pPr marL="1578681" indent="0">
              <a:buNone/>
              <a:defRPr sz="900" b="1"/>
            </a:lvl7pPr>
            <a:lvl8pPr marL="1841794" indent="0">
              <a:buNone/>
              <a:defRPr sz="900" b="1"/>
            </a:lvl8pPr>
            <a:lvl9pPr marL="2104908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8145" y="1690563"/>
            <a:ext cx="3341572" cy="3071394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41824" y="1193267"/>
            <a:ext cx="3342886" cy="497296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63113" indent="0">
              <a:buNone/>
              <a:defRPr sz="1200" b="1"/>
            </a:lvl2pPr>
            <a:lvl3pPr marL="526227" indent="0">
              <a:buNone/>
              <a:defRPr sz="1100" b="1"/>
            </a:lvl3pPr>
            <a:lvl4pPr marL="789341" indent="0">
              <a:buNone/>
              <a:defRPr sz="900" b="1"/>
            </a:lvl4pPr>
            <a:lvl5pPr marL="1052454" indent="0">
              <a:buNone/>
              <a:defRPr sz="900" b="1"/>
            </a:lvl5pPr>
            <a:lvl6pPr marL="1315568" indent="0">
              <a:buNone/>
              <a:defRPr sz="900" b="1"/>
            </a:lvl6pPr>
            <a:lvl7pPr marL="1578681" indent="0">
              <a:buNone/>
              <a:defRPr sz="900" b="1"/>
            </a:lvl7pPr>
            <a:lvl8pPr marL="1841794" indent="0">
              <a:buNone/>
              <a:defRPr sz="900" b="1"/>
            </a:lvl8pPr>
            <a:lvl9pPr marL="2104908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41824" y="1690563"/>
            <a:ext cx="3342886" cy="3071394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16/08/2022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16/08/2022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16/08/2022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45" y="212246"/>
            <a:ext cx="2488126" cy="903279"/>
          </a:xfrm>
        </p:spPr>
        <p:txBody>
          <a:bodyPr anchor="b"/>
          <a:lstStyle>
            <a:lvl1pPr algn="l">
              <a:defRPr sz="12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56865" y="212248"/>
            <a:ext cx="4227843" cy="4549712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8145" y="1115526"/>
            <a:ext cx="2488126" cy="3646433"/>
          </a:xfrm>
        </p:spPr>
        <p:txBody>
          <a:bodyPr/>
          <a:lstStyle>
            <a:lvl1pPr marL="0" indent="0">
              <a:buNone/>
              <a:defRPr sz="800"/>
            </a:lvl1pPr>
            <a:lvl2pPr marL="263113" indent="0">
              <a:buNone/>
              <a:defRPr sz="700"/>
            </a:lvl2pPr>
            <a:lvl3pPr marL="526227" indent="0">
              <a:buNone/>
              <a:defRPr sz="600"/>
            </a:lvl3pPr>
            <a:lvl4pPr marL="789341" indent="0">
              <a:buNone/>
              <a:defRPr sz="500"/>
            </a:lvl4pPr>
            <a:lvl5pPr marL="1052454" indent="0">
              <a:buNone/>
              <a:defRPr sz="500"/>
            </a:lvl5pPr>
            <a:lvl6pPr marL="1315568" indent="0">
              <a:buNone/>
              <a:defRPr sz="500"/>
            </a:lvl6pPr>
            <a:lvl7pPr marL="1578681" indent="0">
              <a:buNone/>
              <a:defRPr sz="500"/>
            </a:lvl7pPr>
            <a:lvl8pPr marL="1841794" indent="0">
              <a:buNone/>
              <a:defRPr sz="500"/>
            </a:lvl8pPr>
            <a:lvl9pPr marL="2104908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16/08/2022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372" y="3731578"/>
            <a:ext cx="4537710" cy="440534"/>
          </a:xfrm>
        </p:spPr>
        <p:txBody>
          <a:bodyPr anchor="b"/>
          <a:lstStyle>
            <a:lvl1pPr algn="l">
              <a:defRPr sz="12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482372" y="476319"/>
            <a:ext cx="4537710" cy="3198495"/>
          </a:xfrm>
        </p:spPr>
        <p:txBody>
          <a:bodyPr/>
          <a:lstStyle>
            <a:lvl1pPr marL="0" indent="0">
              <a:buNone/>
              <a:defRPr sz="1800"/>
            </a:lvl1pPr>
            <a:lvl2pPr marL="263113" indent="0">
              <a:buNone/>
              <a:defRPr sz="1600"/>
            </a:lvl2pPr>
            <a:lvl3pPr marL="526227" indent="0">
              <a:buNone/>
              <a:defRPr sz="1400"/>
            </a:lvl3pPr>
            <a:lvl4pPr marL="789341" indent="0">
              <a:buNone/>
              <a:defRPr sz="1200"/>
            </a:lvl4pPr>
            <a:lvl5pPr marL="1052454" indent="0">
              <a:buNone/>
              <a:defRPr sz="1200"/>
            </a:lvl5pPr>
            <a:lvl6pPr marL="1315568" indent="0">
              <a:buNone/>
              <a:defRPr sz="1200"/>
            </a:lvl6pPr>
            <a:lvl7pPr marL="1578681" indent="0">
              <a:buNone/>
              <a:defRPr sz="1200"/>
            </a:lvl7pPr>
            <a:lvl8pPr marL="1841794" indent="0">
              <a:buNone/>
              <a:defRPr sz="1200"/>
            </a:lvl8pPr>
            <a:lvl9pPr marL="2104908" indent="0">
              <a:buNone/>
              <a:defRPr sz="12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372" y="4172112"/>
            <a:ext cx="4537710" cy="625631"/>
          </a:xfrm>
        </p:spPr>
        <p:txBody>
          <a:bodyPr/>
          <a:lstStyle>
            <a:lvl1pPr marL="0" indent="0">
              <a:buNone/>
              <a:defRPr sz="800"/>
            </a:lvl1pPr>
            <a:lvl2pPr marL="263113" indent="0">
              <a:buNone/>
              <a:defRPr sz="700"/>
            </a:lvl2pPr>
            <a:lvl3pPr marL="526227" indent="0">
              <a:buNone/>
              <a:defRPr sz="600"/>
            </a:lvl3pPr>
            <a:lvl4pPr marL="789341" indent="0">
              <a:buNone/>
              <a:defRPr sz="500"/>
            </a:lvl4pPr>
            <a:lvl5pPr marL="1052454" indent="0">
              <a:buNone/>
              <a:defRPr sz="500"/>
            </a:lvl5pPr>
            <a:lvl6pPr marL="1315568" indent="0">
              <a:buNone/>
              <a:defRPr sz="500"/>
            </a:lvl6pPr>
            <a:lvl7pPr marL="1578681" indent="0">
              <a:buNone/>
              <a:defRPr sz="500"/>
            </a:lvl7pPr>
            <a:lvl8pPr marL="1841794" indent="0">
              <a:buNone/>
              <a:defRPr sz="500"/>
            </a:lvl8pPr>
            <a:lvl9pPr marL="2104908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16/08/2022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16/08/2022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39989" y="213483"/>
            <a:ext cx="1843445" cy="45484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9657" y="213483"/>
            <a:ext cx="5404287" cy="45484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16/08/2022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8143" y="213480"/>
            <a:ext cx="6806565" cy="888471"/>
          </a:xfrm>
          <a:prstGeom prst="rect">
            <a:avLst/>
          </a:prstGeom>
        </p:spPr>
        <p:txBody>
          <a:bodyPr vert="horz" lIns="52622" tIns="26311" rIns="52622" bIns="26311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8143" y="1243861"/>
            <a:ext cx="6806565" cy="3518098"/>
          </a:xfrm>
          <a:prstGeom prst="rect">
            <a:avLst/>
          </a:prstGeom>
        </p:spPr>
        <p:txBody>
          <a:bodyPr vert="horz" lIns="52622" tIns="26311" rIns="52622" bIns="2631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8142" y="4940888"/>
            <a:ext cx="1764665" cy="283817"/>
          </a:xfrm>
          <a:prstGeom prst="rect">
            <a:avLst/>
          </a:prstGeom>
        </p:spPr>
        <p:txBody>
          <a:bodyPr vert="horz" lIns="52622" tIns="26311" rIns="52622" bIns="26311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16/08/2022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3974" y="4940888"/>
            <a:ext cx="2394903" cy="283817"/>
          </a:xfrm>
          <a:prstGeom prst="rect">
            <a:avLst/>
          </a:prstGeom>
        </p:spPr>
        <p:txBody>
          <a:bodyPr vert="horz" lIns="52622" tIns="26311" rIns="52622" bIns="26311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20043" y="4940888"/>
            <a:ext cx="1764665" cy="283817"/>
          </a:xfrm>
          <a:prstGeom prst="rect">
            <a:avLst/>
          </a:prstGeom>
        </p:spPr>
        <p:txBody>
          <a:bodyPr vert="horz" lIns="52622" tIns="26311" rIns="52622" bIns="26311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526227" rtl="0" eaLnBrk="1" latinLnBrk="0" hangingPunct="1">
        <a:spcBef>
          <a:spcPct val="0"/>
        </a:spcBef>
        <a:buNone/>
        <a:defRPr sz="2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7335" indent="-197335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27559" indent="-164446" algn="l" defTabSz="526227" rtl="0" eaLnBrk="1" latinLnBrk="0" hangingPunct="1">
        <a:spcBef>
          <a:spcPct val="200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57784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20897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84011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447125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710238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973351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236465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263113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526227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89341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052454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315568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1578681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1841794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2104908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495425" y="1065212"/>
            <a:ext cx="4572000" cy="3200400"/>
            <a:chOff x="1495425" y="1065212"/>
            <a:chExt cx="4572000" cy="3200400"/>
          </a:xfrm>
        </p:grpSpPr>
        <p:sp>
          <p:nvSpPr>
            <p:cNvPr id="3" name="rc3"/>
            <p:cNvSpPr/>
            <p:nvPr/>
          </p:nvSpPr>
          <p:spPr>
            <a:xfrm>
              <a:off x="1495425" y="1065212"/>
              <a:ext cx="4572000" cy="3200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1495425" y="1065212"/>
              <a:ext cx="4572000" cy="3200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1979385" y="1856691"/>
              <a:ext cx="4018450" cy="200856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pl6"/>
            <p:cNvSpPr/>
            <p:nvPr/>
          </p:nvSpPr>
          <p:spPr>
            <a:xfrm>
              <a:off x="1979385" y="3545713"/>
              <a:ext cx="4018450" cy="0"/>
            </a:xfrm>
            <a:custGeom>
              <a:avLst/>
              <a:gdLst/>
              <a:ahLst/>
              <a:cxnLst/>
              <a:rect l="0" t="0" r="0" b="0"/>
              <a:pathLst>
                <a:path w="4018450">
                  <a:moveTo>
                    <a:pt x="0" y="0"/>
                  </a:moveTo>
                  <a:lnTo>
                    <a:pt x="4018450" y="0"/>
                  </a:lnTo>
                  <a:lnTo>
                    <a:pt x="401845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7"/>
            <p:cNvSpPr/>
            <p:nvPr/>
          </p:nvSpPr>
          <p:spPr>
            <a:xfrm>
              <a:off x="1979385" y="3089221"/>
              <a:ext cx="4018450" cy="0"/>
            </a:xfrm>
            <a:custGeom>
              <a:avLst/>
              <a:gdLst/>
              <a:ahLst/>
              <a:cxnLst/>
              <a:rect l="0" t="0" r="0" b="0"/>
              <a:pathLst>
                <a:path w="4018450">
                  <a:moveTo>
                    <a:pt x="0" y="0"/>
                  </a:moveTo>
                  <a:lnTo>
                    <a:pt x="4018450" y="0"/>
                  </a:lnTo>
                  <a:lnTo>
                    <a:pt x="401845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8"/>
            <p:cNvSpPr/>
            <p:nvPr/>
          </p:nvSpPr>
          <p:spPr>
            <a:xfrm>
              <a:off x="1979385" y="2632729"/>
              <a:ext cx="4018450" cy="0"/>
            </a:xfrm>
            <a:custGeom>
              <a:avLst/>
              <a:gdLst/>
              <a:ahLst/>
              <a:cxnLst/>
              <a:rect l="0" t="0" r="0" b="0"/>
              <a:pathLst>
                <a:path w="4018450">
                  <a:moveTo>
                    <a:pt x="0" y="0"/>
                  </a:moveTo>
                  <a:lnTo>
                    <a:pt x="4018450" y="0"/>
                  </a:lnTo>
                  <a:lnTo>
                    <a:pt x="401845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1979385" y="2176236"/>
              <a:ext cx="4018450" cy="0"/>
            </a:xfrm>
            <a:custGeom>
              <a:avLst/>
              <a:gdLst/>
              <a:ahLst/>
              <a:cxnLst/>
              <a:rect l="0" t="0" r="0" b="0"/>
              <a:pathLst>
                <a:path w="4018450">
                  <a:moveTo>
                    <a:pt x="0" y="0"/>
                  </a:moveTo>
                  <a:lnTo>
                    <a:pt x="4018450" y="0"/>
                  </a:lnTo>
                  <a:lnTo>
                    <a:pt x="401845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10"/>
            <p:cNvSpPr/>
            <p:nvPr/>
          </p:nvSpPr>
          <p:spPr>
            <a:xfrm>
              <a:off x="2542577" y="1856691"/>
              <a:ext cx="0" cy="2008566"/>
            </a:xfrm>
            <a:custGeom>
              <a:avLst/>
              <a:gdLst/>
              <a:ahLst/>
              <a:cxnLst/>
              <a:rect l="0" t="0" r="0" b="0"/>
              <a:pathLst>
                <a:path h="2008566">
                  <a:moveTo>
                    <a:pt x="0" y="200856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1"/>
            <p:cNvSpPr/>
            <p:nvPr/>
          </p:nvSpPr>
          <p:spPr>
            <a:xfrm>
              <a:off x="3303647" y="1856691"/>
              <a:ext cx="0" cy="2008566"/>
            </a:xfrm>
            <a:custGeom>
              <a:avLst/>
              <a:gdLst/>
              <a:ahLst/>
              <a:cxnLst/>
              <a:rect l="0" t="0" r="0" b="0"/>
              <a:pathLst>
                <a:path h="2008566">
                  <a:moveTo>
                    <a:pt x="0" y="200856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2"/>
            <p:cNvSpPr/>
            <p:nvPr/>
          </p:nvSpPr>
          <p:spPr>
            <a:xfrm>
              <a:off x="4064717" y="1856691"/>
              <a:ext cx="0" cy="2008566"/>
            </a:xfrm>
            <a:custGeom>
              <a:avLst/>
              <a:gdLst/>
              <a:ahLst/>
              <a:cxnLst/>
              <a:rect l="0" t="0" r="0" b="0"/>
              <a:pathLst>
                <a:path h="2008566">
                  <a:moveTo>
                    <a:pt x="0" y="200856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3"/>
            <p:cNvSpPr/>
            <p:nvPr/>
          </p:nvSpPr>
          <p:spPr>
            <a:xfrm>
              <a:off x="4825787" y="1856691"/>
              <a:ext cx="0" cy="2008566"/>
            </a:xfrm>
            <a:custGeom>
              <a:avLst/>
              <a:gdLst/>
              <a:ahLst/>
              <a:cxnLst/>
              <a:rect l="0" t="0" r="0" b="0"/>
              <a:pathLst>
                <a:path h="2008566">
                  <a:moveTo>
                    <a:pt x="0" y="200856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4"/>
            <p:cNvSpPr/>
            <p:nvPr/>
          </p:nvSpPr>
          <p:spPr>
            <a:xfrm>
              <a:off x="5586858" y="1856691"/>
              <a:ext cx="0" cy="2008566"/>
            </a:xfrm>
            <a:custGeom>
              <a:avLst/>
              <a:gdLst/>
              <a:ahLst/>
              <a:cxnLst/>
              <a:rect l="0" t="0" r="0" b="0"/>
              <a:pathLst>
                <a:path h="2008566">
                  <a:moveTo>
                    <a:pt x="0" y="200856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5"/>
            <p:cNvSpPr/>
            <p:nvPr/>
          </p:nvSpPr>
          <p:spPr>
            <a:xfrm>
              <a:off x="1979385" y="3773960"/>
              <a:ext cx="4018450" cy="0"/>
            </a:xfrm>
            <a:custGeom>
              <a:avLst/>
              <a:gdLst/>
              <a:ahLst/>
              <a:cxnLst/>
              <a:rect l="0" t="0" r="0" b="0"/>
              <a:pathLst>
                <a:path w="4018450">
                  <a:moveTo>
                    <a:pt x="0" y="0"/>
                  </a:moveTo>
                  <a:lnTo>
                    <a:pt x="4018450" y="0"/>
                  </a:lnTo>
                  <a:lnTo>
                    <a:pt x="401845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l16"/>
            <p:cNvSpPr/>
            <p:nvPr/>
          </p:nvSpPr>
          <p:spPr>
            <a:xfrm>
              <a:off x="1979385" y="3317467"/>
              <a:ext cx="4018450" cy="0"/>
            </a:xfrm>
            <a:custGeom>
              <a:avLst/>
              <a:gdLst/>
              <a:ahLst/>
              <a:cxnLst/>
              <a:rect l="0" t="0" r="0" b="0"/>
              <a:pathLst>
                <a:path w="4018450">
                  <a:moveTo>
                    <a:pt x="0" y="0"/>
                  </a:moveTo>
                  <a:lnTo>
                    <a:pt x="4018450" y="0"/>
                  </a:lnTo>
                  <a:lnTo>
                    <a:pt x="401845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7"/>
            <p:cNvSpPr/>
            <p:nvPr/>
          </p:nvSpPr>
          <p:spPr>
            <a:xfrm>
              <a:off x="1979385" y="2860975"/>
              <a:ext cx="4018450" cy="0"/>
            </a:xfrm>
            <a:custGeom>
              <a:avLst/>
              <a:gdLst/>
              <a:ahLst/>
              <a:cxnLst/>
              <a:rect l="0" t="0" r="0" b="0"/>
              <a:pathLst>
                <a:path w="4018450">
                  <a:moveTo>
                    <a:pt x="0" y="0"/>
                  </a:moveTo>
                  <a:lnTo>
                    <a:pt x="4018450" y="0"/>
                  </a:lnTo>
                  <a:lnTo>
                    <a:pt x="401845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l18"/>
            <p:cNvSpPr/>
            <p:nvPr/>
          </p:nvSpPr>
          <p:spPr>
            <a:xfrm>
              <a:off x="1979385" y="2404482"/>
              <a:ext cx="4018450" cy="0"/>
            </a:xfrm>
            <a:custGeom>
              <a:avLst/>
              <a:gdLst/>
              <a:ahLst/>
              <a:cxnLst/>
              <a:rect l="0" t="0" r="0" b="0"/>
              <a:pathLst>
                <a:path w="4018450">
                  <a:moveTo>
                    <a:pt x="0" y="0"/>
                  </a:moveTo>
                  <a:lnTo>
                    <a:pt x="4018450" y="0"/>
                  </a:lnTo>
                  <a:lnTo>
                    <a:pt x="401845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l19"/>
            <p:cNvSpPr/>
            <p:nvPr/>
          </p:nvSpPr>
          <p:spPr>
            <a:xfrm>
              <a:off x="1979385" y="1947990"/>
              <a:ext cx="4018450" cy="0"/>
            </a:xfrm>
            <a:custGeom>
              <a:avLst/>
              <a:gdLst/>
              <a:ahLst/>
              <a:cxnLst/>
              <a:rect l="0" t="0" r="0" b="0"/>
              <a:pathLst>
                <a:path w="4018450">
                  <a:moveTo>
                    <a:pt x="0" y="0"/>
                  </a:moveTo>
                  <a:lnTo>
                    <a:pt x="4018450" y="0"/>
                  </a:lnTo>
                  <a:lnTo>
                    <a:pt x="401845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l20"/>
            <p:cNvSpPr/>
            <p:nvPr/>
          </p:nvSpPr>
          <p:spPr>
            <a:xfrm>
              <a:off x="2162042" y="1856691"/>
              <a:ext cx="0" cy="2008566"/>
            </a:xfrm>
            <a:custGeom>
              <a:avLst/>
              <a:gdLst/>
              <a:ahLst/>
              <a:cxnLst/>
              <a:rect l="0" t="0" r="0" b="0"/>
              <a:pathLst>
                <a:path h="2008566">
                  <a:moveTo>
                    <a:pt x="0" y="200856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l21"/>
            <p:cNvSpPr/>
            <p:nvPr/>
          </p:nvSpPr>
          <p:spPr>
            <a:xfrm>
              <a:off x="2923112" y="1856691"/>
              <a:ext cx="0" cy="2008566"/>
            </a:xfrm>
            <a:custGeom>
              <a:avLst/>
              <a:gdLst/>
              <a:ahLst/>
              <a:cxnLst/>
              <a:rect l="0" t="0" r="0" b="0"/>
              <a:pathLst>
                <a:path h="2008566">
                  <a:moveTo>
                    <a:pt x="0" y="200856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l22"/>
            <p:cNvSpPr/>
            <p:nvPr/>
          </p:nvSpPr>
          <p:spPr>
            <a:xfrm>
              <a:off x="3684182" y="1856691"/>
              <a:ext cx="0" cy="2008566"/>
            </a:xfrm>
            <a:custGeom>
              <a:avLst/>
              <a:gdLst/>
              <a:ahLst/>
              <a:cxnLst/>
              <a:rect l="0" t="0" r="0" b="0"/>
              <a:pathLst>
                <a:path h="2008566">
                  <a:moveTo>
                    <a:pt x="0" y="200856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l23"/>
            <p:cNvSpPr/>
            <p:nvPr/>
          </p:nvSpPr>
          <p:spPr>
            <a:xfrm>
              <a:off x="4445252" y="1856691"/>
              <a:ext cx="0" cy="2008566"/>
            </a:xfrm>
            <a:custGeom>
              <a:avLst/>
              <a:gdLst/>
              <a:ahLst/>
              <a:cxnLst/>
              <a:rect l="0" t="0" r="0" b="0"/>
              <a:pathLst>
                <a:path h="2008566">
                  <a:moveTo>
                    <a:pt x="0" y="200856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l24"/>
            <p:cNvSpPr/>
            <p:nvPr/>
          </p:nvSpPr>
          <p:spPr>
            <a:xfrm>
              <a:off x="5206323" y="1856691"/>
              <a:ext cx="0" cy="2008566"/>
            </a:xfrm>
            <a:custGeom>
              <a:avLst/>
              <a:gdLst/>
              <a:ahLst/>
              <a:cxnLst/>
              <a:rect l="0" t="0" r="0" b="0"/>
              <a:pathLst>
                <a:path h="2008566">
                  <a:moveTo>
                    <a:pt x="0" y="200856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l25"/>
            <p:cNvSpPr/>
            <p:nvPr/>
          </p:nvSpPr>
          <p:spPr>
            <a:xfrm>
              <a:off x="5967393" y="1856691"/>
              <a:ext cx="0" cy="2008566"/>
            </a:xfrm>
            <a:custGeom>
              <a:avLst/>
              <a:gdLst/>
              <a:ahLst/>
              <a:cxnLst/>
              <a:rect l="0" t="0" r="0" b="0"/>
              <a:pathLst>
                <a:path h="2008566">
                  <a:moveTo>
                    <a:pt x="0" y="200856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pl26"/>
            <p:cNvSpPr/>
            <p:nvPr/>
          </p:nvSpPr>
          <p:spPr>
            <a:xfrm>
              <a:off x="2162042" y="2039288"/>
              <a:ext cx="3653136" cy="1004283"/>
            </a:xfrm>
            <a:custGeom>
              <a:avLst/>
              <a:gdLst/>
              <a:ahLst/>
              <a:cxnLst/>
              <a:rect l="0" t="0" r="0" b="0"/>
              <a:pathLst>
                <a:path w="3653136" h="1004283">
                  <a:moveTo>
                    <a:pt x="0" y="0"/>
                  </a:moveTo>
                  <a:lnTo>
                    <a:pt x="152214" y="0"/>
                  </a:lnTo>
                  <a:lnTo>
                    <a:pt x="2130996" y="547790"/>
                  </a:lnTo>
                  <a:lnTo>
                    <a:pt x="2435424" y="1004283"/>
                  </a:lnTo>
                  <a:lnTo>
                    <a:pt x="2739852" y="1004283"/>
                  </a:lnTo>
                  <a:lnTo>
                    <a:pt x="2770295" y="0"/>
                  </a:lnTo>
                  <a:lnTo>
                    <a:pt x="365313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rc27"/>
            <p:cNvSpPr/>
            <p:nvPr/>
          </p:nvSpPr>
          <p:spPr>
            <a:xfrm>
              <a:off x="1979385" y="1856691"/>
              <a:ext cx="4018450" cy="2008566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tx28"/>
            <p:cNvSpPr/>
            <p:nvPr/>
          </p:nvSpPr>
          <p:spPr>
            <a:xfrm>
              <a:off x="1854599" y="3732268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1792444" y="327577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1792444" y="2819283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1792444" y="2364155"/>
              <a:ext cx="12431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1730288" y="1906298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33" name="pl33"/>
            <p:cNvSpPr/>
            <p:nvPr/>
          </p:nvSpPr>
          <p:spPr>
            <a:xfrm>
              <a:off x="1944591" y="3773960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pl34"/>
            <p:cNvSpPr/>
            <p:nvPr/>
          </p:nvSpPr>
          <p:spPr>
            <a:xfrm>
              <a:off x="1944591" y="331746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l35"/>
            <p:cNvSpPr/>
            <p:nvPr/>
          </p:nvSpPr>
          <p:spPr>
            <a:xfrm>
              <a:off x="1944591" y="2860975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pl36"/>
            <p:cNvSpPr/>
            <p:nvPr/>
          </p:nvSpPr>
          <p:spPr>
            <a:xfrm>
              <a:off x="1944591" y="2404482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pl37"/>
            <p:cNvSpPr/>
            <p:nvPr/>
          </p:nvSpPr>
          <p:spPr>
            <a:xfrm>
              <a:off x="1944591" y="1947990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pl38"/>
            <p:cNvSpPr/>
            <p:nvPr/>
          </p:nvSpPr>
          <p:spPr>
            <a:xfrm>
              <a:off x="2162042" y="3865258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pl39"/>
            <p:cNvSpPr/>
            <p:nvPr/>
          </p:nvSpPr>
          <p:spPr>
            <a:xfrm>
              <a:off x="2923112" y="3865258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l40"/>
            <p:cNvSpPr/>
            <p:nvPr/>
          </p:nvSpPr>
          <p:spPr>
            <a:xfrm>
              <a:off x="3684182" y="3865258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l41"/>
            <p:cNvSpPr/>
            <p:nvPr/>
          </p:nvSpPr>
          <p:spPr>
            <a:xfrm>
              <a:off x="4445252" y="3865258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l42"/>
            <p:cNvSpPr/>
            <p:nvPr/>
          </p:nvSpPr>
          <p:spPr>
            <a:xfrm>
              <a:off x="5206323" y="3865258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l43"/>
            <p:cNvSpPr/>
            <p:nvPr/>
          </p:nvSpPr>
          <p:spPr>
            <a:xfrm>
              <a:off x="5967393" y="3865258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tx44"/>
            <p:cNvSpPr/>
            <p:nvPr/>
          </p:nvSpPr>
          <p:spPr>
            <a:xfrm>
              <a:off x="2084361" y="3926197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845431" y="3926197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606501" y="3926197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367572" y="3927561"/>
              <a:ext cx="15536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7.5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097564" y="3926197"/>
              <a:ext cx="217517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10.0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5858634" y="3926197"/>
              <a:ext cx="217517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12.5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3856652" y="4063906"/>
              <a:ext cx="263915" cy="10163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time</a:t>
              </a:r>
            </a:p>
          </p:txBody>
        </p:sp>
        <p:sp>
          <p:nvSpPr>
            <p:cNvPr id="51" name="tx51"/>
            <p:cNvSpPr/>
            <p:nvPr/>
          </p:nvSpPr>
          <p:spPr>
            <a:xfrm rot="-5400000">
              <a:off x="1095470" y="2796241"/>
              <a:ext cx="1009618" cy="12946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Contentration_B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979385" y="1325334"/>
              <a:ext cx="4171695" cy="12953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Column : ACQUITY UPLC BEH Amide , 100 mm x 2.1 mm , 1.7 </a:t>
              </a:r>
              <a:r>
                <a:rPr sz="1100" dirty="0" err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μm</a:t>
              </a:r>
              <a:endParaRPr sz="11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  <p:sp>
          <p:nvSpPr>
            <p:cNvPr id="53" name="tx53"/>
            <p:cNvSpPr/>
            <p:nvPr/>
          </p:nvSpPr>
          <p:spPr>
            <a:xfrm>
              <a:off x="1979385" y="1500289"/>
              <a:ext cx="3548161" cy="1054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Phase A : 25 mM NH4OH + 25 mM NH4Ac + 100 % H2O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1979385" y="1651233"/>
              <a:ext cx="1374421" cy="10538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Phase B : 100 % ACN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1979385" y="1132837"/>
              <a:ext cx="1034161" cy="12196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 b="1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Metabolomics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495425" y="1065212"/>
            <a:ext cx="4572000" cy="3200400"/>
            <a:chOff x="1495425" y="1065212"/>
            <a:chExt cx="4572000" cy="3200400"/>
          </a:xfrm>
        </p:grpSpPr>
        <p:sp>
          <p:nvSpPr>
            <p:cNvPr id="3" name="rc3"/>
            <p:cNvSpPr/>
            <p:nvPr/>
          </p:nvSpPr>
          <p:spPr>
            <a:xfrm>
              <a:off x="1495425" y="1065212"/>
              <a:ext cx="4572000" cy="3200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1495425" y="1065212"/>
              <a:ext cx="4572000" cy="3200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1979385" y="1856691"/>
              <a:ext cx="4018450" cy="200856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pl6"/>
            <p:cNvSpPr/>
            <p:nvPr/>
          </p:nvSpPr>
          <p:spPr>
            <a:xfrm>
              <a:off x="1979385" y="3545713"/>
              <a:ext cx="4018450" cy="0"/>
            </a:xfrm>
            <a:custGeom>
              <a:avLst/>
              <a:gdLst/>
              <a:ahLst/>
              <a:cxnLst/>
              <a:rect l="0" t="0" r="0" b="0"/>
              <a:pathLst>
                <a:path w="4018450">
                  <a:moveTo>
                    <a:pt x="0" y="0"/>
                  </a:moveTo>
                  <a:lnTo>
                    <a:pt x="4018450" y="0"/>
                  </a:lnTo>
                  <a:lnTo>
                    <a:pt x="401845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7"/>
            <p:cNvSpPr/>
            <p:nvPr/>
          </p:nvSpPr>
          <p:spPr>
            <a:xfrm>
              <a:off x="1979385" y="3089221"/>
              <a:ext cx="4018450" cy="0"/>
            </a:xfrm>
            <a:custGeom>
              <a:avLst/>
              <a:gdLst/>
              <a:ahLst/>
              <a:cxnLst/>
              <a:rect l="0" t="0" r="0" b="0"/>
              <a:pathLst>
                <a:path w="4018450">
                  <a:moveTo>
                    <a:pt x="0" y="0"/>
                  </a:moveTo>
                  <a:lnTo>
                    <a:pt x="4018450" y="0"/>
                  </a:lnTo>
                  <a:lnTo>
                    <a:pt x="401845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8"/>
            <p:cNvSpPr/>
            <p:nvPr/>
          </p:nvSpPr>
          <p:spPr>
            <a:xfrm>
              <a:off x="1979385" y="2632729"/>
              <a:ext cx="4018450" cy="0"/>
            </a:xfrm>
            <a:custGeom>
              <a:avLst/>
              <a:gdLst/>
              <a:ahLst/>
              <a:cxnLst/>
              <a:rect l="0" t="0" r="0" b="0"/>
              <a:pathLst>
                <a:path w="4018450">
                  <a:moveTo>
                    <a:pt x="0" y="0"/>
                  </a:moveTo>
                  <a:lnTo>
                    <a:pt x="4018450" y="0"/>
                  </a:lnTo>
                  <a:lnTo>
                    <a:pt x="401845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1979385" y="2176236"/>
              <a:ext cx="4018450" cy="0"/>
            </a:xfrm>
            <a:custGeom>
              <a:avLst/>
              <a:gdLst/>
              <a:ahLst/>
              <a:cxnLst/>
              <a:rect l="0" t="0" r="0" b="0"/>
              <a:pathLst>
                <a:path w="4018450">
                  <a:moveTo>
                    <a:pt x="0" y="0"/>
                  </a:moveTo>
                  <a:lnTo>
                    <a:pt x="4018450" y="0"/>
                  </a:lnTo>
                  <a:lnTo>
                    <a:pt x="401845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10"/>
            <p:cNvSpPr/>
            <p:nvPr/>
          </p:nvSpPr>
          <p:spPr>
            <a:xfrm>
              <a:off x="2864568" y="1856691"/>
              <a:ext cx="0" cy="2008566"/>
            </a:xfrm>
            <a:custGeom>
              <a:avLst/>
              <a:gdLst/>
              <a:ahLst/>
              <a:cxnLst/>
              <a:rect l="0" t="0" r="0" b="0"/>
              <a:pathLst>
                <a:path h="2008566">
                  <a:moveTo>
                    <a:pt x="0" y="200856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1"/>
            <p:cNvSpPr/>
            <p:nvPr/>
          </p:nvSpPr>
          <p:spPr>
            <a:xfrm>
              <a:off x="4269621" y="1856691"/>
              <a:ext cx="0" cy="2008566"/>
            </a:xfrm>
            <a:custGeom>
              <a:avLst/>
              <a:gdLst/>
              <a:ahLst/>
              <a:cxnLst/>
              <a:rect l="0" t="0" r="0" b="0"/>
              <a:pathLst>
                <a:path h="2008566">
                  <a:moveTo>
                    <a:pt x="0" y="200856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2"/>
            <p:cNvSpPr/>
            <p:nvPr/>
          </p:nvSpPr>
          <p:spPr>
            <a:xfrm>
              <a:off x="5674673" y="1856691"/>
              <a:ext cx="0" cy="2008566"/>
            </a:xfrm>
            <a:custGeom>
              <a:avLst/>
              <a:gdLst/>
              <a:ahLst/>
              <a:cxnLst/>
              <a:rect l="0" t="0" r="0" b="0"/>
              <a:pathLst>
                <a:path h="2008566">
                  <a:moveTo>
                    <a:pt x="0" y="200856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3"/>
            <p:cNvSpPr/>
            <p:nvPr/>
          </p:nvSpPr>
          <p:spPr>
            <a:xfrm>
              <a:off x="1979385" y="3773960"/>
              <a:ext cx="4018450" cy="0"/>
            </a:xfrm>
            <a:custGeom>
              <a:avLst/>
              <a:gdLst/>
              <a:ahLst/>
              <a:cxnLst/>
              <a:rect l="0" t="0" r="0" b="0"/>
              <a:pathLst>
                <a:path w="4018450">
                  <a:moveTo>
                    <a:pt x="0" y="0"/>
                  </a:moveTo>
                  <a:lnTo>
                    <a:pt x="4018450" y="0"/>
                  </a:lnTo>
                  <a:lnTo>
                    <a:pt x="401845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4"/>
            <p:cNvSpPr/>
            <p:nvPr/>
          </p:nvSpPr>
          <p:spPr>
            <a:xfrm>
              <a:off x="1979385" y="3317467"/>
              <a:ext cx="4018450" cy="0"/>
            </a:xfrm>
            <a:custGeom>
              <a:avLst/>
              <a:gdLst/>
              <a:ahLst/>
              <a:cxnLst/>
              <a:rect l="0" t="0" r="0" b="0"/>
              <a:pathLst>
                <a:path w="4018450">
                  <a:moveTo>
                    <a:pt x="0" y="0"/>
                  </a:moveTo>
                  <a:lnTo>
                    <a:pt x="4018450" y="0"/>
                  </a:lnTo>
                  <a:lnTo>
                    <a:pt x="401845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5"/>
            <p:cNvSpPr/>
            <p:nvPr/>
          </p:nvSpPr>
          <p:spPr>
            <a:xfrm>
              <a:off x="1979385" y="2860975"/>
              <a:ext cx="4018450" cy="0"/>
            </a:xfrm>
            <a:custGeom>
              <a:avLst/>
              <a:gdLst/>
              <a:ahLst/>
              <a:cxnLst/>
              <a:rect l="0" t="0" r="0" b="0"/>
              <a:pathLst>
                <a:path w="4018450">
                  <a:moveTo>
                    <a:pt x="0" y="0"/>
                  </a:moveTo>
                  <a:lnTo>
                    <a:pt x="4018450" y="0"/>
                  </a:lnTo>
                  <a:lnTo>
                    <a:pt x="401845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l16"/>
            <p:cNvSpPr/>
            <p:nvPr/>
          </p:nvSpPr>
          <p:spPr>
            <a:xfrm>
              <a:off x="1979385" y="2404482"/>
              <a:ext cx="4018450" cy="0"/>
            </a:xfrm>
            <a:custGeom>
              <a:avLst/>
              <a:gdLst/>
              <a:ahLst/>
              <a:cxnLst/>
              <a:rect l="0" t="0" r="0" b="0"/>
              <a:pathLst>
                <a:path w="4018450">
                  <a:moveTo>
                    <a:pt x="0" y="0"/>
                  </a:moveTo>
                  <a:lnTo>
                    <a:pt x="4018450" y="0"/>
                  </a:lnTo>
                  <a:lnTo>
                    <a:pt x="401845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7"/>
            <p:cNvSpPr/>
            <p:nvPr/>
          </p:nvSpPr>
          <p:spPr>
            <a:xfrm>
              <a:off x="1979385" y="1947990"/>
              <a:ext cx="4018450" cy="0"/>
            </a:xfrm>
            <a:custGeom>
              <a:avLst/>
              <a:gdLst/>
              <a:ahLst/>
              <a:cxnLst/>
              <a:rect l="0" t="0" r="0" b="0"/>
              <a:pathLst>
                <a:path w="4018450">
                  <a:moveTo>
                    <a:pt x="0" y="0"/>
                  </a:moveTo>
                  <a:lnTo>
                    <a:pt x="4018450" y="0"/>
                  </a:lnTo>
                  <a:lnTo>
                    <a:pt x="401845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l18"/>
            <p:cNvSpPr/>
            <p:nvPr/>
          </p:nvSpPr>
          <p:spPr>
            <a:xfrm>
              <a:off x="2162042" y="1856691"/>
              <a:ext cx="0" cy="2008566"/>
            </a:xfrm>
            <a:custGeom>
              <a:avLst/>
              <a:gdLst/>
              <a:ahLst/>
              <a:cxnLst/>
              <a:rect l="0" t="0" r="0" b="0"/>
              <a:pathLst>
                <a:path h="2008566">
                  <a:moveTo>
                    <a:pt x="0" y="200856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l19"/>
            <p:cNvSpPr/>
            <p:nvPr/>
          </p:nvSpPr>
          <p:spPr>
            <a:xfrm>
              <a:off x="3567094" y="1856691"/>
              <a:ext cx="0" cy="2008566"/>
            </a:xfrm>
            <a:custGeom>
              <a:avLst/>
              <a:gdLst/>
              <a:ahLst/>
              <a:cxnLst/>
              <a:rect l="0" t="0" r="0" b="0"/>
              <a:pathLst>
                <a:path h="2008566">
                  <a:moveTo>
                    <a:pt x="0" y="200856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l20"/>
            <p:cNvSpPr/>
            <p:nvPr/>
          </p:nvSpPr>
          <p:spPr>
            <a:xfrm>
              <a:off x="4972147" y="1856691"/>
              <a:ext cx="0" cy="2008566"/>
            </a:xfrm>
            <a:custGeom>
              <a:avLst/>
              <a:gdLst/>
              <a:ahLst/>
              <a:cxnLst/>
              <a:rect l="0" t="0" r="0" b="0"/>
              <a:pathLst>
                <a:path h="2008566">
                  <a:moveTo>
                    <a:pt x="0" y="200856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l21"/>
            <p:cNvSpPr/>
            <p:nvPr/>
          </p:nvSpPr>
          <p:spPr>
            <a:xfrm>
              <a:off x="2162042" y="1947990"/>
              <a:ext cx="3653136" cy="1095581"/>
            </a:xfrm>
            <a:custGeom>
              <a:avLst/>
              <a:gdLst/>
              <a:ahLst/>
              <a:cxnLst/>
              <a:rect l="0" t="0" r="0" b="0"/>
              <a:pathLst>
                <a:path w="3653136" h="1095581">
                  <a:moveTo>
                    <a:pt x="0" y="1095581"/>
                  </a:moveTo>
                  <a:lnTo>
                    <a:pt x="2529094" y="0"/>
                  </a:lnTo>
                  <a:lnTo>
                    <a:pt x="2810105" y="0"/>
                  </a:lnTo>
                  <a:lnTo>
                    <a:pt x="2866307" y="1095581"/>
                  </a:lnTo>
                  <a:lnTo>
                    <a:pt x="3653136" y="1095581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rc22"/>
            <p:cNvSpPr/>
            <p:nvPr/>
          </p:nvSpPr>
          <p:spPr>
            <a:xfrm>
              <a:off x="1979385" y="1856691"/>
              <a:ext cx="4018450" cy="2008566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tx23"/>
            <p:cNvSpPr/>
            <p:nvPr/>
          </p:nvSpPr>
          <p:spPr>
            <a:xfrm>
              <a:off x="1854599" y="3732268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1792444" y="327577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1792444" y="2819283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1792444" y="2364155"/>
              <a:ext cx="12431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75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1730288" y="1906298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28" name="pl28"/>
            <p:cNvSpPr/>
            <p:nvPr/>
          </p:nvSpPr>
          <p:spPr>
            <a:xfrm>
              <a:off x="1944591" y="3773960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pl29"/>
            <p:cNvSpPr/>
            <p:nvPr/>
          </p:nvSpPr>
          <p:spPr>
            <a:xfrm>
              <a:off x="1944591" y="331746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pl30"/>
            <p:cNvSpPr/>
            <p:nvPr/>
          </p:nvSpPr>
          <p:spPr>
            <a:xfrm>
              <a:off x="1944591" y="2860975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pl31"/>
            <p:cNvSpPr/>
            <p:nvPr/>
          </p:nvSpPr>
          <p:spPr>
            <a:xfrm>
              <a:off x="1944591" y="2404482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pl32"/>
            <p:cNvSpPr/>
            <p:nvPr/>
          </p:nvSpPr>
          <p:spPr>
            <a:xfrm>
              <a:off x="1944591" y="1947990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pl33"/>
            <p:cNvSpPr/>
            <p:nvPr/>
          </p:nvSpPr>
          <p:spPr>
            <a:xfrm>
              <a:off x="2162042" y="3865258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pl34"/>
            <p:cNvSpPr/>
            <p:nvPr/>
          </p:nvSpPr>
          <p:spPr>
            <a:xfrm>
              <a:off x="3567094" y="3865258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l35"/>
            <p:cNvSpPr/>
            <p:nvPr/>
          </p:nvSpPr>
          <p:spPr>
            <a:xfrm>
              <a:off x="4972147" y="3865258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tx36"/>
            <p:cNvSpPr/>
            <p:nvPr/>
          </p:nvSpPr>
          <p:spPr>
            <a:xfrm>
              <a:off x="2130964" y="3926197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3536017" y="3927615"/>
              <a:ext cx="62155" cy="8027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4909991" y="3926197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3856652" y="4063906"/>
              <a:ext cx="263915" cy="10163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time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1095470" y="2796241"/>
              <a:ext cx="1009618" cy="12946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Contentration_B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979385" y="1325402"/>
              <a:ext cx="3139498" cy="12946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Column : Kinetex C18 , 100 mm x 2.1 mm , 1.7 μm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979385" y="1500289"/>
              <a:ext cx="3144546" cy="1054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Phase A : 10mM NH4FA   + 40% H2O + 40% ACN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979385" y="1651165"/>
              <a:ext cx="3074764" cy="1054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Phase B : 10mM NH4FA   + 90% IPA + 10% H2O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979385" y="1101486"/>
              <a:ext cx="791951" cy="1533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 b="1" dirty="0" err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Lipidomics</a:t>
              </a:r>
              <a:endParaRPr sz="1320" b="1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103</Words>
  <Application>Microsoft Office PowerPoint</Application>
  <PresentationFormat>自定义</PresentationFormat>
  <Paragraphs>31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Tom Wenseleers</dc:creator>
  <cp:lastModifiedBy>李 锐</cp:lastModifiedBy>
  <cp:revision>9</cp:revision>
  <dcterms:created xsi:type="dcterms:W3CDTF">2015-07-14T21:05:00Z</dcterms:created>
  <dcterms:modified xsi:type="dcterms:W3CDTF">2022-08-16T05:47:32Z</dcterms:modified>
</cp:coreProperties>
</file>