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8" r:id="rId3"/>
    <p:sldId id="269" r:id="rId4"/>
    <p:sldId id="270" r:id="rId10"/>
    <p:sldId id="271" r:id="rId11"/>
  </p:sldIdLst>
  <p:sldSz cx="7562850" cy="5330825"/>
  <p:notesSz cx="6858000" cy="9144000"/>
  <p:defaultTextStyle>
    <a:defPPr>
      <a:defRPr lang="en-US"/>
    </a:defPPr>
    <a:lvl1pPr marL="0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263113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526227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789341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1052454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1315568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1578681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1841794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2104908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79">
          <p15:clr>
            <a:srgbClr val="A4A3A4"/>
          </p15:clr>
        </p15:guide>
        <p15:guide id="2" pos="238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137" d="100"/>
          <a:sy n="137" d="100"/>
        </p:scale>
        <p:origin x="1548" y="120"/>
      </p:cViewPr>
      <p:guideLst>
        <p:guide orient="horz" pos="1679"/>
        <p:guide pos="23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8" Type="http://schemas.openxmlformats.org/officeDocument/2006/relationships/tableStyles" Target="tableStyles.xml"/>
<Relationship Id="rId3" Type="http://schemas.openxmlformats.org/officeDocument/2006/relationships/slide" Target="slides/slide2.xml"/>
<Relationship Id="rId7" Type="http://schemas.openxmlformats.org/officeDocument/2006/relationships/theme" Target="theme/theme1.xml"/>
<Relationship Id="rId2" Type="http://schemas.openxmlformats.org/officeDocument/2006/relationships/slide" Target="slides/slide1.xml"/>
<Relationship Id="rId1" Type="http://schemas.openxmlformats.org/officeDocument/2006/relationships/slideMaster" Target="slideMasters/slideMaster1.xml"/>
<Relationship Id="rId6" Type="http://schemas.openxmlformats.org/officeDocument/2006/relationships/viewProps" Target="viewProps.xml"/>
<Relationship Id="rId5" Type="http://schemas.openxmlformats.org/officeDocument/2006/relationships/presProps" Target="presProps.xml"/>
<Relationship Id="rId4" Type="http://schemas.openxmlformats.org/officeDocument/2006/relationships/slide" Target="slides/slide3.xml"/>
<Relationship Id="rId9" Type="http://schemas.microsoft.com/office/2016/11/relationships/changesInfo" Target="changesInfos/changesInfo1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/Relationships>
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李 锐" userId="66ec9b7a810220ff" providerId="LiveId" clId="{18A14B5B-5CDA-4AB0-840E-A62DAE4E7576}"/>
    <pc:docChg chg="custSel delSld modSld sldOrd">
      <pc:chgData name="李 锐" userId="66ec9b7a810220ff" providerId="LiveId" clId="{18A14B5B-5CDA-4AB0-840E-A62DAE4E7576}" dt="2022-08-10T02:25:44.497" v="13" actId="47"/>
      <pc:docMkLst>
        <pc:docMk/>
      </pc:docMkLst>
      <pc:sldChg chg="del">
        <pc:chgData name="李 锐" userId="66ec9b7a810220ff" providerId="LiveId" clId="{18A14B5B-5CDA-4AB0-840E-A62DAE4E7576}" dt="2022-08-08T01:37:00.715" v="0" actId="47"/>
        <pc:sldMkLst>
          <pc:docMk/>
          <pc:sldMk cId="0" sldId="256"/>
        </pc:sldMkLst>
      </pc:sldChg>
      <pc:sldChg chg="del">
        <pc:chgData name="李 锐" userId="66ec9b7a810220ff" providerId="LiveId" clId="{18A14B5B-5CDA-4AB0-840E-A62DAE4E7576}" dt="2022-08-08T01:39:57.066" v="4" actId="47"/>
        <pc:sldMkLst>
          <pc:docMk/>
          <pc:sldMk cId="0" sldId="258"/>
        </pc:sldMkLst>
      </pc:sldChg>
      <pc:sldChg chg="del">
        <pc:chgData name="李 锐" userId="66ec9b7a810220ff" providerId="LiveId" clId="{18A14B5B-5CDA-4AB0-840E-A62DAE4E7576}" dt="2022-08-08T01:38:25.215" v="1" actId="47"/>
        <pc:sldMkLst>
          <pc:docMk/>
          <pc:sldMk cId="0" sldId="259"/>
        </pc:sldMkLst>
      </pc:sldChg>
      <pc:sldChg chg="del">
        <pc:chgData name="李 锐" userId="66ec9b7a810220ff" providerId="LiveId" clId="{18A14B5B-5CDA-4AB0-840E-A62DAE4E7576}" dt="2022-08-08T01:39:56.200" v="3" actId="47"/>
        <pc:sldMkLst>
          <pc:docMk/>
          <pc:sldMk cId="0" sldId="260"/>
        </pc:sldMkLst>
      </pc:sldChg>
      <pc:sldChg chg="del">
        <pc:chgData name="李 锐" userId="66ec9b7a810220ff" providerId="LiveId" clId="{18A14B5B-5CDA-4AB0-840E-A62DAE4E7576}" dt="2022-08-08T01:39:55.433" v="2" actId="47"/>
        <pc:sldMkLst>
          <pc:docMk/>
          <pc:sldMk cId="0" sldId="261"/>
        </pc:sldMkLst>
      </pc:sldChg>
      <pc:sldChg chg="del">
        <pc:chgData name="李 锐" userId="66ec9b7a810220ff" providerId="LiveId" clId="{18A14B5B-5CDA-4AB0-840E-A62DAE4E7576}" dt="2022-08-10T02:22:43.320" v="7" actId="47"/>
        <pc:sldMkLst>
          <pc:docMk/>
          <pc:sldMk cId="0" sldId="262"/>
        </pc:sldMkLst>
      </pc:sldChg>
      <pc:sldChg chg="del ord">
        <pc:chgData name="李 锐" userId="66ec9b7a810220ff" providerId="LiveId" clId="{18A14B5B-5CDA-4AB0-840E-A62DAE4E7576}" dt="2022-08-10T02:22:43.930" v="8" actId="47"/>
        <pc:sldMkLst>
          <pc:docMk/>
          <pc:sldMk cId="0" sldId="263"/>
        </pc:sldMkLst>
      </pc:sldChg>
      <pc:sldChg chg="delSp del mod">
        <pc:chgData name="李 锐" userId="66ec9b7a810220ff" providerId="LiveId" clId="{18A14B5B-5CDA-4AB0-840E-A62DAE4E7576}" dt="2022-08-10T02:25:04.905" v="10" actId="47"/>
        <pc:sldMkLst>
          <pc:docMk/>
          <pc:sldMk cId="0" sldId="264"/>
        </pc:sldMkLst>
        <pc:grpChg chg="del">
          <ac:chgData name="李 锐" userId="66ec9b7a810220ff" providerId="LiveId" clId="{18A14B5B-5CDA-4AB0-840E-A62DAE4E7576}" dt="2022-08-10T02:23:01.835" v="9" actId="478"/>
          <ac:grpSpMkLst>
            <pc:docMk/>
            <pc:sldMk cId="0" sldId="264"/>
            <ac:grpSpMk id="2" creationId="{00000000-0000-0000-0000-000000000000}"/>
          </ac:grpSpMkLst>
        </pc:grpChg>
      </pc:sldChg>
      <pc:sldChg chg="del">
        <pc:chgData name="李 锐" userId="66ec9b7a810220ff" providerId="LiveId" clId="{18A14B5B-5CDA-4AB0-840E-A62DAE4E7576}" dt="2022-08-10T02:25:44.497" v="13" actId="47"/>
        <pc:sldMkLst>
          <pc:docMk/>
          <pc:sldMk cId="0" sldId="265"/>
        </pc:sldMkLst>
      </pc:sldChg>
      <pc:sldChg chg="del">
        <pc:chgData name="李 锐" userId="66ec9b7a810220ff" providerId="LiveId" clId="{18A14B5B-5CDA-4AB0-840E-A62DAE4E7576}" dt="2022-08-10T02:25:43.892" v="12" actId="47"/>
        <pc:sldMkLst>
          <pc:docMk/>
          <pc:sldMk cId="0" sldId="266"/>
        </pc:sldMkLst>
      </pc:sldChg>
      <pc:sldChg chg="del">
        <pc:chgData name="李 锐" userId="66ec9b7a810220ff" providerId="LiveId" clId="{18A14B5B-5CDA-4AB0-840E-A62DAE4E7576}" dt="2022-08-10T02:25:43.149" v="11" actId="47"/>
        <pc:sldMkLst>
          <pc:docMk/>
          <pc:sldMk cId="0" sldId="26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7214" y="1656014"/>
            <a:ext cx="6428422" cy="11426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4428" y="3020801"/>
            <a:ext cx="5293995" cy="136232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631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26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89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524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3155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786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417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1049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10/08/2022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10/08/2022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7414" y="3425550"/>
            <a:ext cx="6428422" cy="1058761"/>
          </a:xfrm>
        </p:spPr>
        <p:txBody>
          <a:bodyPr anchor="t"/>
          <a:lstStyle>
            <a:lvl1pPr algn="l">
              <a:defRPr sz="23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7414" y="2259433"/>
            <a:ext cx="6428422" cy="1166118"/>
          </a:xfrm>
        </p:spPr>
        <p:txBody>
          <a:bodyPr anchor="b"/>
          <a:lstStyle>
            <a:lvl1pPr marL="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  <a:lvl2pPr marL="263113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2pPr>
            <a:lvl3pPr marL="526227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89341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052454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315568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1578681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1841794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104908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10/08/2022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9656" y="1243861"/>
            <a:ext cx="3623866" cy="3518098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59570" y="1243861"/>
            <a:ext cx="3623866" cy="3518098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10/08/2022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143" y="213480"/>
            <a:ext cx="6806565" cy="88847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8145" y="1193267"/>
            <a:ext cx="3341572" cy="497296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63113" indent="0">
              <a:buNone/>
              <a:defRPr sz="1200" b="1"/>
            </a:lvl2pPr>
            <a:lvl3pPr marL="526227" indent="0">
              <a:buNone/>
              <a:defRPr sz="1100" b="1"/>
            </a:lvl3pPr>
            <a:lvl4pPr marL="789341" indent="0">
              <a:buNone/>
              <a:defRPr sz="900" b="1"/>
            </a:lvl4pPr>
            <a:lvl5pPr marL="1052454" indent="0">
              <a:buNone/>
              <a:defRPr sz="900" b="1"/>
            </a:lvl5pPr>
            <a:lvl6pPr marL="1315568" indent="0">
              <a:buNone/>
              <a:defRPr sz="900" b="1"/>
            </a:lvl6pPr>
            <a:lvl7pPr marL="1578681" indent="0">
              <a:buNone/>
              <a:defRPr sz="900" b="1"/>
            </a:lvl7pPr>
            <a:lvl8pPr marL="1841794" indent="0">
              <a:buNone/>
              <a:defRPr sz="900" b="1"/>
            </a:lvl8pPr>
            <a:lvl9pPr marL="2104908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8145" y="1690563"/>
            <a:ext cx="3341572" cy="3071394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41824" y="1193267"/>
            <a:ext cx="3342886" cy="497296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63113" indent="0">
              <a:buNone/>
              <a:defRPr sz="1200" b="1"/>
            </a:lvl2pPr>
            <a:lvl3pPr marL="526227" indent="0">
              <a:buNone/>
              <a:defRPr sz="1100" b="1"/>
            </a:lvl3pPr>
            <a:lvl4pPr marL="789341" indent="0">
              <a:buNone/>
              <a:defRPr sz="900" b="1"/>
            </a:lvl4pPr>
            <a:lvl5pPr marL="1052454" indent="0">
              <a:buNone/>
              <a:defRPr sz="900" b="1"/>
            </a:lvl5pPr>
            <a:lvl6pPr marL="1315568" indent="0">
              <a:buNone/>
              <a:defRPr sz="900" b="1"/>
            </a:lvl6pPr>
            <a:lvl7pPr marL="1578681" indent="0">
              <a:buNone/>
              <a:defRPr sz="900" b="1"/>
            </a:lvl7pPr>
            <a:lvl8pPr marL="1841794" indent="0">
              <a:buNone/>
              <a:defRPr sz="900" b="1"/>
            </a:lvl8pPr>
            <a:lvl9pPr marL="2104908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41824" y="1690563"/>
            <a:ext cx="3342886" cy="3071394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10/08/2022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10/08/2022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10/08/2022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145" y="212246"/>
            <a:ext cx="2488126" cy="903279"/>
          </a:xfrm>
        </p:spPr>
        <p:txBody>
          <a:bodyPr anchor="b"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56865" y="212248"/>
            <a:ext cx="4227843" cy="4549712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8145" y="1115526"/>
            <a:ext cx="2488126" cy="3646433"/>
          </a:xfrm>
        </p:spPr>
        <p:txBody>
          <a:bodyPr/>
          <a:lstStyle>
            <a:lvl1pPr marL="0" indent="0">
              <a:buNone/>
              <a:defRPr sz="800"/>
            </a:lvl1pPr>
            <a:lvl2pPr marL="263113" indent="0">
              <a:buNone/>
              <a:defRPr sz="700"/>
            </a:lvl2pPr>
            <a:lvl3pPr marL="526227" indent="0">
              <a:buNone/>
              <a:defRPr sz="600"/>
            </a:lvl3pPr>
            <a:lvl4pPr marL="789341" indent="0">
              <a:buNone/>
              <a:defRPr sz="500"/>
            </a:lvl4pPr>
            <a:lvl5pPr marL="1052454" indent="0">
              <a:buNone/>
              <a:defRPr sz="500"/>
            </a:lvl5pPr>
            <a:lvl6pPr marL="1315568" indent="0">
              <a:buNone/>
              <a:defRPr sz="500"/>
            </a:lvl6pPr>
            <a:lvl7pPr marL="1578681" indent="0">
              <a:buNone/>
              <a:defRPr sz="500"/>
            </a:lvl7pPr>
            <a:lvl8pPr marL="1841794" indent="0">
              <a:buNone/>
              <a:defRPr sz="500"/>
            </a:lvl8pPr>
            <a:lvl9pPr marL="2104908" indent="0">
              <a:buNone/>
              <a:defRPr sz="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10/08/2022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372" y="3731578"/>
            <a:ext cx="4537710" cy="440534"/>
          </a:xfrm>
        </p:spPr>
        <p:txBody>
          <a:bodyPr anchor="b"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482372" y="476319"/>
            <a:ext cx="4537710" cy="3198495"/>
          </a:xfrm>
        </p:spPr>
        <p:txBody>
          <a:bodyPr/>
          <a:lstStyle>
            <a:lvl1pPr marL="0" indent="0">
              <a:buNone/>
              <a:defRPr sz="1800"/>
            </a:lvl1pPr>
            <a:lvl2pPr marL="263113" indent="0">
              <a:buNone/>
              <a:defRPr sz="1600"/>
            </a:lvl2pPr>
            <a:lvl3pPr marL="526227" indent="0">
              <a:buNone/>
              <a:defRPr sz="1400"/>
            </a:lvl3pPr>
            <a:lvl4pPr marL="789341" indent="0">
              <a:buNone/>
              <a:defRPr sz="1200"/>
            </a:lvl4pPr>
            <a:lvl5pPr marL="1052454" indent="0">
              <a:buNone/>
              <a:defRPr sz="1200"/>
            </a:lvl5pPr>
            <a:lvl6pPr marL="1315568" indent="0">
              <a:buNone/>
              <a:defRPr sz="1200"/>
            </a:lvl6pPr>
            <a:lvl7pPr marL="1578681" indent="0">
              <a:buNone/>
              <a:defRPr sz="1200"/>
            </a:lvl7pPr>
            <a:lvl8pPr marL="1841794" indent="0">
              <a:buNone/>
              <a:defRPr sz="1200"/>
            </a:lvl8pPr>
            <a:lvl9pPr marL="2104908" indent="0">
              <a:buNone/>
              <a:defRPr sz="1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372" y="4172112"/>
            <a:ext cx="4537710" cy="625631"/>
          </a:xfrm>
        </p:spPr>
        <p:txBody>
          <a:bodyPr/>
          <a:lstStyle>
            <a:lvl1pPr marL="0" indent="0">
              <a:buNone/>
              <a:defRPr sz="800"/>
            </a:lvl1pPr>
            <a:lvl2pPr marL="263113" indent="0">
              <a:buNone/>
              <a:defRPr sz="700"/>
            </a:lvl2pPr>
            <a:lvl3pPr marL="526227" indent="0">
              <a:buNone/>
              <a:defRPr sz="600"/>
            </a:lvl3pPr>
            <a:lvl4pPr marL="789341" indent="0">
              <a:buNone/>
              <a:defRPr sz="500"/>
            </a:lvl4pPr>
            <a:lvl5pPr marL="1052454" indent="0">
              <a:buNone/>
              <a:defRPr sz="500"/>
            </a:lvl5pPr>
            <a:lvl6pPr marL="1315568" indent="0">
              <a:buNone/>
              <a:defRPr sz="500"/>
            </a:lvl6pPr>
            <a:lvl7pPr marL="1578681" indent="0">
              <a:buNone/>
              <a:defRPr sz="500"/>
            </a:lvl7pPr>
            <a:lvl8pPr marL="1841794" indent="0">
              <a:buNone/>
              <a:defRPr sz="500"/>
            </a:lvl8pPr>
            <a:lvl9pPr marL="2104908" indent="0">
              <a:buNone/>
              <a:defRPr sz="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10/08/2022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10/08/2022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39989" y="213483"/>
            <a:ext cx="1843445" cy="45484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09657" y="213483"/>
            <a:ext cx="5404287" cy="45484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10/08/2022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8143" y="213480"/>
            <a:ext cx="6806565" cy="888471"/>
          </a:xfrm>
          <a:prstGeom prst="rect">
            <a:avLst/>
          </a:prstGeom>
        </p:spPr>
        <p:txBody>
          <a:bodyPr vert="horz" lIns="52622" tIns="26311" rIns="52622" bIns="26311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8143" y="1243861"/>
            <a:ext cx="6806565" cy="3518098"/>
          </a:xfrm>
          <a:prstGeom prst="rect">
            <a:avLst/>
          </a:prstGeom>
        </p:spPr>
        <p:txBody>
          <a:bodyPr vert="horz" lIns="52622" tIns="26311" rIns="52622" bIns="26311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78142" y="4940888"/>
            <a:ext cx="1764665" cy="283817"/>
          </a:xfrm>
          <a:prstGeom prst="rect">
            <a:avLst/>
          </a:prstGeom>
        </p:spPr>
        <p:txBody>
          <a:bodyPr vert="horz" lIns="52622" tIns="26311" rIns="52622" bIns="26311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10/08/2022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3974" y="4940888"/>
            <a:ext cx="2394903" cy="283817"/>
          </a:xfrm>
          <a:prstGeom prst="rect">
            <a:avLst/>
          </a:prstGeom>
        </p:spPr>
        <p:txBody>
          <a:bodyPr vert="horz" lIns="52622" tIns="26311" rIns="52622" bIns="26311" rtlCol="0" anchor="ctr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20043" y="4940888"/>
            <a:ext cx="1764665" cy="283817"/>
          </a:xfrm>
          <a:prstGeom prst="rect">
            <a:avLst/>
          </a:prstGeom>
        </p:spPr>
        <p:txBody>
          <a:bodyPr vert="horz" lIns="52622" tIns="26311" rIns="52622" bIns="26311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526227" rtl="0" eaLnBrk="1" latinLnBrk="0" hangingPunct="1">
        <a:spcBef>
          <a:spcPct val="0"/>
        </a:spcBef>
        <a:buNone/>
        <a:defRPr sz="2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7335" indent="-197335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27559" indent="-164446" algn="l" defTabSz="526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57784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20897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84011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447125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710238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973351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236465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263113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26227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789341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052454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15568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578681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841794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2104908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2" Type="http://schemas.openxmlformats.org/officeDocument/2006/relationships/image" Target="../media/image1.png"/>
<Relationship Id="rId1" Type="http://schemas.openxmlformats.org/officeDocument/2006/relationships/slideLayout" Target="../slideLayouts/slideLayout7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1495425" y="1293812"/>
            <a:ext cx="4572000" cy="2743200"/>
            <a:chOff x="1495425" y="1293812"/>
            <a:chExt cx="4572000" cy="2743200"/>
          </a:xfrm>
        </p:grpSpPr>
        <p:sp>
          <p:nvSpPr>
            <p:cNvPr id="3" name="rc3"/>
            <p:cNvSpPr/>
            <p:nvPr/>
          </p:nvSpPr>
          <p:spPr>
            <a:xfrm>
              <a:off x="1495425" y="1293812"/>
              <a:ext cx="4572000" cy="2743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1495425" y="1293812"/>
              <a:ext cx="4572000" cy="2743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1938842" y="1708299"/>
              <a:ext cx="3079597" cy="1992689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1938842" y="3507027"/>
              <a:ext cx="3079597" cy="0"/>
            </a:xfrm>
            <a:custGeom>
              <a:avLst/>
              <a:gdLst/>
              <a:ahLst/>
              <a:cxnLst/>
              <a:rect l="0" t="0" r="0" b="0"/>
              <a:pathLst>
                <a:path w="3079597">
                  <a:moveTo>
                    <a:pt x="0" y="0"/>
                  </a:moveTo>
                  <a:lnTo>
                    <a:pt x="3079597" y="0"/>
                  </a:lnTo>
                  <a:lnTo>
                    <a:pt x="30795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1938842" y="3109071"/>
              <a:ext cx="3079597" cy="0"/>
            </a:xfrm>
            <a:custGeom>
              <a:avLst/>
              <a:gdLst/>
              <a:ahLst/>
              <a:cxnLst/>
              <a:rect l="0" t="0" r="0" b="0"/>
              <a:pathLst>
                <a:path w="3079597">
                  <a:moveTo>
                    <a:pt x="0" y="0"/>
                  </a:moveTo>
                  <a:lnTo>
                    <a:pt x="3079597" y="0"/>
                  </a:lnTo>
                  <a:lnTo>
                    <a:pt x="30795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1938842" y="2711116"/>
              <a:ext cx="3079597" cy="0"/>
            </a:xfrm>
            <a:custGeom>
              <a:avLst/>
              <a:gdLst/>
              <a:ahLst/>
              <a:cxnLst/>
              <a:rect l="0" t="0" r="0" b="0"/>
              <a:pathLst>
                <a:path w="3079597">
                  <a:moveTo>
                    <a:pt x="0" y="0"/>
                  </a:moveTo>
                  <a:lnTo>
                    <a:pt x="3079597" y="0"/>
                  </a:lnTo>
                  <a:lnTo>
                    <a:pt x="30795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1938842" y="2313160"/>
              <a:ext cx="3079597" cy="0"/>
            </a:xfrm>
            <a:custGeom>
              <a:avLst/>
              <a:gdLst/>
              <a:ahLst/>
              <a:cxnLst/>
              <a:rect l="0" t="0" r="0" b="0"/>
              <a:pathLst>
                <a:path w="3079597">
                  <a:moveTo>
                    <a:pt x="0" y="0"/>
                  </a:moveTo>
                  <a:lnTo>
                    <a:pt x="3079597" y="0"/>
                  </a:lnTo>
                  <a:lnTo>
                    <a:pt x="30795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1938842" y="1915205"/>
              <a:ext cx="3079597" cy="0"/>
            </a:xfrm>
            <a:custGeom>
              <a:avLst/>
              <a:gdLst/>
              <a:ahLst/>
              <a:cxnLst/>
              <a:rect l="0" t="0" r="0" b="0"/>
              <a:pathLst>
                <a:path w="3079597">
                  <a:moveTo>
                    <a:pt x="0" y="0"/>
                  </a:moveTo>
                  <a:lnTo>
                    <a:pt x="3079597" y="0"/>
                  </a:lnTo>
                  <a:lnTo>
                    <a:pt x="30795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2428778" y="1708299"/>
              <a:ext cx="0" cy="1992689"/>
            </a:xfrm>
            <a:custGeom>
              <a:avLst/>
              <a:gdLst/>
              <a:ahLst/>
              <a:cxnLst/>
              <a:rect l="0" t="0" r="0" b="0"/>
              <a:pathLst>
                <a:path h="1992689">
                  <a:moveTo>
                    <a:pt x="0" y="199268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3128686" y="1708299"/>
              <a:ext cx="0" cy="1992689"/>
            </a:xfrm>
            <a:custGeom>
              <a:avLst/>
              <a:gdLst/>
              <a:ahLst/>
              <a:cxnLst/>
              <a:rect l="0" t="0" r="0" b="0"/>
              <a:pathLst>
                <a:path h="1992689">
                  <a:moveTo>
                    <a:pt x="0" y="199268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3828595" y="1708299"/>
              <a:ext cx="0" cy="1992689"/>
            </a:xfrm>
            <a:custGeom>
              <a:avLst/>
              <a:gdLst/>
              <a:ahLst/>
              <a:cxnLst/>
              <a:rect l="0" t="0" r="0" b="0"/>
              <a:pathLst>
                <a:path h="1992689">
                  <a:moveTo>
                    <a:pt x="0" y="199268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4528503" y="1708299"/>
              <a:ext cx="0" cy="1992689"/>
            </a:xfrm>
            <a:custGeom>
              <a:avLst/>
              <a:gdLst/>
              <a:ahLst/>
              <a:cxnLst/>
              <a:rect l="0" t="0" r="0" b="0"/>
              <a:pathLst>
                <a:path h="1992689">
                  <a:moveTo>
                    <a:pt x="0" y="199268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1938842" y="3308049"/>
              <a:ext cx="3079597" cy="0"/>
            </a:xfrm>
            <a:custGeom>
              <a:avLst/>
              <a:gdLst/>
              <a:ahLst/>
              <a:cxnLst/>
              <a:rect l="0" t="0" r="0" b="0"/>
              <a:pathLst>
                <a:path w="3079597">
                  <a:moveTo>
                    <a:pt x="0" y="0"/>
                  </a:moveTo>
                  <a:lnTo>
                    <a:pt x="3079597" y="0"/>
                  </a:lnTo>
                  <a:lnTo>
                    <a:pt x="30795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1938842" y="2910094"/>
              <a:ext cx="3079597" cy="0"/>
            </a:xfrm>
            <a:custGeom>
              <a:avLst/>
              <a:gdLst/>
              <a:ahLst/>
              <a:cxnLst/>
              <a:rect l="0" t="0" r="0" b="0"/>
              <a:pathLst>
                <a:path w="3079597">
                  <a:moveTo>
                    <a:pt x="0" y="0"/>
                  </a:moveTo>
                  <a:lnTo>
                    <a:pt x="3079597" y="0"/>
                  </a:lnTo>
                  <a:lnTo>
                    <a:pt x="30795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1938842" y="2512138"/>
              <a:ext cx="3079597" cy="0"/>
            </a:xfrm>
            <a:custGeom>
              <a:avLst/>
              <a:gdLst/>
              <a:ahLst/>
              <a:cxnLst/>
              <a:rect l="0" t="0" r="0" b="0"/>
              <a:pathLst>
                <a:path w="3079597">
                  <a:moveTo>
                    <a:pt x="0" y="0"/>
                  </a:moveTo>
                  <a:lnTo>
                    <a:pt x="3079597" y="0"/>
                  </a:lnTo>
                  <a:lnTo>
                    <a:pt x="30795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1938842" y="2114183"/>
              <a:ext cx="3079597" cy="0"/>
            </a:xfrm>
            <a:custGeom>
              <a:avLst/>
              <a:gdLst/>
              <a:ahLst/>
              <a:cxnLst/>
              <a:rect l="0" t="0" r="0" b="0"/>
              <a:pathLst>
                <a:path w="3079597">
                  <a:moveTo>
                    <a:pt x="0" y="0"/>
                  </a:moveTo>
                  <a:lnTo>
                    <a:pt x="3079597" y="0"/>
                  </a:lnTo>
                  <a:lnTo>
                    <a:pt x="30795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l19"/>
            <p:cNvSpPr/>
            <p:nvPr/>
          </p:nvSpPr>
          <p:spPr>
            <a:xfrm>
              <a:off x="1938842" y="1716227"/>
              <a:ext cx="3079597" cy="0"/>
            </a:xfrm>
            <a:custGeom>
              <a:avLst/>
              <a:gdLst/>
              <a:ahLst/>
              <a:cxnLst/>
              <a:rect l="0" t="0" r="0" b="0"/>
              <a:pathLst>
                <a:path w="3079597">
                  <a:moveTo>
                    <a:pt x="0" y="0"/>
                  </a:moveTo>
                  <a:lnTo>
                    <a:pt x="3079597" y="0"/>
                  </a:lnTo>
                  <a:lnTo>
                    <a:pt x="30795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l20"/>
            <p:cNvSpPr/>
            <p:nvPr/>
          </p:nvSpPr>
          <p:spPr>
            <a:xfrm>
              <a:off x="2078823" y="1708299"/>
              <a:ext cx="0" cy="1992689"/>
            </a:xfrm>
            <a:custGeom>
              <a:avLst/>
              <a:gdLst/>
              <a:ahLst/>
              <a:cxnLst/>
              <a:rect l="0" t="0" r="0" b="0"/>
              <a:pathLst>
                <a:path h="1992689">
                  <a:moveTo>
                    <a:pt x="0" y="199268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l21"/>
            <p:cNvSpPr/>
            <p:nvPr/>
          </p:nvSpPr>
          <p:spPr>
            <a:xfrm>
              <a:off x="2778732" y="1708299"/>
              <a:ext cx="0" cy="1992689"/>
            </a:xfrm>
            <a:custGeom>
              <a:avLst/>
              <a:gdLst/>
              <a:ahLst/>
              <a:cxnLst/>
              <a:rect l="0" t="0" r="0" b="0"/>
              <a:pathLst>
                <a:path h="1992689">
                  <a:moveTo>
                    <a:pt x="0" y="199268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l22"/>
            <p:cNvSpPr/>
            <p:nvPr/>
          </p:nvSpPr>
          <p:spPr>
            <a:xfrm>
              <a:off x="3478641" y="1708299"/>
              <a:ext cx="0" cy="1992689"/>
            </a:xfrm>
            <a:custGeom>
              <a:avLst/>
              <a:gdLst/>
              <a:ahLst/>
              <a:cxnLst/>
              <a:rect l="0" t="0" r="0" b="0"/>
              <a:pathLst>
                <a:path h="1992689">
                  <a:moveTo>
                    <a:pt x="0" y="199268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l23"/>
            <p:cNvSpPr/>
            <p:nvPr/>
          </p:nvSpPr>
          <p:spPr>
            <a:xfrm>
              <a:off x="4178549" y="1708299"/>
              <a:ext cx="0" cy="1992689"/>
            </a:xfrm>
            <a:custGeom>
              <a:avLst/>
              <a:gdLst/>
              <a:ahLst/>
              <a:cxnLst/>
              <a:rect l="0" t="0" r="0" b="0"/>
              <a:pathLst>
                <a:path h="1992689">
                  <a:moveTo>
                    <a:pt x="0" y="199268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l24"/>
            <p:cNvSpPr/>
            <p:nvPr/>
          </p:nvSpPr>
          <p:spPr>
            <a:xfrm>
              <a:off x="4878458" y="1708299"/>
              <a:ext cx="0" cy="1992689"/>
            </a:xfrm>
            <a:custGeom>
              <a:avLst/>
              <a:gdLst/>
              <a:ahLst/>
              <a:cxnLst/>
              <a:rect l="0" t="0" r="0" b="0"/>
              <a:pathLst>
                <a:path h="1992689">
                  <a:moveTo>
                    <a:pt x="0" y="199268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2109622" y="2933716"/>
              <a:ext cx="31868" cy="31868"/>
            </a:xfrm>
            <a:prstGeom prst="ellipse">
              <a:avLst/>
            </a:prstGeom>
            <a:solidFill>
              <a:srgbClr val="FFD292">
                <a:alpha val="24705"/>
              </a:srgbClr>
            </a:solidFill>
            <a:ln w="9000" cap="rnd">
              <a:solidFill>
                <a:srgbClr val="FFD292">
                  <a:alpha val="2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2110889" y="3041174"/>
              <a:ext cx="59003" cy="59003"/>
            </a:xfrm>
            <a:prstGeom prst="ellipse">
              <a:avLst/>
            </a:prstGeom>
            <a:solidFill>
              <a:srgbClr val="FFBC5B">
                <a:alpha val="32156"/>
              </a:srgbClr>
            </a:solidFill>
            <a:ln w="9000" cap="rnd">
              <a:solidFill>
                <a:srgbClr val="FFBC5B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2063449" y="3319716"/>
              <a:ext cx="49780" cy="49780"/>
            </a:xfrm>
            <a:prstGeom prst="ellipse">
              <a:avLst/>
            </a:prstGeom>
            <a:solidFill>
              <a:srgbClr val="FFC470">
                <a:alpha val="29411"/>
              </a:srgbClr>
            </a:solidFill>
            <a:ln w="9000" cap="rnd">
              <a:solidFill>
                <a:srgbClr val="FFC470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2117764" y="3317388"/>
              <a:ext cx="54436" cy="54436"/>
            </a:xfrm>
            <a:prstGeom prst="ellipse">
              <a:avLst/>
            </a:prstGeom>
            <a:solidFill>
              <a:srgbClr val="FFC776">
                <a:alpha val="28627"/>
              </a:srgbClr>
            </a:solidFill>
            <a:ln w="9000" cap="rnd">
              <a:solidFill>
                <a:srgbClr val="FFC776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2061389" y="3288155"/>
              <a:ext cx="52429" cy="52429"/>
            </a:xfrm>
            <a:prstGeom prst="ellipse">
              <a:avLst/>
            </a:prstGeom>
            <a:solidFill>
              <a:srgbClr val="FFCF8C">
                <a:alpha val="25490"/>
              </a:srgbClr>
            </a:solidFill>
            <a:ln w="9000" cap="rnd">
              <a:solidFill>
                <a:srgbClr val="FFCF8C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t30"/>
            <p:cNvSpPr/>
            <p:nvPr/>
          </p:nvSpPr>
          <p:spPr>
            <a:xfrm>
              <a:off x="2117764" y="3287152"/>
              <a:ext cx="54436" cy="54436"/>
            </a:xfrm>
            <a:prstGeom prst="ellipse">
              <a:avLst/>
            </a:prstGeom>
            <a:solidFill>
              <a:srgbClr val="FFD396">
                <a:alpha val="24313"/>
              </a:srgbClr>
            </a:solidFill>
            <a:ln w="9000" cap="rnd">
              <a:solidFill>
                <a:srgbClr val="FFD396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t31"/>
            <p:cNvSpPr/>
            <p:nvPr/>
          </p:nvSpPr>
          <p:spPr>
            <a:xfrm>
              <a:off x="2071404" y="3218200"/>
              <a:ext cx="55405" cy="55405"/>
            </a:xfrm>
            <a:prstGeom prst="ellipse">
              <a:avLst/>
            </a:prstGeom>
            <a:solidFill>
              <a:srgbClr val="FFC168">
                <a:alpha val="30588"/>
              </a:srgbClr>
            </a:solidFill>
            <a:ln w="9000" cap="rnd">
              <a:solidFill>
                <a:srgbClr val="FFC168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t32"/>
            <p:cNvSpPr/>
            <p:nvPr/>
          </p:nvSpPr>
          <p:spPr>
            <a:xfrm>
              <a:off x="2117521" y="3218441"/>
              <a:ext cx="54922" cy="54922"/>
            </a:xfrm>
            <a:prstGeom prst="ellipse">
              <a:avLst/>
            </a:prstGeom>
            <a:solidFill>
              <a:srgbClr val="FFC470">
                <a:alpha val="29411"/>
              </a:srgbClr>
            </a:solidFill>
            <a:ln w="9000" cap="rnd">
              <a:solidFill>
                <a:srgbClr val="FFC470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t33"/>
            <p:cNvSpPr/>
            <p:nvPr/>
          </p:nvSpPr>
          <p:spPr>
            <a:xfrm>
              <a:off x="2063529" y="3100955"/>
              <a:ext cx="45146" cy="45146"/>
            </a:xfrm>
            <a:prstGeom prst="ellipse">
              <a:avLst/>
            </a:prstGeom>
            <a:solidFill>
              <a:srgbClr val="FFDAA6">
                <a:alpha val="21960"/>
              </a:srgbClr>
            </a:solidFill>
            <a:ln w="9000" cap="rnd">
              <a:solidFill>
                <a:srgbClr val="FFDAA6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2100665" y="3095517"/>
              <a:ext cx="56025" cy="56025"/>
            </a:xfrm>
            <a:prstGeom prst="ellipse">
              <a:avLst/>
            </a:prstGeom>
            <a:solidFill>
              <a:srgbClr val="FFD59A">
                <a:alpha val="23921"/>
              </a:srgbClr>
            </a:solidFill>
            <a:ln w="9000" cap="rnd">
              <a:solidFill>
                <a:srgbClr val="FFD59A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2130006" y="2624555"/>
              <a:ext cx="42410" cy="42410"/>
            </a:xfrm>
            <a:prstGeom prst="ellipse">
              <a:avLst/>
            </a:prstGeom>
            <a:solidFill>
              <a:srgbClr val="FFBE60">
                <a:alpha val="31372"/>
              </a:srgbClr>
            </a:solidFill>
            <a:ln w="9000" cap="rnd">
              <a:solidFill>
                <a:srgbClr val="FFBE60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2130906" y="2516212"/>
              <a:ext cx="35992" cy="35992"/>
            </a:xfrm>
            <a:prstGeom prst="ellipse">
              <a:avLst/>
            </a:prstGeom>
            <a:solidFill>
              <a:srgbClr val="FFD497">
                <a:alpha val="24313"/>
              </a:srgbClr>
            </a:solidFill>
            <a:ln w="9000" cap="rnd">
              <a:solidFill>
                <a:srgbClr val="FFD497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2142670" y="2567082"/>
              <a:ext cx="45009" cy="45009"/>
            </a:xfrm>
            <a:prstGeom prst="ellipse">
              <a:avLst/>
            </a:prstGeom>
            <a:solidFill>
              <a:srgbClr val="FFDAA6">
                <a:alpha val="21960"/>
              </a:srgbClr>
            </a:solidFill>
            <a:ln w="9000" cap="rnd">
              <a:solidFill>
                <a:srgbClr val="FFDAA6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2147944" y="2522194"/>
              <a:ext cx="39150" cy="39150"/>
            </a:xfrm>
            <a:prstGeom prst="ellipse">
              <a:avLst/>
            </a:prstGeom>
            <a:solidFill>
              <a:srgbClr val="FFE5C1">
                <a:alpha val="18431"/>
              </a:srgbClr>
            </a:solidFill>
            <a:ln w="9000" cap="rnd">
              <a:solidFill>
                <a:srgbClr val="FFE5C1">
                  <a:alpha val="1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2142440" y="2776291"/>
              <a:ext cx="50158" cy="50158"/>
            </a:xfrm>
            <a:prstGeom prst="ellipse">
              <a:avLst/>
            </a:prstGeom>
            <a:solidFill>
              <a:srgbClr val="FFE6C2">
                <a:alpha val="18039"/>
              </a:srgbClr>
            </a:solidFill>
            <a:ln w="9000" cap="rnd">
              <a:solidFill>
                <a:srgbClr val="FFE6C2">
                  <a:alpha val="1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2139332" y="3528812"/>
              <a:ext cx="51684" cy="51684"/>
            </a:xfrm>
            <a:prstGeom prst="ellipse">
              <a:avLst/>
            </a:prstGeom>
            <a:solidFill>
              <a:srgbClr val="FFE1B8">
                <a:alpha val="19607"/>
              </a:srgbClr>
            </a:solidFill>
            <a:ln w="9000" cap="rnd">
              <a:solidFill>
                <a:srgbClr val="FFE1B8">
                  <a:alpha val="1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2142670" y="3422236"/>
              <a:ext cx="45009" cy="45009"/>
            </a:xfrm>
            <a:prstGeom prst="ellipse">
              <a:avLst/>
            </a:prstGeom>
            <a:solidFill>
              <a:srgbClr val="FFE0B6">
                <a:alpha val="20000"/>
              </a:srgbClr>
            </a:solidFill>
            <a:ln w="9000" cap="rnd">
              <a:solidFill>
                <a:srgbClr val="FFE0B6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2144057" y="3401405"/>
              <a:ext cx="51684" cy="51684"/>
            </a:xfrm>
            <a:prstGeom prst="ellipse">
              <a:avLst/>
            </a:prstGeom>
            <a:solidFill>
              <a:srgbClr val="FFE6C4">
                <a:alpha val="18039"/>
              </a:srgbClr>
            </a:solidFill>
            <a:ln w="9000" cap="rnd">
              <a:solidFill>
                <a:srgbClr val="FFE6C4">
                  <a:alpha val="1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2147944" y="3318601"/>
              <a:ext cx="48598" cy="48598"/>
            </a:xfrm>
            <a:prstGeom prst="ellipse">
              <a:avLst/>
            </a:prstGeom>
            <a:solidFill>
              <a:srgbClr val="FFE1B8">
                <a:alpha val="19607"/>
              </a:srgbClr>
            </a:solidFill>
            <a:ln w="9000" cap="rnd">
              <a:solidFill>
                <a:srgbClr val="FFE1B8">
                  <a:alpha val="1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2148221" y="3311645"/>
              <a:ext cx="43357" cy="43357"/>
            </a:xfrm>
            <a:prstGeom prst="ellipse">
              <a:avLst/>
            </a:prstGeom>
            <a:solidFill>
              <a:srgbClr val="FFECD0">
                <a:alpha val="16470"/>
              </a:srgbClr>
            </a:solidFill>
            <a:ln w="9000" cap="rnd">
              <a:solidFill>
                <a:srgbClr val="FFECD0">
                  <a:alpha val="1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2147153" y="3266677"/>
              <a:ext cx="50182" cy="50182"/>
            </a:xfrm>
            <a:prstGeom prst="ellipse">
              <a:avLst/>
            </a:prstGeom>
            <a:solidFill>
              <a:srgbClr val="FFD08D">
                <a:alpha val="25490"/>
              </a:srgbClr>
            </a:solidFill>
            <a:ln w="9000" cap="rnd">
              <a:solidFill>
                <a:srgbClr val="FFD08D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2142670" y="3227787"/>
              <a:ext cx="45009" cy="45009"/>
            </a:xfrm>
            <a:prstGeom prst="ellipse">
              <a:avLst/>
            </a:prstGeom>
            <a:solidFill>
              <a:srgbClr val="FFCD87">
                <a:alpha val="26274"/>
              </a:srgbClr>
            </a:solidFill>
            <a:ln w="9000" cap="rnd">
              <a:solidFill>
                <a:srgbClr val="FFCD87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2140875" y="3198860"/>
              <a:ext cx="48598" cy="48598"/>
            </a:xfrm>
            <a:prstGeom prst="ellipse">
              <a:avLst/>
            </a:prstGeom>
            <a:solidFill>
              <a:srgbClr val="FFD498">
                <a:alpha val="23921"/>
              </a:srgbClr>
            </a:solidFill>
            <a:ln w="9000" cap="rnd">
              <a:solidFill>
                <a:srgbClr val="FFD498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2146401" y="3179919"/>
              <a:ext cx="51684" cy="51684"/>
            </a:xfrm>
            <a:prstGeom prst="ellipse">
              <a:avLst/>
            </a:prstGeom>
            <a:solidFill>
              <a:srgbClr val="FFD9A4">
                <a:alpha val="22352"/>
              </a:srgbClr>
            </a:solidFill>
            <a:ln w="9000" cap="rnd">
              <a:solidFill>
                <a:srgbClr val="FFD9A4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2148221" y="3061301"/>
              <a:ext cx="43357" cy="43357"/>
            </a:xfrm>
            <a:prstGeom prst="ellipse">
              <a:avLst/>
            </a:prstGeom>
            <a:solidFill>
              <a:srgbClr val="FFC87A">
                <a:alpha val="28235"/>
              </a:srgbClr>
            </a:solidFill>
            <a:ln w="9000" cap="rnd">
              <a:solidFill>
                <a:srgbClr val="FFC87A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2139641" y="3040194"/>
              <a:ext cx="51067" cy="51067"/>
            </a:xfrm>
            <a:prstGeom prst="ellipse">
              <a:avLst/>
            </a:prstGeom>
            <a:solidFill>
              <a:srgbClr val="FFB13B">
                <a:alpha val="36078"/>
              </a:srgbClr>
            </a:solidFill>
            <a:ln w="9000" cap="rnd">
              <a:solidFill>
                <a:srgbClr val="FFB13B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2147928" y="3036279"/>
              <a:ext cx="39182" cy="39182"/>
            </a:xfrm>
            <a:prstGeom prst="ellipse">
              <a:avLst/>
            </a:prstGeom>
            <a:solidFill>
              <a:srgbClr val="FFB851">
                <a:alpha val="33333"/>
              </a:srgbClr>
            </a:solidFill>
            <a:ln w="9000" cap="rnd">
              <a:solidFill>
                <a:srgbClr val="FFB851">
                  <a:alpha val="3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2143581" y="2969187"/>
              <a:ext cx="43187" cy="43187"/>
            </a:xfrm>
            <a:prstGeom prst="ellipse">
              <a:avLst/>
            </a:prstGeom>
            <a:solidFill>
              <a:srgbClr val="FFCB82">
                <a:alpha val="27058"/>
              </a:srgbClr>
            </a:solidFill>
            <a:ln w="9000" cap="rnd">
              <a:solidFill>
                <a:srgbClr val="FFCB82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2147928" y="2970965"/>
              <a:ext cx="39182" cy="39182"/>
            </a:xfrm>
            <a:prstGeom prst="ellipse">
              <a:avLst/>
            </a:prstGeom>
            <a:solidFill>
              <a:srgbClr val="FFD396">
                <a:alpha val="24313"/>
              </a:srgbClr>
            </a:solidFill>
            <a:ln w="9000" cap="rnd">
              <a:solidFill>
                <a:srgbClr val="FFD396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2150308" y="2900874"/>
              <a:ext cx="39182" cy="39182"/>
            </a:xfrm>
            <a:prstGeom prst="ellipse">
              <a:avLst/>
            </a:prstGeom>
            <a:solidFill>
              <a:srgbClr val="FFD59A">
                <a:alpha val="23529"/>
              </a:srgbClr>
            </a:solidFill>
            <a:ln w="9000" cap="rnd">
              <a:solidFill>
                <a:srgbClr val="FFD59A">
                  <a:alpha val="2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2145014" y="2885288"/>
              <a:ext cx="45009" cy="45009"/>
            </a:xfrm>
            <a:prstGeom prst="ellipse">
              <a:avLst/>
            </a:prstGeom>
            <a:solidFill>
              <a:srgbClr val="FFCD86">
                <a:alpha val="26274"/>
              </a:srgbClr>
            </a:solidFill>
            <a:ln w="9000" cap="rnd">
              <a:solidFill>
                <a:srgbClr val="FFCD86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t56"/>
            <p:cNvSpPr/>
            <p:nvPr/>
          </p:nvSpPr>
          <p:spPr>
            <a:xfrm>
              <a:off x="2148221" y="2817896"/>
              <a:ext cx="43357" cy="43357"/>
            </a:xfrm>
            <a:prstGeom prst="ellipse">
              <a:avLst/>
            </a:prstGeom>
            <a:solidFill>
              <a:srgbClr val="FFE5C2">
                <a:alpha val="18431"/>
              </a:srgbClr>
            </a:solidFill>
            <a:ln w="9000" cap="rnd">
              <a:solidFill>
                <a:srgbClr val="FFE5C2">
                  <a:alpha val="1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t57"/>
            <p:cNvSpPr/>
            <p:nvPr/>
          </p:nvSpPr>
          <p:spPr>
            <a:xfrm>
              <a:off x="2137255" y="2811293"/>
              <a:ext cx="55839" cy="55839"/>
            </a:xfrm>
            <a:prstGeom prst="ellipse">
              <a:avLst/>
            </a:prstGeom>
            <a:solidFill>
              <a:srgbClr val="FFDCAB">
                <a:alpha val="21568"/>
              </a:srgbClr>
            </a:solidFill>
            <a:ln w="9000" cap="rnd">
              <a:solidFill>
                <a:srgbClr val="FFDCAB">
                  <a:alpha val="2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t58"/>
            <p:cNvSpPr/>
            <p:nvPr/>
          </p:nvSpPr>
          <p:spPr>
            <a:xfrm>
              <a:off x="2147944" y="2802102"/>
              <a:ext cx="48598" cy="48598"/>
            </a:xfrm>
            <a:prstGeom prst="ellipse">
              <a:avLst/>
            </a:prstGeom>
            <a:solidFill>
              <a:srgbClr val="FFD69D">
                <a:alpha val="23137"/>
              </a:srgbClr>
            </a:solidFill>
            <a:ln w="9000" cap="rnd">
              <a:solidFill>
                <a:srgbClr val="FFD69D">
                  <a:alpha val="2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t59"/>
            <p:cNvSpPr/>
            <p:nvPr/>
          </p:nvSpPr>
          <p:spPr>
            <a:xfrm>
              <a:off x="2137255" y="2741366"/>
              <a:ext cx="55839" cy="55839"/>
            </a:xfrm>
            <a:prstGeom prst="ellipse">
              <a:avLst/>
            </a:prstGeom>
            <a:solidFill>
              <a:srgbClr val="FFB851">
                <a:alpha val="33333"/>
              </a:srgbClr>
            </a:solidFill>
            <a:ln w="9000" cap="rnd">
              <a:solidFill>
                <a:srgbClr val="FFB851">
                  <a:alpha val="3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t60"/>
            <p:cNvSpPr/>
            <p:nvPr/>
          </p:nvSpPr>
          <p:spPr>
            <a:xfrm>
              <a:off x="2141803" y="2733511"/>
              <a:ext cx="46744" cy="46744"/>
            </a:xfrm>
            <a:prstGeom prst="ellipse">
              <a:avLst/>
            </a:prstGeom>
            <a:solidFill>
              <a:srgbClr val="FFE6C2">
                <a:alpha val="18039"/>
              </a:srgbClr>
            </a:solidFill>
            <a:ln w="9000" cap="rnd">
              <a:solidFill>
                <a:srgbClr val="FFE6C2">
                  <a:alpha val="1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t61"/>
            <p:cNvSpPr/>
            <p:nvPr/>
          </p:nvSpPr>
          <p:spPr>
            <a:xfrm>
              <a:off x="2115660" y="2597315"/>
              <a:ext cx="99029" cy="99029"/>
            </a:xfrm>
            <a:prstGeom prst="ellipse">
              <a:avLst/>
            </a:prstGeom>
            <a:solidFill>
              <a:srgbClr val="FFCD87">
                <a:alpha val="26274"/>
              </a:srgbClr>
            </a:solidFill>
            <a:ln w="9000" cap="rnd">
              <a:solidFill>
                <a:srgbClr val="FFCD87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t62"/>
            <p:cNvSpPr/>
            <p:nvPr/>
          </p:nvSpPr>
          <p:spPr>
            <a:xfrm>
              <a:off x="2144058" y="2568845"/>
              <a:ext cx="46923" cy="46923"/>
            </a:xfrm>
            <a:prstGeom prst="ellipse">
              <a:avLst/>
            </a:prstGeom>
            <a:solidFill>
              <a:srgbClr val="FFE9CB">
                <a:alpha val="17254"/>
              </a:srgbClr>
            </a:solidFill>
            <a:ln w="9000" cap="rnd">
              <a:solidFill>
                <a:srgbClr val="FFE9CB">
                  <a:alpha val="1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t63"/>
            <p:cNvSpPr/>
            <p:nvPr/>
          </p:nvSpPr>
          <p:spPr>
            <a:xfrm>
              <a:off x="2142670" y="2504382"/>
              <a:ext cx="45009" cy="45009"/>
            </a:xfrm>
            <a:prstGeom prst="ellipse">
              <a:avLst/>
            </a:prstGeom>
            <a:solidFill>
              <a:srgbClr val="FFE1B7">
                <a:alpha val="19607"/>
              </a:srgbClr>
            </a:solidFill>
            <a:ln w="9000" cap="rnd">
              <a:solidFill>
                <a:srgbClr val="FFE1B7">
                  <a:alpha val="1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t64"/>
            <p:cNvSpPr/>
            <p:nvPr/>
          </p:nvSpPr>
          <p:spPr>
            <a:xfrm>
              <a:off x="2142670" y="2389665"/>
              <a:ext cx="45009" cy="45009"/>
            </a:xfrm>
            <a:prstGeom prst="ellipse">
              <a:avLst/>
            </a:prstGeom>
            <a:solidFill>
              <a:srgbClr val="FFDDAC">
                <a:alpha val="21176"/>
              </a:srgbClr>
            </a:solidFill>
            <a:ln w="9000" cap="rnd">
              <a:solidFill>
                <a:srgbClr val="FFDDAC">
                  <a:alpha val="2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t65"/>
            <p:cNvSpPr/>
            <p:nvPr/>
          </p:nvSpPr>
          <p:spPr>
            <a:xfrm>
              <a:off x="2145612" y="2281023"/>
              <a:ext cx="48574" cy="48574"/>
            </a:xfrm>
            <a:prstGeom prst="ellipse">
              <a:avLst/>
            </a:prstGeom>
            <a:solidFill>
              <a:srgbClr val="FFD395">
                <a:alpha val="24313"/>
              </a:srgbClr>
            </a:solidFill>
            <a:ln w="9000" cap="rnd">
              <a:solidFill>
                <a:srgbClr val="FFD395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t66"/>
            <p:cNvSpPr/>
            <p:nvPr/>
          </p:nvSpPr>
          <p:spPr>
            <a:xfrm>
              <a:off x="2154965" y="2265960"/>
              <a:ext cx="39246" cy="39246"/>
            </a:xfrm>
            <a:prstGeom prst="ellipse">
              <a:avLst/>
            </a:prstGeom>
            <a:solidFill>
              <a:srgbClr val="FFE0B6">
                <a:alpha val="20000"/>
              </a:srgbClr>
            </a:solidFill>
            <a:ln w="9000" cap="rnd">
              <a:solidFill>
                <a:srgbClr val="FFE0B6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t67"/>
            <p:cNvSpPr/>
            <p:nvPr/>
          </p:nvSpPr>
          <p:spPr>
            <a:xfrm>
              <a:off x="2150308" y="2239482"/>
              <a:ext cx="39182" cy="39182"/>
            </a:xfrm>
            <a:prstGeom prst="ellipse">
              <a:avLst/>
            </a:prstGeom>
            <a:solidFill>
              <a:srgbClr val="FFF3E3">
                <a:alpha val="13725"/>
              </a:srgbClr>
            </a:solidFill>
            <a:ln w="9000" cap="rnd">
              <a:solidFill>
                <a:srgbClr val="FFF3E3">
                  <a:alpha val="1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t68"/>
            <p:cNvSpPr/>
            <p:nvPr/>
          </p:nvSpPr>
          <p:spPr>
            <a:xfrm>
              <a:off x="2145926" y="2214471"/>
              <a:ext cx="43187" cy="43187"/>
            </a:xfrm>
            <a:prstGeom prst="ellipse">
              <a:avLst/>
            </a:prstGeom>
            <a:solidFill>
              <a:srgbClr val="FFE4BE">
                <a:alpha val="18823"/>
              </a:srgbClr>
            </a:solidFill>
            <a:ln w="9000" cap="rnd">
              <a:solidFill>
                <a:srgbClr val="FFE4BE">
                  <a:alpha val="1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t69"/>
            <p:cNvSpPr/>
            <p:nvPr/>
          </p:nvSpPr>
          <p:spPr>
            <a:xfrm>
              <a:off x="2142440" y="3505707"/>
              <a:ext cx="50158" cy="50158"/>
            </a:xfrm>
            <a:prstGeom prst="ellipse">
              <a:avLst/>
            </a:prstGeom>
            <a:solidFill>
              <a:srgbClr val="FFDBA8">
                <a:alpha val="21960"/>
              </a:srgbClr>
            </a:solidFill>
            <a:ln w="9000" cap="rnd">
              <a:solidFill>
                <a:srgbClr val="FFDBA8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t70"/>
            <p:cNvSpPr/>
            <p:nvPr/>
          </p:nvSpPr>
          <p:spPr>
            <a:xfrm>
              <a:off x="2144122" y="3422904"/>
              <a:ext cx="46795" cy="46795"/>
            </a:xfrm>
            <a:prstGeom prst="ellipse">
              <a:avLst/>
            </a:prstGeom>
            <a:solidFill>
              <a:srgbClr val="FFAB29">
                <a:alpha val="37647"/>
              </a:srgbClr>
            </a:solidFill>
            <a:ln w="9000" cap="rnd">
              <a:solidFill>
                <a:srgbClr val="FFAB29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t71"/>
            <p:cNvSpPr/>
            <p:nvPr/>
          </p:nvSpPr>
          <p:spPr>
            <a:xfrm>
              <a:off x="2144122" y="3415150"/>
              <a:ext cx="46795" cy="46795"/>
            </a:xfrm>
            <a:prstGeom prst="ellipse">
              <a:avLst/>
            </a:prstGeom>
            <a:solidFill>
              <a:srgbClr val="FFE3BB">
                <a:alpha val="19215"/>
              </a:srgbClr>
            </a:solidFill>
            <a:ln w="9000" cap="rnd">
              <a:solidFill>
                <a:srgbClr val="FFE3BB">
                  <a:alpha val="1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t72"/>
            <p:cNvSpPr/>
            <p:nvPr/>
          </p:nvSpPr>
          <p:spPr>
            <a:xfrm>
              <a:off x="2149062" y="3386476"/>
              <a:ext cx="36913" cy="36913"/>
            </a:xfrm>
            <a:prstGeom prst="ellipse">
              <a:avLst/>
            </a:prstGeom>
            <a:solidFill>
              <a:srgbClr val="FFEDD4">
                <a:alpha val="15686"/>
              </a:srgbClr>
            </a:solidFill>
            <a:ln w="9000" cap="rnd">
              <a:solidFill>
                <a:srgbClr val="FFEDD4">
                  <a:alpha val="1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t73"/>
            <p:cNvSpPr/>
            <p:nvPr/>
          </p:nvSpPr>
          <p:spPr>
            <a:xfrm>
              <a:off x="2147367" y="3347343"/>
              <a:ext cx="45063" cy="45063"/>
            </a:xfrm>
            <a:prstGeom prst="ellipse">
              <a:avLst/>
            </a:prstGeom>
            <a:solidFill>
              <a:srgbClr val="FFDAA5">
                <a:alpha val="21960"/>
              </a:srgbClr>
            </a:solidFill>
            <a:ln w="9000" cap="rnd">
              <a:solidFill>
                <a:srgbClr val="FFDAA5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t74"/>
            <p:cNvSpPr/>
            <p:nvPr/>
          </p:nvSpPr>
          <p:spPr>
            <a:xfrm>
              <a:off x="2149253" y="3323766"/>
              <a:ext cx="41292" cy="41292"/>
            </a:xfrm>
            <a:prstGeom prst="ellipse">
              <a:avLst/>
            </a:prstGeom>
            <a:solidFill>
              <a:srgbClr val="FFDFB3">
                <a:alpha val="20392"/>
              </a:srgbClr>
            </a:solidFill>
            <a:ln w="9000" cap="rnd">
              <a:solidFill>
                <a:srgbClr val="FFDFB3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t75"/>
            <p:cNvSpPr/>
            <p:nvPr/>
          </p:nvSpPr>
          <p:spPr>
            <a:xfrm>
              <a:off x="2144122" y="3263883"/>
              <a:ext cx="46795" cy="46795"/>
            </a:xfrm>
            <a:prstGeom prst="ellipse">
              <a:avLst/>
            </a:prstGeom>
            <a:solidFill>
              <a:srgbClr val="FFE7C5">
                <a:alpha val="18039"/>
              </a:srgbClr>
            </a:solidFill>
            <a:ln w="9000" cap="rnd">
              <a:solidFill>
                <a:srgbClr val="FFE7C5">
                  <a:alpha val="1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t76"/>
            <p:cNvSpPr/>
            <p:nvPr/>
          </p:nvSpPr>
          <p:spPr>
            <a:xfrm>
              <a:off x="2141777" y="3244389"/>
              <a:ext cx="46795" cy="46795"/>
            </a:xfrm>
            <a:prstGeom prst="ellipse">
              <a:avLst/>
            </a:prstGeom>
            <a:solidFill>
              <a:srgbClr val="FFCC83">
                <a:alpha val="27058"/>
              </a:srgbClr>
            </a:solidFill>
            <a:ln w="9000" cap="rnd">
              <a:solidFill>
                <a:srgbClr val="FFCC83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t77"/>
            <p:cNvSpPr/>
            <p:nvPr/>
          </p:nvSpPr>
          <p:spPr>
            <a:xfrm>
              <a:off x="2133577" y="3175143"/>
              <a:ext cx="67884" cy="67884"/>
            </a:xfrm>
            <a:prstGeom prst="ellipse">
              <a:avLst/>
            </a:prstGeom>
            <a:solidFill>
              <a:srgbClr val="FFD499">
                <a:alpha val="23921"/>
              </a:srgbClr>
            </a:solidFill>
            <a:ln w="9000" cap="rnd">
              <a:solidFill>
                <a:srgbClr val="FFD499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t78"/>
            <p:cNvSpPr/>
            <p:nvPr/>
          </p:nvSpPr>
          <p:spPr>
            <a:xfrm>
              <a:off x="2141777" y="3158943"/>
              <a:ext cx="46795" cy="46795"/>
            </a:xfrm>
            <a:prstGeom prst="ellipse">
              <a:avLst/>
            </a:prstGeom>
            <a:solidFill>
              <a:srgbClr val="FFE7C6">
                <a:alpha val="17647"/>
              </a:srgbClr>
            </a:solidFill>
            <a:ln w="9000" cap="rnd">
              <a:solidFill>
                <a:srgbClr val="FFE7C6">
                  <a:alpha val="1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t79"/>
            <p:cNvSpPr/>
            <p:nvPr/>
          </p:nvSpPr>
          <p:spPr>
            <a:xfrm>
              <a:off x="2155955" y="3156131"/>
              <a:ext cx="51684" cy="51684"/>
            </a:xfrm>
            <a:prstGeom prst="ellipse">
              <a:avLst/>
            </a:prstGeom>
            <a:solidFill>
              <a:srgbClr val="FFA816">
                <a:alpha val="39215"/>
              </a:srgbClr>
            </a:solidFill>
            <a:ln w="9000" cap="rnd">
              <a:solidFill>
                <a:srgbClr val="FFA816">
                  <a:alpha val="3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t80"/>
            <p:cNvSpPr/>
            <p:nvPr/>
          </p:nvSpPr>
          <p:spPr>
            <a:xfrm>
              <a:off x="2131807" y="3145672"/>
              <a:ext cx="66736" cy="66736"/>
            </a:xfrm>
            <a:prstGeom prst="ellipse">
              <a:avLst/>
            </a:prstGeom>
            <a:solidFill>
              <a:srgbClr val="FFECD1">
                <a:alpha val="16078"/>
              </a:srgbClr>
            </a:solidFill>
            <a:ln w="9000" cap="rnd">
              <a:solidFill>
                <a:srgbClr val="FFECD1">
                  <a:alpha val="1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t81"/>
            <p:cNvSpPr/>
            <p:nvPr/>
          </p:nvSpPr>
          <p:spPr>
            <a:xfrm>
              <a:off x="2149253" y="3146851"/>
              <a:ext cx="41292" cy="41292"/>
            </a:xfrm>
            <a:prstGeom prst="ellipse">
              <a:avLst/>
            </a:prstGeom>
            <a:solidFill>
              <a:srgbClr val="FFDBA9">
                <a:alpha val="21568"/>
              </a:srgbClr>
            </a:solidFill>
            <a:ln w="9000" cap="rnd">
              <a:solidFill>
                <a:srgbClr val="FFDBA9">
                  <a:alpha val="2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t82"/>
            <p:cNvSpPr/>
            <p:nvPr/>
          </p:nvSpPr>
          <p:spPr>
            <a:xfrm>
              <a:off x="2144122" y="3129670"/>
              <a:ext cx="46795" cy="46795"/>
            </a:xfrm>
            <a:prstGeom prst="ellipse">
              <a:avLst/>
            </a:prstGeom>
            <a:solidFill>
              <a:srgbClr val="FFC16A">
                <a:alpha val="30196"/>
              </a:srgbClr>
            </a:solidFill>
            <a:ln w="9000" cap="rnd">
              <a:solidFill>
                <a:srgbClr val="FFC16A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2147944" y="3111372"/>
              <a:ext cx="48598" cy="48598"/>
            </a:xfrm>
            <a:prstGeom prst="ellipse">
              <a:avLst/>
            </a:prstGeom>
            <a:solidFill>
              <a:srgbClr val="FFCC84">
                <a:alpha val="26666"/>
              </a:srgbClr>
            </a:solidFill>
            <a:ln w="9000" cap="rnd">
              <a:solidFill>
                <a:srgbClr val="FFCC84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t84"/>
            <p:cNvSpPr/>
            <p:nvPr/>
          </p:nvSpPr>
          <p:spPr>
            <a:xfrm>
              <a:off x="2144122" y="3103233"/>
              <a:ext cx="46795" cy="46795"/>
            </a:xfrm>
            <a:prstGeom prst="ellipse">
              <a:avLst/>
            </a:prstGeom>
            <a:solidFill>
              <a:srgbClr val="FFCF8A">
                <a:alpha val="25882"/>
              </a:srgbClr>
            </a:solidFill>
            <a:ln w="9000" cap="rnd">
              <a:solidFill>
                <a:srgbClr val="FFCF8A">
                  <a:alpha val="2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2143220" y="3099151"/>
              <a:ext cx="48598" cy="48598"/>
            </a:xfrm>
            <a:prstGeom prst="ellipse">
              <a:avLst/>
            </a:prstGeom>
            <a:solidFill>
              <a:srgbClr val="FFE8C7">
                <a:alpha val="17647"/>
              </a:srgbClr>
            </a:solidFill>
            <a:ln w="9000" cap="rnd">
              <a:solidFill>
                <a:srgbClr val="FFE8C7">
                  <a:alpha val="1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t86"/>
            <p:cNvSpPr/>
            <p:nvPr/>
          </p:nvSpPr>
          <p:spPr>
            <a:xfrm>
              <a:off x="2150292" y="3100229"/>
              <a:ext cx="39214" cy="39214"/>
            </a:xfrm>
            <a:prstGeom prst="ellipse">
              <a:avLst/>
            </a:prstGeom>
            <a:solidFill>
              <a:srgbClr val="FFE3BB">
                <a:alpha val="19215"/>
              </a:srgbClr>
            </a:solidFill>
            <a:ln w="9000" cap="rnd">
              <a:solidFill>
                <a:srgbClr val="FFE3BB">
                  <a:alpha val="1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t87"/>
            <p:cNvSpPr/>
            <p:nvPr/>
          </p:nvSpPr>
          <p:spPr>
            <a:xfrm>
              <a:off x="2144122" y="3070911"/>
              <a:ext cx="46795" cy="46795"/>
            </a:xfrm>
            <a:prstGeom prst="ellipse">
              <a:avLst/>
            </a:prstGeom>
            <a:solidFill>
              <a:srgbClr val="FFDBA8">
                <a:alpha val="21960"/>
              </a:srgbClr>
            </a:solidFill>
            <a:ln w="9000" cap="rnd">
              <a:solidFill>
                <a:srgbClr val="FFDBA8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t88"/>
            <p:cNvSpPr/>
            <p:nvPr/>
          </p:nvSpPr>
          <p:spPr>
            <a:xfrm>
              <a:off x="2140059" y="3049124"/>
              <a:ext cx="54920" cy="54920"/>
            </a:xfrm>
            <a:prstGeom prst="ellipse">
              <a:avLst/>
            </a:prstGeom>
            <a:solidFill>
              <a:srgbClr val="FFD9A4">
                <a:alpha val="22352"/>
              </a:srgbClr>
            </a:solidFill>
            <a:ln w="9000" cap="rnd">
              <a:solidFill>
                <a:srgbClr val="FFD9A4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t89"/>
            <p:cNvSpPr/>
            <p:nvPr/>
          </p:nvSpPr>
          <p:spPr>
            <a:xfrm>
              <a:off x="2138705" y="3009758"/>
              <a:ext cx="57628" cy="57628"/>
            </a:xfrm>
            <a:prstGeom prst="ellipse">
              <a:avLst/>
            </a:prstGeom>
            <a:solidFill>
              <a:srgbClr val="FFAE32">
                <a:alpha val="36862"/>
              </a:srgbClr>
            </a:solidFill>
            <a:ln w="9000" cap="rnd">
              <a:solidFill>
                <a:srgbClr val="FFAE32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t90"/>
            <p:cNvSpPr/>
            <p:nvPr/>
          </p:nvSpPr>
          <p:spPr>
            <a:xfrm>
              <a:off x="2141666" y="3009552"/>
              <a:ext cx="51707" cy="51707"/>
            </a:xfrm>
            <a:prstGeom prst="ellipse">
              <a:avLst/>
            </a:prstGeom>
            <a:solidFill>
              <a:srgbClr val="FFBE60">
                <a:alpha val="31372"/>
              </a:srgbClr>
            </a:solidFill>
            <a:ln w="9000" cap="rnd">
              <a:solidFill>
                <a:srgbClr val="FFBE60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t91"/>
            <p:cNvSpPr/>
            <p:nvPr/>
          </p:nvSpPr>
          <p:spPr>
            <a:xfrm>
              <a:off x="2149253" y="2982803"/>
              <a:ext cx="41292" cy="41292"/>
            </a:xfrm>
            <a:prstGeom prst="ellipse">
              <a:avLst/>
            </a:prstGeom>
            <a:solidFill>
              <a:srgbClr val="FFB446">
                <a:alpha val="34901"/>
              </a:srgbClr>
            </a:solidFill>
            <a:ln w="9000" cap="rnd">
              <a:solidFill>
                <a:srgbClr val="FFB446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t92"/>
            <p:cNvSpPr/>
            <p:nvPr/>
          </p:nvSpPr>
          <p:spPr>
            <a:xfrm>
              <a:off x="2141777" y="2978451"/>
              <a:ext cx="46795" cy="46795"/>
            </a:xfrm>
            <a:prstGeom prst="ellipse">
              <a:avLst/>
            </a:prstGeom>
            <a:solidFill>
              <a:srgbClr val="FFC674">
                <a:alpha val="29019"/>
              </a:srgbClr>
            </a:solidFill>
            <a:ln w="9000" cap="rnd">
              <a:solidFill>
                <a:srgbClr val="FFC674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t93"/>
            <p:cNvSpPr/>
            <p:nvPr/>
          </p:nvSpPr>
          <p:spPr>
            <a:xfrm>
              <a:off x="2146501" y="2975104"/>
              <a:ext cx="46795" cy="46795"/>
            </a:xfrm>
            <a:prstGeom prst="ellipse">
              <a:avLst/>
            </a:prstGeom>
            <a:solidFill>
              <a:srgbClr val="FFE4BF">
                <a:alpha val="18823"/>
              </a:srgbClr>
            </a:solidFill>
            <a:ln w="9000" cap="rnd">
              <a:solidFill>
                <a:srgbClr val="FFE4BF">
                  <a:alpha val="1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t94"/>
            <p:cNvSpPr/>
            <p:nvPr/>
          </p:nvSpPr>
          <p:spPr>
            <a:xfrm>
              <a:off x="2146501" y="2960785"/>
              <a:ext cx="46795" cy="46795"/>
            </a:xfrm>
            <a:prstGeom prst="ellipse">
              <a:avLst/>
            </a:prstGeom>
            <a:solidFill>
              <a:srgbClr val="FFCD86">
                <a:alpha val="26274"/>
              </a:srgbClr>
            </a:solidFill>
            <a:ln w="9000" cap="rnd">
              <a:solidFill>
                <a:srgbClr val="FFCD86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t95"/>
            <p:cNvSpPr/>
            <p:nvPr/>
          </p:nvSpPr>
          <p:spPr>
            <a:xfrm>
              <a:off x="2149253" y="2959154"/>
              <a:ext cx="41292" cy="41292"/>
            </a:xfrm>
            <a:prstGeom prst="ellipse">
              <a:avLst/>
            </a:prstGeom>
            <a:solidFill>
              <a:srgbClr val="FFDAA5">
                <a:alpha val="22352"/>
              </a:srgbClr>
            </a:solidFill>
            <a:ln w="9000" cap="rnd">
              <a:solidFill>
                <a:srgbClr val="FFDAA5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t96"/>
            <p:cNvSpPr/>
            <p:nvPr/>
          </p:nvSpPr>
          <p:spPr>
            <a:xfrm>
              <a:off x="2123753" y="2927846"/>
              <a:ext cx="96981" cy="96981"/>
            </a:xfrm>
            <a:prstGeom prst="ellipse">
              <a:avLst/>
            </a:prstGeom>
            <a:solidFill>
              <a:srgbClr val="FFBA55">
                <a:alpha val="32941"/>
              </a:srgbClr>
            </a:solidFill>
            <a:ln w="9000" cap="rnd">
              <a:solidFill>
                <a:srgbClr val="FFBA55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t97"/>
            <p:cNvSpPr/>
            <p:nvPr/>
          </p:nvSpPr>
          <p:spPr>
            <a:xfrm>
              <a:off x="2124744" y="2917817"/>
              <a:ext cx="94999" cy="94999"/>
            </a:xfrm>
            <a:prstGeom prst="ellipse">
              <a:avLst/>
            </a:prstGeom>
            <a:solidFill>
              <a:srgbClr val="FFCE89">
                <a:alpha val="26274"/>
              </a:srgbClr>
            </a:solidFill>
            <a:ln w="9000" cap="rnd">
              <a:solidFill>
                <a:srgbClr val="FFCE89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t98"/>
            <p:cNvSpPr/>
            <p:nvPr/>
          </p:nvSpPr>
          <p:spPr>
            <a:xfrm>
              <a:off x="2144070" y="2890874"/>
              <a:ext cx="46898" cy="46898"/>
            </a:xfrm>
            <a:prstGeom prst="ellipse">
              <a:avLst/>
            </a:prstGeom>
            <a:solidFill>
              <a:srgbClr val="FFB850">
                <a:alpha val="33725"/>
              </a:srgbClr>
            </a:solidFill>
            <a:ln w="9000" cap="rnd">
              <a:solidFill>
                <a:srgbClr val="FFB850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t99"/>
            <p:cNvSpPr/>
            <p:nvPr/>
          </p:nvSpPr>
          <p:spPr>
            <a:xfrm>
              <a:off x="2147153" y="2865040"/>
              <a:ext cx="50182" cy="50182"/>
            </a:xfrm>
            <a:prstGeom prst="ellipse">
              <a:avLst/>
            </a:prstGeom>
            <a:solidFill>
              <a:srgbClr val="FFDEB0">
                <a:alpha val="20784"/>
              </a:srgbClr>
            </a:solidFill>
            <a:ln w="9000" cap="rnd">
              <a:solidFill>
                <a:srgbClr val="FFDEB0">
                  <a:alpha val="2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t100"/>
            <p:cNvSpPr/>
            <p:nvPr/>
          </p:nvSpPr>
          <p:spPr>
            <a:xfrm>
              <a:off x="2146873" y="2855342"/>
              <a:ext cx="41292" cy="41292"/>
            </a:xfrm>
            <a:prstGeom prst="ellipse">
              <a:avLst/>
            </a:prstGeom>
            <a:solidFill>
              <a:srgbClr val="FFCD88">
                <a:alpha val="26274"/>
              </a:srgbClr>
            </a:solidFill>
            <a:ln w="9000" cap="rnd">
              <a:solidFill>
                <a:srgbClr val="FFCD88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t101"/>
            <p:cNvSpPr/>
            <p:nvPr/>
          </p:nvSpPr>
          <p:spPr>
            <a:xfrm>
              <a:off x="2147944" y="2843670"/>
              <a:ext cx="48598" cy="48598"/>
            </a:xfrm>
            <a:prstGeom prst="ellipse">
              <a:avLst/>
            </a:prstGeom>
            <a:solidFill>
              <a:srgbClr val="FFE8C8">
                <a:alpha val="17254"/>
              </a:srgbClr>
            </a:solidFill>
            <a:ln w="9000" cap="rnd">
              <a:solidFill>
                <a:srgbClr val="FFE8C8">
                  <a:alpha val="1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t102"/>
            <p:cNvSpPr/>
            <p:nvPr/>
          </p:nvSpPr>
          <p:spPr>
            <a:xfrm>
              <a:off x="2144988" y="2842090"/>
              <a:ext cx="45063" cy="45063"/>
            </a:xfrm>
            <a:prstGeom prst="ellipse">
              <a:avLst/>
            </a:prstGeom>
            <a:solidFill>
              <a:srgbClr val="FFE0B5">
                <a:alpha val="20000"/>
              </a:srgbClr>
            </a:solidFill>
            <a:ln w="9000" cap="rnd">
              <a:solidFill>
                <a:srgbClr val="FFE0B5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t103"/>
            <p:cNvSpPr/>
            <p:nvPr/>
          </p:nvSpPr>
          <p:spPr>
            <a:xfrm>
              <a:off x="2146873" y="2836250"/>
              <a:ext cx="41292" cy="41292"/>
            </a:xfrm>
            <a:prstGeom prst="ellipse">
              <a:avLst/>
            </a:prstGeom>
            <a:solidFill>
              <a:srgbClr val="FF9B00">
                <a:alpha val="42745"/>
              </a:srgbClr>
            </a:solidFill>
            <a:ln w="9000" cap="rnd">
              <a:solidFill>
                <a:srgbClr val="FF9B00">
                  <a:alpha val="4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t104"/>
            <p:cNvSpPr/>
            <p:nvPr/>
          </p:nvSpPr>
          <p:spPr>
            <a:xfrm>
              <a:off x="2144122" y="2831904"/>
              <a:ext cx="46795" cy="46795"/>
            </a:xfrm>
            <a:prstGeom prst="ellipse">
              <a:avLst/>
            </a:prstGeom>
            <a:solidFill>
              <a:srgbClr val="FFAD2F">
                <a:alpha val="37254"/>
              </a:srgbClr>
            </a:solidFill>
            <a:ln w="9000" cap="rnd">
              <a:solidFill>
                <a:srgbClr val="FFAD2F">
                  <a:alpha val="3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t105"/>
            <p:cNvSpPr/>
            <p:nvPr/>
          </p:nvSpPr>
          <p:spPr>
            <a:xfrm>
              <a:off x="2154965" y="2830611"/>
              <a:ext cx="39246" cy="39246"/>
            </a:xfrm>
            <a:prstGeom prst="ellipse">
              <a:avLst/>
            </a:prstGeom>
            <a:solidFill>
              <a:srgbClr val="FFCF8C">
                <a:alpha val="25490"/>
              </a:srgbClr>
            </a:solidFill>
            <a:ln w="9000" cap="rnd">
              <a:solidFill>
                <a:srgbClr val="FFCF8C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t106"/>
            <p:cNvSpPr/>
            <p:nvPr/>
          </p:nvSpPr>
          <p:spPr>
            <a:xfrm>
              <a:off x="2151091" y="2794293"/>
              <a:ext cx="51684" cy="51684"/>
            </a:xfrm>
            <a:prstGeom prst="ellipse">
              <a:avLst/>
            </a:prstGeom>
            <a:solidFill>
              <a:srgbClr val="FFC573">
                <a:alpha val="29019"/>
              </a:srgbClr>
            </a:solidFill>
            <a:ln w="9000" cap="rnd">
              <a:solidFill>
                <a:srgbClr val="FFC573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t107"/>
            <p:cNvSpPr/>
            <p:nvPr/>
          </p:nvSpPr>
          <p:spPr>
            <a:xfrm>
              <a:off x="2144122" y="2793584"/>
              <a:ext cx="46795" cy="46795"/>
            </a:xfrm>
            <a:prstGeom prst="ellipse">
              <a:avLst/>
            </a:prstGeom>
            <a:solidFill>
              <a:srgbClr val="FFC879">
                <a:alpha val="28235"/>
              </a:srgbClr>
            </a:solidFill>
            <a:ln w="9000" cap="rnd">
              <a:solidFill>
                <a:srgbClr val="FFC879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t108"/>
            <p:cNvSpPr/>
            <p:nvPr/>
          </p:nvSpPr>
          <p:spPr>
            <a:xfrm>
              <a:off x="2132099" y="2778443"/>
              <a:ext cx="70840" cy="70840"/>
            </a:xfrm>
            <a:prstGeom prst="ellipse">
              <a:avLst/>
            </a:prstGeom>
            <a:solidFill>
              <a:srgbClr val="FFDBA8">
                <a:alpha val="21568"/>
              </a:srgbClr>
            </a:solidFill>
            <a:ln w="9000" cap="rnd">
              <a:solidFill>
                <a:srgbClr val="FFDBA8">
                  <a:alpha val="2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t109"/>
            <p:cNvSpPr/>
            <p:nvPr/>
          </p:nvSpPr>
          <p:spPr>
            <a:xfrm>
              <a:off x="2148746" y="2778168"/>
              <a:ext cx="51684" cy="51684"/>
            </a:xfrm>
            <a:prstGeom prst="ellipse">
              <a:avLst/>
            </a:prstGeom>
            <a:solidFill>
              <a:srgbClr val="FFC879">
                <a:alpha val="28235"/>
              </a:srgbClr>
            </a:solidFill>
            <a:ln w="9000" cap="rnd">
              <a:solidFill>
                <a:srgbClr val="FFC879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t110"/>
            <p:cNvSpPr/>
            <p:nvPr/>
          </p:nvSpPr>
          <p:spPr>
            <a:xfrm>
              <a:off x="2141777" y="2766838"/>
              <a:ext cx="46795" cy="46795"/>
            </a:xfrm>
            <a:prstGeom prst="ellipse">
              <a:avLst/>
            </a:prstGeom>
            <a:solidFill>
              <a:srgbClr val="FFD499">
                <a:alpha val="23921"/>
              </a:srgbClr>
            </a:solidFill>
            <a:ln w="9000" cap="rnd">
              <a:solidFill>
                <a:srgbClr val="FFD499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t111"/>
            <p:cNvSpPr/>
            <p:nvPr/>
          </p:nvSpPr>
          <p:spPr>
            <a:xfrm>
              <a:off x="2146501" y="2589490"/>
              <a:ext cx="46795" cy="46795"/>
            </a:xfrm>
            <a:prstGeom prst="ellipse">
              <a:avLst/>
            </a:prstGeom>
            <a:solidFill>
              <a:srgbClr val="FFDFB2">
                <a:alpha val="20392"/>
              </a:srgbClr>
            </a:solidFill>
            <a:ln w="9000" cap="rnd">
              <a:solidFill>
                <a:srgbClr val="FFDFB2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t112"/>
            <p:cNvSpPr/>
            <p:nvPr/>
          </p:nvSpPr>
          <p:spPr>
            <a:xfrm>
              <a:off x="2147153" y="2565498"/>
              <a:ext cx="50182" cy="50182"/>
            </a:xfrm>
            <a:prstGeom prst="ellipse">
              <a:avLst/>
            </a:prstGeom>
            <a:solidFill>
              <a:srgbClr val="FFB547">
                <a:alpha val="34509"/>
              </a:srgbClr>
            </a:solidFill>
            <a:ln w="9000" cap="rnd">
              <a:solidFill>
                <a:srgbClr val="FFB547">
                  <a:alpha val="3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t113"/>
            <p:cNvSpPr/>
            <p:nvPr/>
          </p:nvSpPr>
          <p:spPr>
            <a:xfrm>
              <a:off x="2144122" y="2522654"/>
              <a:ext cx="46795" cy="46795"/>
            </a:xfrm>
            <a:prstGeom prst="ellipse">
              <a:avLst/>
            </a:prstGeom>
            <a:solidFill>
              <a:srgbClr val="FFDFB2">
                <a:alpha val="20392"/>
              </a:srgbClr>
            </a:solidFill>
            <a:ln w="9000" cap="rnd">
              <a:solidFill>
                <a:srgbClr val="FFDFB2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t114"/>
            <p:cNvSpPr/>
            <p:nvPr/>
          </p:nvSpPr>
          <p:spPr>
            <a:xfrm>
              <a:off x="2147153" y="2514675"/>
              <a:ext cx="50182" cy="50182"/>
            </a:xfrm>
            <a:prstGeom prst="ellipse">
              <a:avLst/>
            </a:prstGeom>
            <a:solidFill>
              <a:srgbClr val="FFD8A2">
                <a:alpha val="22745"/>
              </a:srgbClr>
            </a:solidFill>
            <a:ln w="9000" cap="rnd">
              <a:solidFill>
                <a:srgbClr val="FFD8A2">
                  <a:alpha val="2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t115"/>
            <p:cNvSpPr/>
            <p:nvPr/>
          </p:nvSpPr>
          <p:spPr>
            <a:xfrm>
              <a:off x="2141777" y="2476416"/>
              <a:ext cx="46795" cy="46795"/>
            </a:xfrm>
            <a:prstGeom prst="ellipse">
              <a:avLst/>
            </a:prstGeom>
            <a:solidFill>
              <a:srgbClr val="FFCD86">
                <a:alpha val="26666"/>
              </a:srgbClr>
            </a:solidFill>
            <a:ln w="9000" cap="rnd">
              <a:solidFill>
                <a:srgbClr val="FFCD86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t116"/>
            <p:cNvSpPr/>
            <p:nvPr/>
          </p:nvSpPr>
          <p:spPr>
            <a:xfrm>
              <a:off x="2144057" y="2430952"/>
              <a:ext cx="51684" cy="51684"/>
            </a:xfrm>
            <a:prstGeom prst="ellipse">
              <a:avLst/>
            </a:prstGeom>
            <a:solidFill>
              <a:srgbClr val="FFD396">
                <a:alpha val="24313"/>
              </a:srgbClr>
            </a:solidFill>
            <a:ln w="9000" cap="rnd">
              <a:solidFill>
                <a:srgbClr val="FFD396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t117"/>
            <p:cNvSpPr/>
            <p:nvPr/>
          </p:nvSpPr>
          <p:spPr>
            <a:xfrm>
              <a:off x="2147367" y="2379295"/>
              <a:ext cx="45063" cy="45063"/>
            </a:xfrm>
            <a:prstGeom prst="ellipse">
              <a:avLst/>
            </a:prstGeom>
            <a:solidFill>
              <a:srgbClr val="FFD8A2">
                <a:alpha val="22745"/>
              </a:srgbClr>
            </a:solidFill>
            <a:ln w="9000" cap="rnd">
              <a:solidFill>
                <a:srgbClr val="FFD8A2">
                  <a:alpha val="2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t118"/>
            <p:cNvSpPr/>
            <p:nvPr/>
          </p:nvSpPr>
          <p:spPr>
            <a:xfrm>
              <a:off x="2147153" y="2375151"/>
              <a:ext cx="50182" cy="50182"/>
            </a:xfrm>
            <a:prstGeom prst="ellipse">
              <a:avLst/>
            </a:prstGeom>
            <a:solidFill>
              <a:srgbClr val="FFD599">
                <a:alpha val="23921"/>
              </a:srgbClr>
            </a:solidFill>
            <a:ln w="9000" cap="rnd">
              <a:solidFill>
                <a:srgbClr val="FFD599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t119"/>
            <p:cNvSpPr/>
            <p:nvPr/>
          </p:nvSpPr>
          <p:spPr>
            <a:xfrm>
              <a:off x="2146501" y="2332106"/>
              <a:ext cx="46795" cy="46795"/>
            </a:xfrm>
            <a:prstGeom prst="ellipse">
              <a:avLst/>
            </a:prstGeom>
            <a:solidFill>
              <a:srgbClr val="FFC87B">
                <a:alpha val="27843"/>
              </a:srgbClr>
            </a:solidFill>
            <a:ln w="9000" cap="rnd">
              <a:solidFill>
                <a:srgbClr val="FFC87B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t120"/>
            <p:cNvSpPr/>
            <p:nvPr/>
          </p:nvSpPr>
          <p:spPr>
            <a:xfrm>
              <a:off x="2144122" y="2260594"/>
              <a:ext cx="46795" cy="46795"/>
            </a:xfrm>
            <a:prstGeom prst="ellipse">
              <a:avLst/>
            </a:prstGeom>
            <a:solidFill>
              <a:srgbClr val="FFDAA5">
                <a:alpha val="22352"/>
              </a:srgbClr>
            </a:solidFill>
            <a:ln w="9000" cap="rnd">
              <a:solidFill>
                <a:srgbClr val="FFDAA5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t121"/>
            <p:cNvSpPr/>
            <p:nvPr/>
          </p:nvSpPr>
          <p:spPr>
            <a:xfrm>
              <a:off x="2145612" y="3536757"/>
              <a:ext cx="48574" cy="48574"/>
            </a:xfrm>
            <a:prstGeom prst="ellipse">
              <a:avLst/>
            </a:prstGeom>
            <a:solidFill>
              <a:srgbClr val="FFE8C8">
                <a:alpha val="17254"/>
              </a:srgbClr>
            </a:solidFill>
            <a:ln w="9000" cap="rnd">
              <a:solidFill>
                <a:srgbClr val="FFE8C8">
                  <a:alpha val="1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t122"/>
            <p:cNvSpPr/>
            <p:nvPr/>
          </p:nvSpPr>
          <p:spPr>
            <a:xfrm>
              <a:off x="2145612" y="3525603"/>
              <a:ext cx="48574" cy="48574"/>
            </a:xfrm>
            <a:prstGeom prst="ellipse">
              <a:avLst/>
            </a:prstGeom>
            <a:solidFill>
              <a:srgbClr val="FFE3BC">
                <a:alpha val="19215"/>
              </a:srgbClr>
            </a:solidFill>
            <a:ln w="9000" cap="rnd">
              <a:solidFill>
                <a:srgbClr val="FFE3BC">
                  <a:alpha val="1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t123"/>
            <p:cNvSpPr/>
            <p:nvPr/>
          </p:nvSpPr>
          <p:spPr>
            <a:xfrm>
              <a:off x="2146437" y="3517044"/>
              <a:ext cx="46923" cy="46923"/>
            </a:xfrm>
            <a:prstGeom prst="ellipse">
              <a:avLst/>
            </a:prstGeom>
            <a:solidFill>
              <a:srgbClr val="FFD190">
                <a:alpha val="25098"/>
              </a:srgbClr>
            </a:solidFill>
            <a:ln w="9000" cap="rnd">
              <a:solidFill>
                <a:srgbClr val="FFD190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t124"/>
            <p:cNvSpPr/>
            <p:nvPr/>
          </p:nvSpPr>
          <p:spPr>
            <a:xfrm>
              <a:off x="2146437" y="3491371"/>
              <a:ext cx="46923" cy="46923"/>
            </a:xfrm>
            <a:prstGeom prst="ellipse">
              <a:avLst/>
            </a:prstGeom>
            <a:solidFill>
              <a:srgbClr val="FFD497">
                <a:alpha val="23921"/>
              </a:srgbClr>
            </a:solidFill>
            <a:ln w="9000" cap="rnd">
              <a:solidFill>
                <a:srgbClr val="FFD497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t125"/>
            <p:cNvSpPr/>
            <p:nvPr/>
          </p:nvSpPr>
          <p:spPr>
            <a:xfrm>
              <a:off x="2143232" y="3484244"/>
              <a:ext cx="48574" cy="48574"/>
            </a:xfrm>
            <a:prstGeom prst="ellipse">
              <a:avLst/>
            </a:prstGeom>
            <a:solidFill>
              <a:srgbClr val="FFDFB2">
                <a:alpha val="20392"/>
              </a:srgbClr>
            </a:solidFill>
            <a:ln w="9000" cap="rnd">
              <a:solidFill>
                <a:srgbClr val="FFDFB2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t126"/>
            <p:cNvSpPr/>
            <p:nvPr/>
          </p:nvSpPr>
          <p:spPr>
            <a:xfrm>
              <a:off x="2148221" y="3478868"/>
              <a:ext cx="43357" cy="43357"/>
            </a:xfrm>
            <a:prstGeom prst="ellipse">
              <a:avLst/>
            </a:prstGeom>
            <a:solidFill>
              <a:srgbClr val="FFDEAF">
                <a:alpha val="20784"/>
              </a:srgbClr>
            </a:solidFill>
            <a:ln w="9000" cap="rnd">
              <a:solidFill>
                <a:srgbClr val="FFDEAF">
                  <a:alpha val="2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t127"/>
            <p:cNvSpPr/>
            <p:nvPr/>
          </p:nvSpPr>
          <p:spPr>
            <a:xfrm>
              <a:off x="2148746" y="3470076"/>
              <a:ext cx="51684" cy="51684"/>
            </a:xfrm>
            <a:prstGeom prst="ellipse">
              <a:avLst/>
            </a:prstGeom>
            <a:solidFill>
              <a:srgbClr val="FFDBA9">
                <a:alpha val="21568"/>
              </a:srgbClr>
            </a:solidFill>
            <a:ln w="9000" cap="rnd">
              <a:solidFill>
                <a:srgbClr val="FFDBA9">
                  <a:alpha val="2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t128"/>
            <p:cNvSpPr/>
            <p:nvPr/>
          </p:nvSpPr>
          <p:spPr>
            <a:xfrm>
              <a:off x="2145612" y="3469842"/>
              <a:ext cx="48574" cy="48574"/>
            </a:xfrm>
            <a:prstGeom prst="ellipse">
              <a:avLst/>
            </a:prstGeom>
            <a:solidFill>
              <a:srgbClr val="FFD499">
                <a:alpha val="23921"/>
              </a:srgbClr>
            </a:solidFill>
            <a:ln w="9000" cap="rnd">
              <a:solidFill>
                <a:srgbClr val="FFD499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t129"/>
            <p:cNvSpPr/>
            <p:nvPr/>
          </p:nvSpPr>
          <p:spPr>
            <a:xfrm>
              <a:off x="2152016" y="3470002"/>
              <a:ext cx="45144" cy="45144"/>
            </a:xfrm>
            <a:prstGeom prst="ellipse">
              <a:avLst/>
            </a:prstGeom>
            <a:solidFill>
              <a:srgbClr val="FFE0B4">
                <a:alpha val="20000"/>
              </a:srgbClr>
            </a:solidFill>
            <a:ln w="9000" cap="rnd">
              <a:solidFill>
                <a:srgbClr val="FFE0B4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t130"/>
            <p:cNvSpPr/>
            <p:nvPr/>
          </p:nvSpPr>
          <p:spPr>
            <a:xfrm>
              <a:off x="2150565" y="3448528"/>
              <a:ext cx="43357" cy="43357"/>
            </a:xfrm>
            <a:prstGeom prst="ellipse">
              <a:avLst/>
            </a:prstGeom>
            <a:solidFill>
              <a:srgbClr val="FFDEB0">
                <a:alpha val="20784"/>
              </a:srgbClr>
            </a:solidFill>
            <a:ln w="9000" cap="rnd">
              <a:solidFill>
                <a:srgbClr val="FFDEB0">
                  <a:alpha val="2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t131"/>
            <p:cNvSpPr/>
            <p:nvPr/>
          </p:nvSpPr>
          <p:spPr>
            <a:xfrm>
              <a:off x="2144057" y="3433324"/>
              <a:ext cx="51684" cy="51684"/>
            </a:xfrm>
            <a:prstGeom prst="ellipse">
              <a:avLst/>
            </a:prstGeom>
            <a:solidFill>
              <a:srgbClr val="FFCF8B">
                <a:alpha val="25882"/>
              </a:srgbClr>
            </a:solidFill>
            <a:ln w="9000" cap="rnd">
              <a:solidFill>
                <a:srgbClr val="FFCF8B">
                  <a:alpha val="2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t132"/>
            <p:cNvSpPr/>
            <p:nvPr/>
          </p:nvSpPr>
          <p:spPr>
            <a:xfrm>
              <a:off x="2148221" y="3413494"/>
              <a:ext cx="43357" cy="43357"/>
            </a:xfrm>
            <a:prstGeom prst="ellipse">
              <a:avLst/>
            </a:prstGeom>
            <a:solidFill>
              <a:srgbClr val="FFDCAC">
                <a:alpha val="21176"/>
              </a:srgbClr>
            </a:solidFill>
            <a:ln w="9000" cap="rnd">
              <a:solidFill>
                <a:srgbClr val="FFDCAC">
                  <a:alpha val="2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t133"/>
            <p:cNvSpPr/>
            <p:nvPr/>
          </p:nvSpPr>
          <p:spPr>
            <a:xfrm>
              <a:off x="2143232" y="3407733"/>
              <a:ext cx="48574" cy="48574"/>
            </a:xfrm>
            <a:prstGeom prst="ellipse">
              <a:avLst/>
            </a:prstGeom>
            <a:solidFill>
              <a:srgbClr val="FFDFB2">
                <a:alpha val="20392"/>
              </a:srgbClr>
            </a:solidFill>
            <a:ln w="9000" cap="rnd">
              <a:solidFill>
                <a:srgbClr val="FFDFB2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t134"/>
            <p:cNvSpPr/>
            <p:nvPr/>
          </p:nvSpPr>
          <p:spPr>
            <a:xfrm>
              <a:off x="2144057" y="3396528"/>
              <a:ext cx="51684" cy="51684"/>
            </a:xfrm>
            <a:prstGeom prst="ellipse">
              <a:avLst/>
            </a:prstGeom>
            <a:solidFill>
              <a:srgbClr val="FFD69D">
                <a:alpha val="23137"/>
              </a:srgbClr>
            </a:solidFill>
            <a:ln w="9000" cap="rnd">
              <a:solidFill>
                <a:srgbClr val="FFD69D">
                  <a:alpha val="2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t135"/>
            <p:cNvSpPr/>
            <p:nvPr/>
          </p:nvSpPr>
          <p:spPr>
            <a:xfrm>
              <a:off x="2146437" y="3391041"/>
              <a:ext cx="46923" cy="46923"/>
            </a:xfrm>
            <a:prstGeom prst="ellipse">
              <a:avLst/>
            </a:prstGeom>
            <a:solidFill>
              <a:srgbClr val="FFDAA7">
                <a:alpha val="21960"/>
              </a:srgbClr>
            </a:solidFill>
            <a:ln w="9000" cap="rnd">
              <a:solidFill>
                <a:srgbClr val="FFDAA7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t136"/>
            <p:cNvSpPr/>
            <p:nvPr/>
          </p:nvSpPr>
          <p:spPr>
            <a:xfrm>
              <a:off x="2145612" y="3388795"/>
              <a:ext cx="48574" cy="48574"/>
            </a:xfrm>
            <a:prstGeom prst="ellipse">
              <a:avLst/>
            </a:prstGeom>
            <a:solidFill>
              <a:srgbClr val="FFDFB2">
                <a:alpha val="20392"/>
              </a:srgbClr>
            </a:solidFill>
            <a:ln w="9000" cap="rnd">
              <a:solidFill>
                <a:srgbClr val="FFDFB2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t137"/>
            <p:cNvSpPr/>
            <p:nvPr/>
          </p:nvSpPr>
          <p:spPr>
            <a:xfrm>
              <a:off x="2145612" y="3361395"/>
              <a:ext cx="48574" cy="48574"/>
            </a:xfrm>
            <a:prstGeom prst="ellipse">
              <a:avLst/>
            </a:prstGeom>
            <a:solidFill>
              <a:srgbClr val="FFDDAC">
                <a:alpha val="21176"/>
              </a:srgbClr>
            </a:solidFill>
            <a:ln w="9000" cap="rnd">
              <a:solidFill>
                <a:srgbClr val="FFDDAC">
                  <a:alpha val="2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t138"/>
            <p:cNvSpPr/>
            <p:nvPr/>
          </p:nvSpPr>
          <p:spPr>
            <a:xfrm>
              <a:off x="2144057" y="3340882"/>
              <a:ext cx="51684" cy="51684"/>
            </a:xfrm>
            <a:prstGeom prst="ellipse">
              <a:avLst/>
            </a:prstGeom>
            <a:solidFill>
              <a:srgbClr val="FFD293">
                <a:alpha val="24705"/>
              </a:srgbClr>
            </a:solidFill>
            <a:ln w="9000" cap="rnd">
              <a:solidFill>
                <a:srgbClr val="FFD293">
                  <a:alpha val="2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t139"/>
            <p:cNvSpPr/>
            <p:nvPr/>
          </p:nvSpPr>
          <p:spPr>
            <a:xfrm>
              <a:off x="2151139" y="3321017"/>
              <a:ext cx="46898" cy="46898"/>
            </a:xfrm>
            <a:prstGeom prst="ellipse">
              <a:avLst/>
            </a:prstGeom>
            <a:solidFill>
              <a:srgbClr val="FFC777">
                <a:alpha val="28627"/>
              </a:srgbClr>
            </a:solidFill>
            <a:ln w="9000" cap="rnd">
              <a:solidFill>
                <a:srgbClr val="FFC777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t140"/>
            <p:cNvSpPr/>
            <p:nvPr/>
          </p:nvSpPr>
          <p:spPr>
            <a:xfrm>
              <a:off x="2143232" y="3304054"/>
              <a:ext cx="48574" cy="48574"/>
            </a:xfrm>
            <a:prstGeom prst="ellipse">
              <a:avLst/>
            </a:prstGeom>
            <a:solidFill>
              <a:srgbClr val="FFDFB3">
                <a:alpha val="20392"/>
              </a:srgbClr>
            </a:solidFill>
            <a:ln w="9000" cap="rnd">
              <a:solidFill>
                <a:srgbClr val="FFDFB3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t141"/>
            <p:cNvSpPr/>
            <p:nvPr/>
          </p:nvSpPr>
          <p:spPr>
            <a:xfrm>
              <a:off x="2149509" y="3271420"/>
              <a:ext cx="50158" cy="50158"/>
            </a:xfrm>
            <a:prstGeom prst="ellipse">
              <a:avLst/>
            </a:prstGeom>
            <a:solidFill>
              <a:srgbClr val="FFD59B">
                <a:alpha val="23529"/>
              </a:srgbClr>
            </a:solidFill>
            <a:ln w="9000" cap="rnd">
              <a:solidFill>
                <a:srgbClr val="FFD59B">
                  <a:alpha val="2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t142"/>
            <p:cNvSpPr/>
            <p:nvPr/>
          </p:nvSpPr>
          <p:spPr>
            <a:xfrm>
              <a:off x="2143232" y="3259825"/>
              <a:ext cx="48574" cy="48574"/>
            </a:xfrm>
            <a:prstGeom prst="ellipse">
              <a:avLst/>
            </a:prstGeom>
            <a:solidFill>
              <a:srgbClr val="FFC26A">
                <a:alpha val="30196"/>
              </a:srgbClr>
            </a:solidFill>
            <a:ln w="9000" cap="rnd">
              <a:solidFill>
                <a:srgbClr val="FFC26A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t143"/>
            <p:cNvSpPr/>
            <p:nvPr/>
          </p:nvSpPr>
          <p:spPr>
            <a:xfrm>
              <a:off x="2145612" y="3257867"/>
              <a:ext cx="48574" cy="48574"/>
            </a:xfrm>
            <a:prstGeom prst="ellipse">
              <a:avLst/>
            </a:prstGeom>
            <a:solidFill>
              <a:srgbClr val="FFDAA7">
                <a:alpha val="21960"/>
              </a:srgbClr>
            </a:solidFill>
            <a:ln w="9000" cap="rnd">
              <a:solidFill>
                <a:srgbClr val="FFDAA7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t144"/>
            <p:cNvSpPr/>
            <p:nvPr/>
          </p:nvSpPr>
          <p:spPr>
            <a:xfrm>
              <a:off x="2145612" y="3228050"/>
              <a:ext cx="48574" cy="48574"/>
            </a:xfrm>
            <a:prstGeom prst="ellipse">
              <a:avLst/>
            </a:prstGeom>
            <a:solidFill>
              <a:srgbClr val="FFE5C2">
                <a:alpha val="18431"/>
              </a:srgbClr>
            </a:solidFill>
            <a:ln w="9000" cap="rnd">
              <a:solidFill>
                <a:srgbClr val="FFE5C2">
                  <a:alpha val="1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t145"/>
            <p:cNvSpPr/>
            <p:nvPr/>
          </p:nvSpPr>
          <p:spPr>
            <a:xfrm>
              <a:off x="2143232" y="3208549"/>
              <a:ext cx="48574" cy="48574"/>
            </a:xfrm>
            <a:prstGeom prst="ellipse">
              <a:avLst/>
            </a:prstGeom>
            <a:solidFill>
              <a:srgbClr val="FFD190">
                <a:alpha val="25098"/>
              </a:srgbClr>
            </a:solidFill>
            <a:ln w="9000" cap="rnd">
              <a:solidFill>
                <a:srgbClr val="FFD190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t146"/>
            <p:cNvSpPr/>
            <p:nvPr/>
          </p:nvSpPr>
          <p:spPr>
            <a:xfrm>
              <a:off x="2145612" y="3206996"/>
              <a:ext cx="48574" cy="48574"/>
            </a:xfrm>
            <a:prstGeom prst="ellipse">
              <a:avLst/>
            </a:prstGeom>
            <a:solidFill>
              <a:srgbClr val="FFD599">
                <a:alpha val="23921"/>
              </a:srgbClr>
            </a:solidFill>
            <a:ln w="9000" cap="rnd">
              <a:solidFill>
                <a:srgbClr val="FFD599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t147"/>
            <p:cNvSpPr/>
            <p:nvPr/>
          </p:nvSpPr>
          <p:spPr>
            <a:xfrm>
              <a:off x="2145612" y="3165465"/>
              <a:ext cx="48574" cy="48574"/>
            </a:xfrm>
            <a:prstGeom prst="ellipse">
              <a:avLst/>
            </a:prstGeom>
            <a:solidFill>
              <a:srgbClr val="FFDFB2">
                <a:alpha val="20392"/>
              </a:srgbClr>
            </a:solidFill>
            <a:ln w="9000" cap="rnd">
              <a:solidFill>
                <a:srgbClr val="FFDFB2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t148"/>
            <p:cNvSpPr/>
            <p:nvPr/>
          </p:nvSpPr>
          <p:spPr>
            <a:xfrm>
              <a:off x="2154931" y="3162794"/>
              <a:ext cx="25176" cy="25176"/>
            </a:xfrm>
            <a:prstGeom prst="ellipse">
              <a:avLst/>
            </a:prstGeom>
            <a:solidFill>
              <a:srgbClr val="FFF1DD">
                <a:alpha val="14509"/>
              </a:srgbClr>
            </a:solidFill>
            <a:ln w="9000" cap="rnd">
              <a:solidFill>
                <a:srgbClr val="FFF1DD">
                  <a:alpha val="1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t149"/>
            <p:cNvSpPr/>
            <p:nvPr/>
          </p:nvSpPr>
          <p:spPr>
            <a:xfrm>
              <a:off x="2144058" y="3140996"/>
              <a:ext cx="46923" cy="46923"/>
            </a:xfrm>
            <a:prstGeom prst="ellipse">
              <a:avLst/>
            </a:prstGeom>
            <a:solidFill>
              <a:srgbClr val="FFDBA8">
                <a:alpha val="21960"/>
              </a:srgbClr>
            </a:solidFill>
            <a:ln w="9000" cap="rnd">
              <a:solidFill>
                <a:srgbClr val="FFDBA8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t150"/>
            <p:cNvSpPr/>
            <p:nvPr/>
          </p:nvSpPr>
          <p:spPr>
            <a:xfrm>
              <a:off x="2144058" y="3121836"/>
              <a:ext cx="46923" cy="46923"/>
            </a:xfrm>
            <a:prstGeom prst="ellipse">
              <a:avLst/>
            </a:prstGeom>
            <a:solidFill>
              <a:srgbClr val="FFBF63">
                <a:alpha val="30980"/>
              </a:srgbClr>
            </a:solidFill>
            <a:ln w="9000" cap="rnd">
              <a:solidFill>
                <a:srgbClr val="FFBF63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t151"/>
            <p:cNvSpPr/>
            <p:nvPr/>
          </p:nvSpPr>
          <p:spPr>
            <a:xfrm>
              <a:off x="2148795" y="3121653"/>
              <a:ext cx="46898" cy="46898"/>
            </a:xfrm>
            <a:prstGeom prst="ellipse">
              <a:avLst/>
            </a:prstGeom>
            <a:solidFill>
              <a:srgbClr val="FFDEAF">
                <a:alpha val="20784"/>
              </a:srgbClr>
            </a:solidFill>
            <a:ln w="9000" cap="rnd">
              <a:solidFill>
                <a:srgbClr val="FFDEAF">
                  <a:alpha val="2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t152"/>
            <p:cNvSpPr/>
            <p:nvPr/>
          </p:nvSpPr>
          <p:spPr>
            <a:xfrm>
              <a:off x="2145841" y="3104284"/>
              <a:ext cx="43357" cy="43357"/>
            </a:xfrm>
            <a:prstGeom prst="ellipse">
              <a:avLst/>
            </a:prstGeom>
            <a:solidFill>
              <a:srgbClr val="FFB64B">
                <a:alpha val="34117"/>
              </a:srgbClr>
            </a:solidFill>
            <a:ln w="9000" cap="rnd">
              <a:solidFill>
                <a:srgbClr val="FFB64B">
                  <a:alpha val="3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t153"/>
            <p:cNvSpPr/>
            <p:nvPr/>
          </p:nvSpPr>
          <p:spPr>
            <a:xfrm>
              <a:off x="2148221" y="3102686"/>
              <a:ext cx="43357" cy="43357"/>
            </a:xfrm>
            <a:prstGeom prst="ellipse">
              <a:avLst/>
            </a:prstGeom>
            <a:solidFill>
              <a:srgbClr val="FFD191">
                <a:alpha val="25098"/>
              </a:srgbClr>
            </a:solidFill>
            <a:ln w="9000" cap="rnd">
              <a:solidFill>
                <a:srgbClr val="FFD191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t154"/>
            <p:cNvSpPr/>
            <p:nvPr/>
          </p:nvSpPr>
          <p:spPr>
            <a:xfrm>
              <a:off x="2143232" y="3087379"/>
              <a:ext cx="48574" cy="48574"/>
            </a:xfrm>
            <a:prstGeom prst="ellipse">
              <a:avLst/>
            </a:prstGeom>
            <a:solidFill>
              <a:srgbClr val="FFC87A">
                <a:alpha val="28235"/>
              </a:srgbClr>
            </a:solidFill>
            <a:ln w="9000" cap="rnd">
              <a:solidFill>
                <a:srgbClr val="FFC87A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t155"/>
            <p:cNvSpPr/>
            <p:nvPr/>
          </p:nvSpPr>
          <p:spPr>
            <a:xfrm>
              <a:off x="2142439" y="3073037"/>
              <a:ext cx="54920" cy="54920"/>
            </a:xfrm>
            <a:prstGeom prst="ellipse">
              <a:avLst/>
            </a:prstGeom>
            <a:solidFill>
              <a:srgbClr val="FFAF34">
                <a:alpha val="36470"/>
              </a:srgbClr>
            </a:solidFill>
            <a:ln w="9000" cap="rnd">
              <a:solidFill>
                <a:srgbClr val="FFAF34">
                  <a:alpha val="3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t156"/>
            <p:cNvSpPr/>
            <p:nvPr/>
          </p:nvSpPr>
          <p:spPr>
            <a:xfrm>
              <a:off x="2148221" y="3071111"/>
              <a:ext cx="43357" cy="43357"/>
            </a:xfrm>
            <a:prstGeom prst="ellipse">
              <a:avLst/>
            </a:prstGeom>
            <a:solidFill>
              <a:srgbClr val="FFC065">
                <a:alpha val="30980"/>
              </a:srgbClr>
            </a:solidFill>
            <a:ln w="9000" cap="rnd">
              <a:solidFill>
                <a:srgbClr val="FFC065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t157"/>
            <p:cNvSpPr/>
            <p:nvPr/>
          </p:nvSpPr>
          <p:spPr>
            <a:xfrm>
              <a:off x="2143319" y="3061775"/>
              <a:ext cx="53160" cy="53160"/>
            </a:xfrm>
            <a:prstGeom prst="ellipse">
              <a:avLst/>
            </a:prstGeom>
            <a:solidFill>
              <a:srgbClr val="FFEBCF">
                <a:alpha val="16470"/>
              </a:srgbClr>
            </a:solidFill>
            <a:ln w="9000" cap="rnd">
              <a:solidFill>
                <a:srgbClr val="FFEBCF">
                  <a:alpha val="1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t158"/>
            <p:cNvSpPr/>
            <p:nvPr/>
          </p:nvSpPr>
          <p:spPr>
            <a:xfrm>
              <a:off x="2146222" y="3039422"/>
              <a:ext cx="52044" cy="52044"/>
            </a:xfrm>
            <a:prstGeom prst="ellipse">
              <a:avLst/>
            </a:prstGeom>
            <a:solidFill>
              <a:srgbClr val="FFEACD">
                <a:alpha val="16862"/>
              </a:srgbClr>
            </a:solidFill>
            <a:ln w="9000" cap="rnd">
              <a:solidFill>
                <a:srgbClr val="FFEACD">
                  <a:alpha val="1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t159"/>
            <p:cNvSpPr/>
            <p:nvPr/>
          </p:nvSpPr>
          <p:spPr>
            <a:xfrm>
              <a:off x="2145612" y="3036467"/>
              <a:ext cx="48574" cy="48574"/>
            </a:xfrm>
            <a:prstGeom prst="ellipse">
              <a:avLst/>
            </a:prstGeom>
            <a:solidFill>
              <a:srgbClr val="FFD294">
                <a:alpha val="24705"/>
              </a:srgbClr>
            </a:solidFill>
            <a:ln w="9000" cap="rnd">
              <a:solidFill>
                <a:srgbClr val="FFD294">
                  <a:alpha val="2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t160"/>
            <p:cNvSpPr/>
            <p:nvPr/>
          </p:nvSpPr>
          <p:spPr>
            <a:xfrm>
              <a:off x="2149193" y="3033569"/>
              <a:ext cx="41412" cy="41412"/>
            </a:xfrm>
            <a:prstGeom prst="ellipse">
              <a:avLst/>
            </a:prstGeom>
            <a:solidFill>
              <a:srgbClr val="FFD08E">
                <a:alpha val="25490"/>
              </a:srgbClr>
            </a:solidFill>
            <a:ln w="9000" cap="rnd">
              <a:solidFill>
                <a:srgbClr val="FFD08E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t161"/>
            <p:cNvSpPr/>
            <p:nvPr/>
          </p:nvSpPr>
          <p:spPr>
            <a:xfrm>
              <a:off x="2150565" y="3026351"/>
              <a:ext cx="43357" cy="43357"/>
            </a:xfrm>
            <a:prstGeom prst="ellipse">
              <a:avLst/>
            </a:prstGeom>
            <a:solidFill>
              <a:srgbClr val="FFBD5F">
                <a:alpha val="31764"/>
              </a:srgbClr>
            </a:solidFill>
            <a:ln w="9000" cap="rnd">
              <a:solidFill>
                <a:srgbClr val="FFBD5F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t162"/>
            <p:cNvSpPr/>
            <p:nvPr/>
          </p:nvSpPr>
          <p:spPr>
            <a:xfrm>
              <a:off x="2145612" y="3022035"/>
              <a:ext cx="48574" cy="48574"/>
            </a:xfrm>
            <a:prstGeom prst="ellipse">
              <a:avLst/>
            </a:prstGeom>
            <a:solidFill>
              <a:srgbClr val="FFCF8B">
                <a:alpha val="25882"/>
              </a:srgbClr>
            </a:solidFill>
            <a:ln w="9000" cap="rnd">
              <a:solidFill>
                <a:srgbClr val="FFCF8B">
                  <a:alpha val="2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t163"/>
            <p:cNvSpPr/>
            <p:nvPr/>
          </p:nvSpPr>
          <p:spPr>
            <a:xfrm>
              <a:off x="2145491" y="3018124"/>
              <a:ext cx="53505" cy="53505"/>
            </a:xfrm>
            <a:prstGeom prst="ellipse">
              <a:avLst/>
            </a:prstGeom>
            <a:solidFill>
              <a:srgbClr val="FFBD5D">
                <a:alpha val="31764"/>
              </a:srgbClr>
            </a:solidFill>
            <a:ln w="9000" cap="rnd">
              <a:solidFill>
                <a:srgbClr val="FFBD5D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t164"/>
            <p:cNvSpPr/>
            <p:nvPr/>
          </p:nvSpPr>
          <p:spPr>
            <a:xfrm>
              <a:off x="2143232" y="3017244"/>
              <a:ext cx="48574" cy="48574"/>
            </a:xfrm>
            <a:prstGeom prst="ellipse">
              <a:avLst/>
            </a:prstGeom>
            <a:solidFill>
              <a:srgbClr val="FFD396">
                <a:alpha val="24313"/>
              </a:srgbClr>
            </a:solidFill>
            <a:ln w="9000" cap="rnd">
              <a:solidFill>
                <a:srgbClr val="FFD396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t165"/>
            <p:cNvSpPr/>
            <p:nvPr/>
          </p:nvSpPr>
          <p:spPr>
            <a:xfrm>
              <a:off x="2139745" y="3009069"/>
              <a:ext cx="55548" cy="55548"/>
            </a:xfrm>
            <a:prstGeom prst="ellipse">
              <a:avLst/>
            </a:prstGeom>
            <a:solidFill>
              <a:srgbClr val="FFB444">
                <a:alpha val="34901"/>
              </a:srgbClr>
            </a:solidFill>
            <a:ln w="9000" cap="rnd">
              <a:solidFill>
                <a:srgbClr val="FFB444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t166"/>
            <p:cNvSpPr/>
            <p:nvPr/>
          </p:nvSpPr>
          <p:spPr>
            <a:xfrm>
              <a:off x="2148782" y="3006945"/>
              <a:ext cx="46923" cy="46923"/>
            </a:xfrm>
            <a:prstGeom prst="ellipse">
              <a:avLst/>
            </a:prstGeom>
            <a:solidFill>
              <a:srgbClr val="FFB23E">
                <a:alpha val="35686"/>
              </a:srgbClr>
            </a:solidFill>
            <a:ln w="9000" cap="rnd">
              <a:solidFill>
                <a:srgbClr val="FFB23E">
                  <a:alpha val="3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t167"/>
            <p:cNvSpPr/>
            <p:nvPr/>
          </p:nvSpPr>
          <p:spPr>
            <a:xfrm>
              <a:off x="2147957" y="3004521"/>
              <a:ext cx="48574" cy="48574"/>
            </a:xfrm>
            <a:prstGeom prst="ellipse">
              <a:avLst/>
            </a:prstGeom>
            <a:solidFill>
              <a:srgbClr val="FFC675">
                <a:alpha val="28627"/>
              </a:srgbClr>
            </a:solidFill>
            <a:ln w="9000" cap="rnd">
              <a:solidFill>
                <a:srgbClr val="FFC675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t168"/>
            <p:cNvSpPr/>
            <p:nvPr/>
          </p:nvSpPr>
          <p:spPr>
            <a:xfrm>
              <a:off x="2143232" y="2996527"/>
              <a:ext cx="48574" cy="48574"/>
            </a:xfrm>
            <a:prstGeom prst="ellipse">
              <a:avLst/>
            </a:prstGeom>
            <a:solidFill>
              <a:srgbClr val="FFD292">
                <a:alpha val="24705"/>
              </a:srgbClr>
            </a:solidFill>
            <a:ln w="9000" cap="rnd">
              <a:solidFill>
                <a:srgbClr val="FFD292">
                  <a:alpha val="2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t169"/>
            <p:cNvSpPr/>
            <p:nvPr/>
          </p:nvSpPr>
          <p:spPr>
            <a:xfrm>
              <a:off x="2154917" y="2985504"/>
              <a:ext cx="39342" cy="39342"/>
            </a:xfrm>
            <a:prstGeom prst="ellipse">
              <a:avLst/>
            </a:prstGeom>
            <a:solidFill>
              <a:srgbClr val="FFEDD5">
                <a:alpha val="15686"/>
              </a:srgbClr>
            </a:solidFill>
            <a:ln w="9000" cap="rnd">
              <a:solidFill>
                <a:srgbClr val="FFEDD5">
                  <a:alpha val="1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t170"/>
            <p:cNvSpPr/>
            <p:nvPr/>
          </p:nvSpPr>
          <p:spPr>
            <a:xfrm>
              <a:off x="2148221" y="2956259"/>
              <a:ext cx="43357" cy="43357"/>
            </a:xfrm>
            <a:prstGeom prst="ellipse">
              <a:avLst/>
            </a:prstGeom>
            <a:solidFill>
              <a:srgbClr val="FFA817">
                <a:alpha val="39215"/>
              </a:srgbClr>
            </a:solidFill>
            <a:ln w="9000" cap="rnd">
              <a:solidFill>
                <a:srgbClr val="FFA817">
                  <a:alpha val="3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t171"/>
            <p:cNvSpPr/>
            <p:nvPr/>
          </p:nvSpPr>
          <p:spPr>
            <a:xfrm>
              <a:off x="2139224" y="2942529"/>
              <a:ext cx="61350" cy="61350"/>
            </a:xfrm>
            <a:prstGeom prst="ellipse">
              <a:avLst/>
            </a:prstGeom>
            <a:solidFill>
              <a:srgbClr val="FFAE33">
                <a:alpha val="36862"/>
              </a:srgbClr>
            </a:solidFill>
            <a:ln w="9000" cap="rnd">
              <a:solidFill>
                <a:srgbClr val="FFAE33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t172"/>
            <p:cNvSpPr/>
            <p:nvPr/>
          </p:nvSpPr>
          <p:spPr>
            <a:xfrm>
              <a:off x="2145612" y="2944375"/>
              <a:ext cx="48574" cy="48574"/>
            </a:xfrm>
            <a:prstGeom prst="ellipse">
              <a:avLst/>
            </a:prstGeom>
            <a:solidFill>
              <a:srgbClr val="FFA710">
                <a:alpha val="39607"/>
              </a:srgbClr>
            </a:solidFill>
            <a:ln w="9000" cap="rnd">
              <a:solidFill>
                <a:srgbClr val="FFA710">
                  <a:alpha val="3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t173"/>
            <p:cNvSpPr/>
            <p:nvPr/>
          </p:nvSpPr>
          <p:spPr>
            <a:xfrm>
              <a:off x="2150565" y="2940201"/>
              <a:ext cx="43357" cy="43357"/>
            </a:xfrm>
            <a:prstGeom prst="ellipse">
              <a:avLst/>
            </a:prstGeom>
            <a:solidFill>
              <a:srgbClr val="FFD599">
                <a:alpha val="23921"/>
              </a:srgbClr>
            </a:solidFill>
            <a:ln w="9000" cap="rnd">
              <a:solidFill>
                <a:srgbClr val="FFD599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t174"/>
            <p:cNvSpPr/>
            <p:nvPr/>
          </p:nvSpPr>
          <p:spPr>
            <a:xfrm>
              <a:off x="2145612" y="2936202"/>
              <a:ext cx="48574" cy="48574"/>
            </a:xfrm>
            <a:prstGeom prst="ellipse">
              <a:avLst/>
            </a:prstGeom>
            <a:solidFill>
              <a:srgbClr val="FFC87A">
                <a:alpha val="28235"/>
              </a:srgbClr>
            </a:solidFill>
            <a:ln w="9000" cap="rnd">
              <a:solidFill>
                <a:srgbClr val="FFC87A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t175"/>
            <p:cNvSpPr/>
            <p:nvPr/>
          </p:nvSpPr>
          <p:spPr>
            <a:xfrm>
              <a:off x="2143069" y="2932062"/>
              <a:ext cx="53659" cy="53659"/>
            </a:xfrm>
            <a:prstGeom prst="ellipse">
              <a:avLst/>
            </a:prstGeom>
            <a:solidFill>
              <a:srgbClr val="FFDEAF">
                <a:alpha val="20784"/>
              </a:srgbClr>
            </a:solidFill>
            <a:ln w="9000" cap="rnd">
              <a:solidFill>
                <a:srgbClr val="FFDEAF">
                  <a:alpha val="2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t176"/>
            <p:cNvSpPr/>
            <p:nvPr/>
          </p:nvSpPr>
          <p:spPr>
            <a:xfrm>
              <a:off x="2145612" y="2934543"/>
              <a:ext cx="48574" cy="48574"/>
            </a:xfrm>
            <a:prstGeom prst="ellipse">
              <a:avLst/>
            </a:prstGeom>
            <a:solidFill>
              <a:srgbClr val="FFCD85">
                <a:alpha val="26666"/>
              </a:srgbClr>
            </a:solidFill>
            <a:ln w="9000" cap="rnd">
              <a:solidFill>
                <a:srgbClr val="FFCD85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t177"/>
            <p:cNvSpPr/>
            <p:nvPr/>
          </p:nvSpPr>
          <p:spPr>
            <a:xfrm>
              <a:off x="2154917" y="2939047"/>
              <a:ext cx="39342" cy="39342"/>
            </a:xfrm>
            <a:prstGeom prst="ellipse">
              <a:avLst/>
            </a:prstGeom>
            <a:solidFill>
              <a:srgbClr val="FFD08D">
                <a:alpha val="25490"/>
              </a:srgbClr>
            </a:solidFill>
            <a:ln w="9000" cap="rnd">
              <a:solidFill>
                <a:srgbClr val="FFD08D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t178"/>
            <p:cNvSpPr/>
            <p:nvPr/>
          </p:nvSpPr>
          <p:spPr>
            <a:xfrm>
              <a:off x="2145612" y="2913715"/>
              <a:ext cx="48574" cy="48574"/>
            </a:xfrm>
            <a:prstGeom prst="ellipse">
              <a:avLst/>
            </a:prstGeom>
            <a:solidFill>
              <a:srgbClr val="FFCC83">
                <a:alpha val="26666"/>
              </a:srgbClr>
            </a:solidFill>
            <a:ln w="9000" cap="rnd">
              <a:solidFill>
                <a:srgbClr val="FFCC83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t179"/>
            <p:cNvSpPr/>
            <p:nvPr/>
          </p:nvSpPr>
          <p:spPr>
            <a:xfrm>
              <a:off x="2143232" y="2889755"/>
              <a:ext cx="48574" cy="48574"/>
            </a:xfrm>
            <a:prstGeom prst="ellipse">
              <a:avLst/>
            </a:prstGeom>
            <a:solidFill>
              <a:srgbClr val="FFD395">
                <a:alpha val="24313"/>
              </a:srgbClr>
            </a:solidFill>
            <a:ln w="9000" cap="rnd">
              <a:solidFill>
                <a:srgbClr val="FFD395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t180"/>
            <p:cNvSpPr/>
            <p:nvPr/>
          </p:nvSpPr>
          <p:spPr>
            <a:xfrm>
              <a:off x="2150565" y="2826957"/>
              <a:ext cx="43357" cy="43357"/>
            </a:xfrm>
            <a:prstGeom prst="ellipse">
              <a:avLst/>
            </a:prstGeom>
            <a:solidFill>
              <a:srgbClr val="FFDBA8">
                <a:alpha val="21960"/>
              </a:srgbClr>
            </a:solidFill>
            <a:ln w="9000" cap="rnd">
              <a:solidFill>
                <a:srgbClr val="FFDBA8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t181"/>
            <p:cNvSpPr/>
            <p:nvPr/>
          </p:nvSpPr>
          <p:spPr>
            <a:xfrm>
              <a:off x="2146437" y="2792006"/>
              <a:ext cx="46923" cy="46923"/>
            </a:xfrm>
            <a:prstGeom prst="ellipse">
              <a:avLst/>
            </a:prstGeom>
            <a:solidFill>
              <a:srgbClr val="FFD59A">
                <a:alpha val="23921"/>
              </a:srgbClr>
            </a:solidFill>
            <a:ln w="9000" cap="rnd">
              <a:solidFill>
                <a:srgbClr val="FFD59A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t182"/>
            <p:cNvSpPr/>
            <p:nvPr/>
          </p:nvSpPr>
          <p:spPr>
            <a:xfrm>
              <a:off x="2143232" y="2781320"/>
              <a:ext cx="48574" cy="48574"/>
            </a:xfrm>
            <a:prstGeom prst="ellipse">
              <a:avLst/>
            </a:prstGeom>
            <a:solidFill>
              <a:srgbClr val="FFC573">
                <a:alpha val="29019"/>
              </a:srgbClr>
            </a:solidFill>
            <a:ln w="9000" cap="rnd">
              <a:solidFill>
                <a:srgbClr val="FFC573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t183"/>
            <p:cNvSpPr/>
            <p:nvPr/>
          </p:nvSpPr>
          <p:spPr>
            <a:xfrm>
              <a:off x="2153882" y="2782096"/>
              <a:ext cx="41412" cy="41412"/>
            </a:xfrm>
            <a:prstGeom prst="ellipse">
              <a:avLst/>
            </a:prstGeom>
            <a:solidFill>
              <a:srgbClr val="FFD190">
                <a:alpha val="25098"/>
              </a:srgbClr>
            </a:solidFill>
            <a:ln w="9000" cap="rnd">
              <a:solidFill>
                <a:srgbClr val="FFD190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t184"/>
            <p:cNvSpPr/>
            <p:nvPr/>
          </p:nvSpPr>
          <p:spPr>
            <a:xfrm>
              <a:off x="2150565" y="2773049"/>
              <a:ext cx="43357" cy="43357"/>
            </a:xfrm>
            <a:prstGeom prst="ellipse">
              <a:avLst/>
            </a:prstGeom>
            <a:solidFill>
              <a:srgbClr val="FFD190">
                <a:alpha val="25098"/>
              </a:srgbClr>
            </a:solidFill>
            <a:ln w="9000" cap="rnd">
              <a:solidFill>
                <a:srgbClr val="FFD190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t185"/>
            <p:cNvSpPr/>
            <p:nvPr/>
          </p:nvSpPr>
          <p:spPr>
            <a:xfrm>
              <a:off x="2146401" y="2755930"/>
              <a:ext cx="51684" cy="51684"/>
            </a:xfrm>
            <a:prstGeom prst="ellipse">
              <a:avLst/>
            </a:prstGeom>
            <a:solidFill>
              <a:srgbClr val="FFE1B8">
                <a:alpha val="19607"/>
              </a:srgbClr>
            </a:solidFill>
            <a:ln w="9000" cap="rnd">
              <a:solidFill>
                <a:srgbClr val="FFE1B8">
                  <a:alpha val="1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t186"/>
            <p:cNvSpPr/>
            <p:nvPr/>
          </p:nvSpPr>
          <p:spPr>
            <a:xfrm>
              <a:off x="2148221" y="2742797"/>
              <a:ext cx="43357" cy="43357"/>
            </a:xfrm>
            <a:prstGeom prst="ellipse">
              <a:avLst/>
            </a:prstGeom>
            <a:solidFill>
              <a:srgbClr val="FFC065">
                <a:alpha val="30980"/>
              </a:srgbClr>
            </a:solidFill>
            <a:ln w="9000" cap="rnd">
              <a:solidFill>
                <a:srgbClr val="FFC065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t187"/>
            <p:cNvSpPr/>
            <p:nvPr/>
          </p:nvSpPr>
          <p:spPr>
            <a:xfrm>
              <a:off x="2151139" y="2726652"/>
              <a:ext cx="46898" cy="46898"/>
            </a:xfrm>
            <a:prstGeom prst="ellipse">
              <a:avLst/>
            </a:prstGeom>
            <a:solidFill>
              <a:srgbClr val="FFCE89">
                <a:alpha val="26274"/>
              </a:srgbClr>
            </a:solidFill>
            <a:ln w="9000" cap="rnd">
              <a:solidFill>
                <a:srgbClr val="FFCE89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t188"/>
            <p:cNvSpPr/>
            <p:nvPr/>
          </p:nvSpPr>
          <p:spPr>
            <a:xfrm>
              <a:off x="2150565" y="2723694"/>
              <a:ext cx="43357" cy="43357"/>
            </a:xfrm>
            <a:prstGeom prst="ellipse">
              <a:avLst/>
            </a:prstGeom>
            <a:solidFill>
              <a:srgbClr val="FFDDAD">
                <a:alpha val="21176"/>
              </a:srgbClr>
            </a:solidFill>
            <a:ln w="9000" cap="rnd">
              <a:solidFill>
                <a:srgbClr val="FFDDAD">
                  <a:alpha val="2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t189"/>
            <p:cNvSpPr/>
            <p:nvPr/>
          </p:nvSpPr>
          <p:spPr>
            <a:xfrm>
              <a:off x="2147957" y="2655658"/>
              <a:ext cx="48574" cy="48574"/>
            </a:xfrm>
            <a:prstGeom prst="ellipse">
              <a:avLst/>
            </a:prstGeom>
            <a:solidFill>
              <a:srgbClr val="FFCF8B">
                <a:alpha val="25882"/>
              </a:srgbClr>
            </a:solidFill>
            <a:ln w="9000" cap="rnd">
              <a:solidFill>
                <a:srgbClr val="FFCF8B">
                  <a:alpha val="2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t190"/>
            <p:cNvSpPr/>
            <p:nvPr/>
          </p:nvSpPr>
          <p:spPr>
            <a:xfrm>
              <a:off x="2134368" y="2590367"/>
              <a:ext cx="89890" cy="89890"/>
            </a:xfrm>
            <a:prstGeom prst="ellipse">
              <a:avLst/>
            </a:prstGeom>
            <a:solidFill>
              <a:srgbClr val="FFD293">
                <a:alpha val="24705"/>
              </a:srgbClr>
            </a:solidFill>
            <a:ln w="9000" cap="rnd">
              <a:solidFill>
                <a:srgbClr val="FFD293">
                  <a:alpha val="2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t191"/>
            <p:cNvSpPr/>
            <p:nvPr/>
          </p:nvSpPr>
          <p:spPr>
            <a:xfrm>
              <a:off x="2143232" y="2593405"/>
              <a:ext cx="48574" cy="48574"/>
            </a:xfrm>
            <a:prstGeom prst="ellipse">
              <a:avLst/>
            </a:prstGeom>
            <a:solidFill>
              <a:srgbClr val="FFC36E">
                <a:alpha val="29803"/>
              </a:srgbClr>
            </a:solidFill>
            <a:ln w="9000" cap="rnd">
              <a:solidFill>
                <a:srgbClr val="FFC36E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t192"/>
            <p:cNvSpPr/>
            <p:nvPr/>
          </p:nvSpPr>
          <p:spPr>
            <a:xfrm>
              <a:off x="2148746" y="2465099"/>
              <a:ext cx="51684" cy="51684"/>
            </a:xfrm>
            <a:prstGeom prst="ellipse">
              <a:avLst/>
            </a:prstGeom>
            <a:solidFill>
              <a:srgbClr val="FFC572">
                <a:alpha val="29019"/>
              </a:srgbClr>
            </a:solidFill>
            <a:ln w="9000" cap="rnd">
              <a:solidFill>
                <a:srgbClr val="FFC572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t193"/>
            <p:cNvSpPr/>
            <p:nvPr/>
          </p:nvSpPr>
          <p:spPr>
            <a:xfrm>
              <a:off x="2148746" y="2447504"/>
              <a:ext cx="51684" cy="51684"/>
            </a:xfrm>
            <a:prstGeom prst="ellipse">
              <a:avLst/>
            </a:prstGeom>
            <a:solidFill>
              <a:srgbClr val="FFBC5B">
                <a:alpha val="32156"/>
              </a:srgbClr>
            </a:solidFill>
            <a:ln w="9000" cap="rnd">
              <a:solidFill>
                <a:srgbClr val="FFBC5B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t194"/>
            <p:cNvSpPr/>
            <p:nvPr/>
          </p:nvSpPr>
          <p:spPr>
            <a:xfrm>
              <a:off x="2145612" y="2322443"/>
              <a:ext cx="48574" cy="48574"/>
            </a:xfrm>
            <a:prstGeom prst="ellipse">
              <a:avLst/>
            </a:prstGeom>
            <a:solidFill>
              <a:srgbClr val="FFD69D">
                <a:alpha val="23137"/>
              </a:srgbClr>
            </a:solidFill>
            <a:ln w="9000" cap="rnd">
              <a:solidFill>
                <a:srgbClr val="FFD69D">
                  <a:alpha val="2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t195"/>
            <p:cNvSpPr/>
            <p:nvPr/>
          </p:nvSpPr>
          <p:spPr>
            <a:xfrm>
              <a:off x="2148746" y="2289092"/>
              <a:ext cx="51684" cy="51684"/>
            </a:xfrm>
            <a:prstGeom prst="ellipse">
              <a:avLst/>
            </a:prstGeom>
            <a:solidFill>
              <a:srgbClr val="FFD395">
                <a:alpha val="24313"/>
              </a:srgbClr>
            </a:solidFill>
            <a:ln w="9000" cap="rnd">
              <a:solidFill>
                <a:srgbClr val="FFD395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t196"/>
            <p:cNvSpPr/>
            <p:nvPr/>
          </p:nvSpPr>
          <p:spPr>
            <a:xfrm>
              <a:off x="2145612" y="2279414"/>
              <a:ext cx="48574" cy="48574"/>
            </a:xfrm>
            <a:prstGeom prst="ellipse">
              <a:avLst/>
            </a:prstGeom>
            <a:solidFill>
              <a:srgbClr val="FFD69B">
                <a:alpha val="23529"/>
              </a:srgbClr>
            </a:solidFill>
            <a:ln w="9000" cap="rnd">
              <a:solidFill>
                <a:srgbClr val="FFD69B">
                  <a:alpha val="2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t197"/>
            <p:cNvSpPr/>
            <p:nvPr/>
          </p:nvSpPr>
          <p:spPr>
            <a:xfrm>
              <a:off x="2151091" y="2252488"/>
              <a:ext cx="51684" cy="51684"/>
            </a:xfrm>
            <a:prstGeom prst="ellipse">
              <a:avLst/>
            </a:prstGeom>
            <a:solidFill>
              <a:srgbClr val="FFC471">
                <a:alpha val="29411"/>
              </a:srgbClr>
            </a:solidFill>
            <a:ln w="9000" cap="rnd">
              <a:solidFill>
                <a:srgbClr val="FFC471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t198"/>
            <p:cNvSpPr/>
            <p:nvPr/>
          </p:nvSpPr>
          <p:spPr>
            <a:xfrm>
              <a:off x="2143232" y="2239604"/>
              <a:ext cx="48574" cy="48574"/>
            </a:xfrm>
            <a:prstGeom prst="ellipse">
              <a:avLst/>
            </a:prstGeom>
            <a:solidFill>
              <a:srgbClr val="FFD59B">
                <a:alpha val="23529"/>
              </a:srgbClr>
            </a:solidFill>
            <a:ln w="9000" cap="rnd">
              <a:solidFill>
                <a:srgbClr val="FFD59B">
                  <a:alpha val="2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t199"/>
            <p:cNvSpPr/>
            <p:nvPr/>
          </p:nvSpPr>
          <p:spPr>
            <a:xfrm>
              <a:off x="2143232" y="2212256"/>
              <a:ext cx="48574" cy="48574"/>
            </a:xfrm>
            <a:prstGeom prst="ellipse">
              <a:avLst/>
            </a:prstGeom>
            <a:solidFill>
              <a:srgbClr val="FFD69D">
                <a:alpha val="23137"/>
              </a:srgbClr>
            </a:solidFill>
            <a:ln w="9000" cap="rnd">
              <a:solidFill>
                <a:srgbClr val="FFD69D">
                  <a:alpha val="2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t200"/>
            <p:cNvSpPr/>
            <p:nvPr/>
          </p:nvSpPr>
          <p:spPr>
            <a:xfrm>
              <a:off x="2147153" y="3543904"/>
              <a:ext cx="50182" cy="50182"/>
            </a:xfrm>
            <a:prstGeom prst="ellipse">
              <a:avLst/>
            </a:prstGeom>
            <a:solidFill>
              <a:srgbClr val="FFE6C3">
                <a:alpha val="18039"/>
              </a:srgbClr>
            </a:solidFill>
            <a:ln w="9000" cap="rnd">
              <a:solidFill>
                <a:srgbClr val="FFE6C3">
                  <a:alpha val="1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t201"/>
            <p:cNvSpPr/>
            <p:nvPr/>
          </p:nvSpPr>
          <p:spPr>
            <a:xfrm>
              <a:off x="2154908" y="3551659"/>
              <a:ext cx="34671" cy="34671"/>
            </a:xfrm>
            <a:prstGeom prst="ellipse">
              <a:avLst/>
            </a:prstGeom>
            <a:solidFill>
              <a:srgbClr val="FFF7EB">
                <a:alpha val="12549"/>
              </a:srgbClr>
            </a:solidFill>
            <a:ln w="9000" cap="rnd">
              <a:solidFill>
                <a:srgbClr val="FFF7EB">
                  <a:alpha val="1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t202"/>
            <p:cNvSpPr/>
            <p:nvPr/>
          </p:nvSpPr>
          <p:spPr>
            <a:xfrm>
              <a:off x="2147944" y="3524120"/>
              <a:ext cx="48598" cy="48598"/>
            </a:xfrm>
            <a:prstGeom prst="ellipse">
              <a:avLst/>
            </a:prstGeom>
            <a:solidFill>
              <a:srgbClr val="FFCD86">
                <a:alpha val="26274"/>
              </a:srgbClr>
            </a:solidFill>
            <a:ln w="9000" cap="rnd">
              <a:solidFill>
                <a:srgbClr val="FFCD86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t203"/>
            <p:cNvSpPr/>
            <p:nvPr/>
          </p:nvSpPr>
          <p:spPr>
            <a:xfrm>
              <a:off x="2147153" y="3512232"/>
              <a:ext cx="50182" cy="50182"/>
            </a:xfrm>
            <a:prstGeom prst="ellipse">
              <a:avLst/>
            </a:prstGeom>
            <a:solidFill>
              <a:srgbClr val="FFDDAD">
                <a:alpha val="21176"/>
              </a:srgbClr>
            </a:solidFill>
            <a:ln w="9000" cap="rnd">
              <a:solidFill>
                <a:srgbClr val="FFDDAD">
                  <a:alpha val="2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t204"/>
            <p:cNvSpPr/>
            <p:nvPr/>
          </p:nvSpPr>
          <p:spPr>
            <a:xfrm>
              <a:off x="2142428" y="3507222"/>
              <a:ext cx="50182" cy="50182"/>
            </a:xfrm>
            <a:prstGeom prst="ellipse">
              <a:avLst/>
            </a:prstGeom>
            <a:solidFill>
              <a:srgbClr val="FFD9A3">
                <a:alpha val="22352"/>
              </a:srgbClr>
            </a:solidFill>
            <a:ln w="9000" cap="rnd">
              <a:solidFill>
                <a:srgbClr val="FFD9A3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t205"/>
            <p:cNvSpPr/>
            <p:nvPr/>
          </p:nvSpPr>
          <p:spPr>
            <a:xfrm>
              <a:off x="2147153" y="3500920"/>
              <a:ext cx="50182" cy="50182"/>
            </a:xfrm>
            <a:prstGeom prst="ellipse">
              <a:avLst/>
            </a:prstGeom>
            <a:solidFill>
              <a:srgbClr val="FFE1B6">
                <a:alpha val="20000"/>
              </a:srgbClr>
            </a:solidFill>
            <a:ln w="9000" cap="rnd">
              <a:solidFill>
                <a:srgbClr val="FFE1B6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t206"/>
            <p:cNvSpPr/>
            <p:nvPr/>
          </p:nvSpPr>
          <p:spPr>
            <a:xfrm>
              <a:off x="2147944" y="3501595"/>
              <a:ext cx="48598" cy="48598"/>
            </a:xfrm>
            <a:prstGeom prst="ellipse">
              <a:avLst/>
            </a:prstGeom>
            <a:solidFill>
              <a:srgbClr val="FFDFB3">
                <a:alpha val="20392"/>
              </a:srgbClr>
            </a:solidFill>
            <a:ln w="9000" cap="rnd">
              <a:solidFill>
                <a:srgbClr val="FFDFB3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t207"/>
            <p:cNvSpPr/>
            <p:nvPr/>
          </p:nvSpPr>
          <p:spPr>
            <a:xfrm>
              <a:off x="2154908" y="3508559"/>
              <a:ext cx="34671" cy="34671"/>
            </a:xfrm>
            <a:prstGeom prst="ellipse">
              <a:avLst/>
            </a:prstGeom>
            <a:solidFill>
              <a:srgbClr val="FFEED6">
                <a:alpha val="15686"/>
              </a:srgbClr>
            </a:solidFill>
            <a:ln w="9000" cap="rnd">
              <a:solidFill>
                <a:srgbClr val="FFEED6">
                  <a:alpha val="1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t208"/>
            <p:cNvSpPr/>
            <p:nvPr/>
          </p:nvSpPr>
          <p:spPr>
            <a:xfrm>
              <a:off x="2153882" y="3502095"/>
              <a:ext cx="41412" cy="41412"/>
            </a:xfrm>
            <a:prstGeom prst="ellipse">
              <a:avLst/>
            </a:prstGeom>
            <a:solidFill>
              <a:srgbClr val="FFDAA5">
                <a:alpha val="22352"/>
              </a:srgbClr>
            </a:solidFill>
            <a:ln w="9000" cap="rnd">
              <a:solidFill>
                <a:srgbClr val="FFDAA5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t209"/>
            <p:cNvSpPr/>
            <p:nvPr/>
          </p:nvSpPr>
          <p:spPr>
            <a:xfrm>
              <a:off x="2149645" y="3487499"/>
              <a:ext cx="45197" cy="45197"/>
            </a:xfrm>
            <a:prstGeom prst="ellipse">
              <a:avLst/>
            </a:prstGeom>
            <a:solidFill>
              <a:srgbClr val="FFD190">
                <a:alpha val="25098"/>
              </a:srgbClr>
            </a:solidFill>
            <a:ln w="9000" cap="rnd">
              <a:solidFill>
                <a:srgbClr val="FFD190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t210"/>
            <p:cNvSpPr/>
            <p:nvPr/>
          </p:nvSpPr>
          <p:spPr>
            <a:xfrm>
              <a:off x="2154908" y="3492762"/>
              <a:ext cx="34671" cy="34671"/>
            </a:xfrm>
            <a:prstGeom prst="ellipse">
              <a:avLst/>
            </a:prstGeom>
            <a:solidFill>
              <a:srgbClr val="FFE0B5">
                <a:alpha val="20000"/>
              </a:srgbClr>
            </a:solidFill>
            <a:ln w="9000" cap="rnd">
              <a:solidFill>
                <a:srgbClr val="FFE0B5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t211"/>
            <p:cNvSpPr/>
            <p:nvPr/>
          </p:nvSpPr>
          <p:spPr>
            <a:xfrm>
              <a:off x="2149645" y="3485874"/>
              <a:ext cx="45197" cy="45197"/>
            </a:xfrm>
            <a:prstGeom prst="ellipse">
              <a:avLst/>
            </a:prstGeom>
            <a:solidFill>
              <a:srgbClr val="FFE6C2">
                <a:alpha val="18431"/>
              </a:srgbClr>
            </a:solidFill>
            <a:ln w="9000" cap="rnd">
              <a:solidFill>
                <a:srgbClr val="FFE6C2">
                  <a:alpha val="1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t212"/>
            <p:cNvSpPr/>
            <p:nvPr/>
          </p:nvSpPr>
          <p:spPr>
            <a:xfrm>
              <a:off x="2149645" y="3461994"/>
              <a:ext cx="45197" cy="45197"/>
            </a:xfrm>
            <a:prstGeom prst="ellipse">
              <a:avLst/>
            </a:prstGeom>
            <a:solidFill>
              <a:srgbClr val="FFE5C0">
                <a:alpha val="18431"/>
              </a:srgbClr>
            </a:solidFill>
            <a:ln w="9000" cap="rnd">
              <a:solidFill>
                <a:srgbClr val="FFE5C0">
                  <a:alpha val="1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t213"/>
            <p:cNvSpPr/>
            <p:nvPr/>
          </p:nvSpPr>
          <p:spPr>
            <a:xfrm>
              <a:off x="2147153" y="3453306"/>
              <a:ext cx="50182" cy="50182"/>
            </a:xfrm>
            <a:prstGeom prst="ellipse">
              <a:avLst/>
            </a:prstGeom>
            <a:solidFill>
              <a:srgbClr val="FFE2B9">
                <a:alpha val="19607"/>
              </a:srgbClr>
            </a:solidFill>
            <a:ln w="9000" cap="rnd">
              <a:solidFill>
                <a:srgbClr val="FFE2B9">
                  <a:alpha val="1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t214"/>
            <p:cNvSpPr/>
            <p:nvPr/>
          </p:nvSpPr>
          <p:spPr>
            <a:xfrm>
              <a:off x="2123123" y="3409950"/>
              <a:ext cx="98241" cy="98241"/>
            </a:xfrm>
            <a:prstGeom prst="ellipse">
              <a:avLst/>
            </a:prstGeom>
            <a:solidFill>
              <a:srgbClr val="FFD59A">
                <a:alpha val="23529"/>
              </a:srgbClr>
            </a:solidFill>
            <a:ln w="9000" cap="rnd">
              <a:solidFill>
                <a:srgbClr val="FFD59A">
                  <a:alpha val="2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t215"/>
            <p:cNvSpPr/>
            <p:nvPr/>
          </p:nvSpPr>
          <p:spPr>
            <a:xfrm>
              <a:off x="2149645" y="3430115"/>
              <a:ext cx="45197" cy="45197"/>
            </a:xfrm>
            <a:prstGeom prst="ellipse">
              <a:avLst/>
            </a:prstGeom>
            <a:solidFill>
              <a:srgbClr val="FFD08E">
                <a:alpha val="25490"/>
              </a:srgbClr>
            </a:solidFill>
            <a:ln w="9000" cap="rnd">
              <a:solidFill>
                <a:srgbClr val="FFD08E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t216"/>
            <p:cNvSpPr/>
            <p:nvPr/>
          </p:nvSpPr>
          <p:spPr>
            <a:xfrm>
              <a:off x="2147153" y="3414875"/>
              <a:ext cx="50182" cy="50182"/>
            </a:xfrm>
            <a:prstGeom prst="ellipse">
              <a:avLst/>
            </a:prstGeom>
            <a:solidFill>
              <a:srgbClr val="FFCF8C">
                <a:alpha val="25490"/>
              </a:srgbClr>
            </a:solidFill>
            <a:ln w="9000" cap="rnd">
              <a:solidFill>
                <a:srgbClr val="FFCF8C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t217"/>
            <p:cNvSpPr/>
            <p:nvPr/>
          </p:nvSpPr>
          <p:spPr>
            <a:xfrm>
              <a:off x="2147153" y="3408439"/>
              <a:ext cx="50182" cy="50182"/>
            </a:xfrm>
            <a:prstGeom prst="ellipse">
              <a:avLst/>
            </a:prstGeom>
            <a:solidFill>
              <a:srgbClr val="FFA60B">
                <a:alpha val="39607"/>
              </a:srgbClr>
            </a:solidFill>
            <a:ln w="9000" cap="rnd">
              <a:solidFill>
                <a:srgbClr val="FFA60B">
                  <a:alpha val="3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t218"/>
            <p:cNvSpPr/>
            <p:nvPr/>
          </p:nvSpPr>
          <p:spPr>
            <a:xfrm>
              <a:off x="2154908" y="3416195"/>
              <a:ext cx="34671" cy="34671"/>
            </a:xfrm>
            <a:prstGeom prst="ellipse">
              <a:avLst/>
            </a:prstGeom>
            <a:solidFill>
              <a:srgbClr val="FFB84F">
                <a:alpha val="33725"/>
              </a:srgbClr>
            </a:solidFill>
            <a:ln w="9000" cap="rnd">
              <a:solidFill>
                <a:srgbClr val="FFB84F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t219"/>
            <p:cNvSpPr/>
            <p:nvPr/>
          </p:nvSpPr>
          <p:spPr>
            <a:xfrm>
              <a:off x="2154908" y="3416195"/>
              <a:ext cx="34671" cy="34671"/>
            </a:xfrm>
            <a:prstGeom prst="ellipse">
              <a:avLst/>
            </a:prstGeom>
            <a:solidFill>
              <a:srgbClr val="FFB84F">
                <a:alpha val="33725"/>
              </a:srgbClr>
            </a:solidFill>
            <a:ln w="9000" cap="rnd">
              <a:solidFill>
                <a:srgbClr val="FFB84F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t220"/>
            <p:cNvSpPr/>
            <p:nvPr/>
          </p:nvSpPr>
          <p:spPr>
            <a:xfrm>
              <a:off x="2147153" y="3406843"/>
              <a:ext cx="50182" cy="50182"/>
            </a:xfrm>
            <a:prstGeom prst="ellipse">
              <a:avLst/>
            </a:prstGeom>
            <a:solidFill>
              <a:srgbClr val="FFD497">
                <a:alpha val="24313"/>
              </a:srgbClr>
            </a:solidFill>
            <a:ln w="9000" cap="rnd">
              <a:solidFill>
                <a:srgbClr val="FFD497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t221"/>
            <p:cNvSpPr/>
            <p:nvPr/>
          </p:nvSpPr>
          <p:spPr>
            <a:xfrm>
              <a:off x="2147153" y="3405306"/>
              <a:ext cx="50182" cy="50182"/>
            </a:xfrm>
            <a:prstGeom prst="ellipse">
              <a:avLst/>
            </a:prstGeom>
            <a:solidFill>
              <a:srgbClr val="FFD08D">
                <a:alpha val="25490"/>
              </a:srgbClr>
            </a:solidFill>
            <a:ln w="9000" cap="rnd">
              <a:solidFill>
                <a:srgbClr val="FFD08D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t222"/>
            <p:cNvSpPr/>
            <p:nvPr/>
          </p:nvSpPr>
          <p:spPr>
            <a:xfrm>
              <a:off x="2147944" y="3399829"/>
              <a:ext cx="48598" cy="48598"/>
            </a:xfrm>
            <a:prstGeom prst="ellipse">
              <a:avLst/>
            </a:prstGeom>
            <a:solidFill>
              <a:srgbClr val="FFCD88">
                <a:alpha val="26274"/>
              </a:srgbClr>
            </a:solidFill>
            <a:ln w="9000" cap="rnd">
              <a:solidFill>
                <a:srgbClr val="FFCD88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t223"/>
            <p:cNvSpPr/>
            <p:nvPr/>
          </p:nvSpPr>
          <p:spPr>
            <a:xfrm>
              <a:off x="2149645" y="3398231"/>
              <a:ext cx="45197" cy="45197"/>
            </a:xfrm>
            <a:prstGeom prst="ellipse">
              <a:avLst/>
            </a:prstGeom>
            <a:solidFill>
              <a:srgbClr val="FFE1B6">
                <a:alpha val="20000"/>
              </a:srgbClr>
            </a:solidFill>
            <a:ln w="9000" cap="rnd">
              <a:solidFill>
                <a:srgbClr val="FFE1B6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t224"/>
            <p:cNvSpPr/>
            <p:nvPr/>
          </p:nvSpPr>
          <p:spPr>
            <a:xfrm>
              <a:off x="2147153" y="3392621"/>
              <a:ext cx="50182" cy="50182"/>
            </a:xfrm>
            <a:prstGeom prst="ellipse">
              <a:avLst/>
            </a:prstGeom>
            <a:solidFill>
              <a:srgbClr val="FFE2BA">
                <a:alpha val="19215"/>
              </a:srgbClr>
            </a:solidFill>
            <a:ln w="9000" cap="rnd">
              <a:solidFill>
                <a:srgbClr val="FFE2BA">
                  <a:alpha val="1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t225"/>
            <p:cNvSpPr/>
            <p:nvPr/>
          </p:nvSpPr>
          <p:spPr>
            <a:xfrm>
              <a:off x="2147153" y="3390861"/>
              <a:ext cx="50182" cy="50182"/>
            </a:xfrm>
            <a:prstGeom prst="ellipse">
              <a:avLst/>
            </a:prstGeom>
            <a:solidFill>
              <a:srgbClr val="FFE6C4">
                <a:alpha val="18039"/>
              </a:srgbClr>
            </a:solidFill>
            <a:ln w="9000" cap="rnd">
              <a:solidFill>
                <a:srgbClr val="FFE6C4">
                  <a:alpha val="1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t226"/>
            <p:cNvSpPr/>
            <p:nvPr/>
          </p:nvSpPr>
          <p:spPr>
            <a:xfrm>
              <a:off x="2147153" y="3384501"/>
              <a:ext cx="50182" cy="50182"/>
            </a:xfrm>
            <a:prstGeom prst="ellipse">
              <a:avLst/>
            </a:prstGeom>
            <a:solidFill>
              <a:srgbClr val="FFDBA9">
                <a:alpha val="21568"/>
              </a:srgbClr>
            </a:solidFill>
            <a:ln w="9000" cap="rnd">
              <a:solidFill>
                <a:srgbClr val="FFDBA9">
                  <a:alpha val="2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t227"/>
            <p:cNvSpPr/>
            <p:nvPr/>
          </p:nvSpPr>
          <p:spPr>
            <a:xfrm>
              <a:off x="2147153" y="3383051"/>
              <a:ext cx="50182" cy="50182"/>
            </a:xfrm>
            <a:prstGeom prst="ellipse">
              <a:avLst/>
            </a:prstGeom>
            <a:solidFill>
              <a:srgbClr val="FFDEB0">
                <a:alpha val="20784"/>
              </a:srgbClr>
            </a:solidFill>
            <a:ln w="9000" cap="rnd">
              <a:solidFill>
                <a:srgbClr val="FFDEB0">
                  <a:alpha val="2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t228"/>
            <p:cNvSpPr/>
            <p:nvPr/>
          </p:nvSpPr>
          <p:spPr>
            <a:xfrm>
              <a:off x="2147153" y="3376633"/>
              <a:ext cx="50182" cy="50182"/>
            </a:xfrm>
            <a:prstGeom prst="ellipse">
              <a:avLst/>
            </a:prstGeom>
            <a:solidFill>
              <a:srgbClr val="FFCE88">
                <a:alpha val="26274"/>
              </a:srgbClr>
            </a:solidFill>
            <a:ln w="9000" cap="rnd">
              <a:solidFill>
                <a:srgbClr val="FFCE88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t229"/>
            <p:cNvSpPr/>
            <p:nvPr/>
          </p:nvSpPr>
          <p:spPr>
            <a:xfrm>
              <a:off x="2147153" y="3374966"/>
              <a:ext cx="50182" cy="50182"/>
            </a:xfrm>
            <a:prstGeom prst="ellipse">
              <a:avLst/>
            </a:prstGeom>
            <a:solidFill>
              <a:srgbClr val="FFD79E">
                <a:alpha val="23137"/>
              </a:srgbClr>
            </a:solidFill>
            <a:ln w="9000" cap="rnd">
              <a:solidFill>
                <a:srgbClr val="FFD79E">
                  <a:alpha val="2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t230"/>
            <p:cNvSpPr/>
            <p:nvPr/>
          </p:nvSpPr>
          <p:spPr>
            <a:xfrm>
              <a:off x="2147153" y="3354296"/>
              <a:ext cx="50182" cy="50182"/>
            </a:xfrm>
            <a:prstGeom prst="ellipse">
              <a:avLst/>
            </a:prstGeom>
            <a:solidFill>
              <a:srgbClr val="FFDBA8">
                <a:alpha val="21960"/>
              </a:srgbClr>
            </a:solidFill>
            <a:ln w="9000" cap="rnd">
              <a:solidFill>
                <a:srgbClr val="FFDBA8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t231"/>
            <p:cNvSpPr/>
            <p:nvPr/>
          </p:nvSpPr>
          <p:spPr>
            <a:xfrm>
              <a:off x="2147153" y="3347959"/>
              <a:ext cx="50182" cy="50182"/>
            </a:xfrm>
            <a:prstGeom prst="ellipse">
              <a:avLst/>
            </a:prstGeom>
            <a:solidFill>
              <a:srgbClr val="FFD69D">
                <a:alpha val="23137"/>
              </a:srgbClr>
            </a:solidFill>
            <a:ln w="9000" cap="rnd">
              <a:solidFill>
                <a:srgbClr val="FFD69D">
                  <a:alpha val="2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t232"/>
            <p:cNvSpPr/>
            <p:nvPr/>
          </p:nvSpPr>
          <p:spPr>
            <a:xfrm>
              <a:off x="2147153" y="3347935"/>
              <a:ext cx="50182" cy="50182"/>
            </a:xfrm>
            <a:prstGeom prst="ellipse">
              <a:avLst/>
            </a:prstGeom>
            <a:solidFill>
              <a:srgbClr val="FFC676">
                <a:alpha val="28627"/>
              </a:srgbClr>
            </a:solidFill>
            <a:ln w="9000" cap="rnd">
              <a:solidFill>
                <a:srgbClr val="FFC676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t233"/>
            <p:cNvSpPr/>
            <p:nvPr/>
          </p:nvSpPr>
          <p:spPr>
            <a:xfrm>
              <a:off x="2147153" y="3341519"/>
              <a:ext cx="50182" cy="50182"/>
            </a:xfrm>
            <a:prstGeom prst="ellipse">
              <a:avLst/>
            </a:prstGeom>
            <a:solidFill>
              <a:srgbClr val="FFDEB0">
                <a:alpha val="20784"/>
              </a:srgbClr>
            </a:solidFill>
            <a:ln w="9000" cap="rnd">
              <a:solidFill>
                <a:srgbClr val="FFDEB0">
                  <a:alpha val="2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t234"/>
            <p:cNvSpPr/>
            <p:nvPr/>
          </p:nvSpPr>
          <p:spPr>
            <a:xfrm>
              <a:off x="2147153" y="3336782"/>
              <a:ext cx="50182" cy="50182"/>
            </a:xfrm>
            <a:prstGeom prst="ellipse">
              <a:avLst/>
            </a:prstGeom>
            <a:solidFill>
              <a:srgbClr val="FFCF8C">
                <a:alpha val="25490"/>
              </a:srgbClr>
            </a:solidFill>
            <a:ln w="9000" cap="rnd">
              <a:solidFill>
                <a:srgbClr val="FFCF8C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t235"/>
            <p:cNvSpPr/>
            <p:nvPr/>
          </p:nvSpPr>
          <p:spPr>
            <a:xfrm>
              <a:off x="2147944" y="3325129"/>
              <a:ext cx="48598" cy="48598"/>
            </a:xfrm>
            <a:prstGeom prst="ellipse">
              <a:avLst/>
            </a:prstGeom>
            <a:solidFill>
              <a:srgbClr val="FFDFB2">
                <a:alpha val="20392"/>
              </a:srgbClr>
            </a:solidFill>
            <a:ln w="9000" cap="rnd">
              <a:solidFill>
                <a:srgbClr val="FFDFB2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t236"/>
            <p:cNvSpPr/>
            <p:nvPr/>
          </p:nvSpPr>
          <p:spPr>
            <a:xfrm>
              <a:off x="2147153" y="3295190"/>
              <a:ext cx="50182" cy="50182"/>
            </a:xfrm>
            <a:prstGeom prst="ellipse">
              <a:avLst/>
            </a:prstGeom>
            <a:solidFill>
              <a:srgbClr val="FFCA7E">
                <a:alpha val="27450"/>
              </a:srgbClr>
            </a:solidFill>
            <a:ln w="9000" cap="rnd">
              <a:solidFill>
                <a:srgbClr val="FFCA7E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t237"/>
            <p:cNvSpPr/>
            <p:nvPr/>
          </p:nvSpPr>
          <p:spPr>
            <a:xfrm>
              <a:off x="2147153" y="3279493"/>
              <a:ext cx="50182" cy="50182"/>
            </a:xfrm>
            <a:prstGeom prst="ellipse">
              <a:avLst/>
            </a:prstGeom>
            <a:solidFill>
              <a:srgbClr val="FFE3BC">
                <a:alpha val="19215"/>
              </a:srgbClr>
            </a:solidFill>
            <a:ln w="9000" cap="rnd">
              <a:solidFill>
                <a:srgbClr val="FFE3BC">
                  <a:alpha val="1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t238"/>
            <p:cNvSpPr/>
            <p:nvPr/>
          </p:nvSpPr>
          <p:spPr>
            <a:xfrm>
              <a:off x="2147153" y="3260623"/>
              <a:ext cx="50182" cy="50182"/>
            </a:xfrm>
            <a:prstGeom prst="ellipse">
              <a:avLst/>
            </a:prstGeom>
            <a:solidFill>
              <a:srgbClr val="FFD9A4">
                <a:alpha val="22352"/>
              </a:srgbClr>
            </a:solidFill>
            <a:ln w="9000" cap="rnd">
              <a:solidFill>
                <a:srgbClr val="FFD9A4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t239"/>
            <p:cNvSpPr/>
            <p:nvPr/>
          </p:nvSpPr>
          <p:spPr>
            <a:xfrm>
              <a:off x="2149645" y="3224542"/>
              <a:ext cx="45197" cy="45197"/>
            </a:xfrm>
            <a:prstGeom prst="ellipse">
              <a:avLst/>
            </a:prstGeom>
            <a:solidFill>
              <a:srgbClr val="FFD9A5">
                <a:alpha val="22352"/>
              </a:srgbClr>
            </a:solidFill>
            <a:ln w="9000" cap="rnd">
              <a:solidFill>
                <a:srgbClr val="FFD9A5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t240"/>
            <p:cNvSpPr/>
            <p:nvPr/>
          </p:nvSpPr>
          <p:spPr>
            <a:xfrm>
              <a:off x="2149645" y="3223242"/>
              <a:ext cx="45197" cy="45197"/>
            </a:xfrm>
            <a:prstGeom prst="ellipse">
              <a:avLst/>
            </a:prstGeom>
            <a:solidFill>
              <a:srgbClr val="FFD18F">
                <a:alpha val="25098"/>
              </a:srgbClr>
            </a:solidFill>
            <a:ln w="9000" cap="rnd">
              <a:solidFill>
                <a:srgbClr val="FFD18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t241"/>
            <p:cNvSpPr/>
            <p:nvPr/>
          </p:nvSpPr>
          <p:spPr>
            <a:xfrm>
              <a:off x="2125334" y="3157411"/>
              <a:ext cx="93820" cy="93820"/>
            </a:xfrm>
            <a:prstGeom prst="ellipse">
              <a:avLst/>
            </a:prstGeom>
            <a:solidFill>
              <a:srgbClr val="FFC26C">
                <a:alpha val="29803"/>
              </a:srgbClr>
            </a:solidFill>
            <a:ln w="9000" cap="rnd">
              <a:solidFill>
                <a:srgbClr val="FFC26C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t242"/>
            <p:cNvSpPr/>
            <p:nvPr/>
          </p:nvSpPr>
          <p:spPr>
            <a:xfrm>
              <a:off x="2144808" y="3172604"/>
              <a:ext cx="50182" cy="50182"/>
            </a:xfrm>
            <a:prstGeom prst="ellipse">
              <a:avLst/>
            </a:prstGeom>
            <a:solidFill>
              <a:srgbClr val="FFB547">
                <a:alpha val="34509"/>
              </a:srgbClr>
            </a:solidFill>
            <a:ln w="9000" cap="rnd">
              <a:solidFill>
                <a:srgbClr val="FFB547">
                  <a:alpha val="3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t243"/>
            <p:cNvSpPr/>
            <p:nvPr/>
          </p:nvSpPr>
          <p:spPr>
            <a:xfrm>
              <a:off x="2147153" y="3142521"/>
              <a:ext cx="50182" cy="50182"/>
            </a:xfrm>
            <a:prstGeom prst="ellipse">
              <a:avLst/>
            </a:prstGeom>
            <a:solidFill>
              <a:srgbClr val="FFCC84">
                <a:alpha val="26666"/>
              </a:srgbClr>
            </a:solidFill>
            <a:ln w="9000" cap="rnd">
              <a:solidFill>
                <a:srgbClr val="FFCC84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t244"/>
            <p:cNvSpPr/>
            <p:nvPr/>
          </p:nvSpPr>
          <p:spPr>
            <a:xfrm>
              <a:off x="2142428" y="3123185"/>
              <a:ext cx="50182" cy="50182"/>
            </a:xfrm>
            <a:prstGeom prst="ellipse">
              <a:avLst/>
            </a:prstGeom>
            <a:solidFill>
              <a:srgbClr val="FFDCAC">
                <a:alpha val="21176"/>
              </a:srgbClr>
            </a:solidFill>
            <a:ln w="9000" cap="rnd">
              <a:solidFill>
                <a:srgbClr val="FFDCAC">
                  <a:alpha val="2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t245"/>
            <p:cNvSpPr/>
            <p:nvPr/>
          </p:nvSpPr>
          <p:spPr>
            <a:xfrm>
              <a:off x="2140083" y="3121788"/>
              <a:ext cx="50182" cy="50182"/>
            </a:xfrm>
            <a:prstGeom prst="ellipse">
              <a:avLst/>
            </a:prstGeom>
            <a:solidFill>
              <a:srgbClr val="FFD08E">
                <a:alpha val="25490"/>
              </a:srgbClr>
            </a:solidFill>
            <a:ln w="9000" cap="rnd">
              <a:solidFill>
                <a:srgbClr val="FFD08E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t246"/>
            <p:cNvSpPr/>
            <p:nvPr/>
          </p:nvSpPr>
          <p:spPr>
            <a:xfrm>
              <a:off x="2142428" y="3110484"/>
              <a:ext cx="50182" cy="50182"/>
            </a:xfrm>
            <a:prstGeom prst="ellipse">
              <a:avLst/>
            </a:prstGeom>
            <a:solidFill>
              <a:srgbClr val="FFCE88">
                <a:alpha val="26274"/>
              </a:srgbClr>
            </a:solidFill>
            <a:ln w="9000" cap="rnd">
              <a:solidFill>
                <a:srgbClr val="FFCE88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t247"/>
            <p:cNvSpPr/>
            <p:nvPr/>
          </p:nvSpPr>
          <p:spPr>
            <a:xfrm>
              <a:off x="2147944" y="3103305"/>
              <a:ext cx="48598" cy="48598"/>
            </a:xfrm>
            <a:prstGeom prst="ellipse">
              <a:avLst/>
            </a:prstGeom>
            <a:solidFill>
              <a:srgbClr val="FFBA55">
                <a:alpha val="32941"/>
              </a:srgbClr>
            </a:solidFill>
            <a:ln w="9000" cap="rnd">
              <a:solidFill>
                <a:srgbClr val="FFBA55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t248"/>
            <p:cNvSpPr/>
            <p:nvPr/>
          </p:nvSpPr>
          <p:spPr>
            <a:xfrm>
              <a:off x="2137771" y="3086723"/>
              <a:ext cx="68944" cy="68944"/>
            </a:xfrm>
            <a:prstGeom prst="ellipse">
              <a:avLst/>
            </a:prstGeom>
            <a:solidFill>
              <a:srgbClr val="FFCF8C">
                <a:alpha val="25882"/>
              </a:srgbClr>
            </a:solidFill>
            <a:ln w="9000" cap="rnd">
              <a:solidFill>
                <a:srgbClr val="FFCF8C">
                  <a:alpha val="2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t249"/>
            <p:cNvSpPr/>
            <p:nvPr/>
          </p:nvSpPr>
          <p:spPr>
            <a:xfrm>
              <a:off x="2153882" y="3075159"/>
              <a:ext cx="41412" cy="41412"/>
            </a:xfrm>
            <a:prstGeom prst="ellipse">
              <a:avLst/>
            </a:prstGeom>
            <a:solidFill>
              <a:srgbClr val="FFC676">
                <a:alpha val="28627"/>
              </a:srgbClr>
            </a:solidFill>
            <a:ln w="9000" cap="rnd">
              <a:solidFill>
                <a:srgbClr val="FFC676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t250"/>
            <p:cNvSpPr/>
            <p:nvPr/>
          </p:nvSpPr>
          <p:spPr>
            <a:xfrm>
              <a:off x="2149645" y="3052607"/>
              <a:ext cx="45197" cy="45197"/>
            </a:xfrm>
            <a:prstGeom prst="ellipse">
              <a:avLst/>
            </a:prstGeom>
            <a:solidFill>
              <a:srgbClr val="FFC97C">
                <a:alpha val="27843"/>
              </a:srgbClr>
            </a:solidFill>
            <a:ln w="9000" cap="rnd">
              <a:solidFill>
                <a:srgbClr val="FFC97C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t251"/>
            <p:cNvSpPr/>
            <p:nvPr/>
          </p:nvSpPr>
          <p:spPr>
            <a:xfrm>
              <a:off x="2147153" y="3035723"/>
              <a:ext cx="50182" cy="50182"/>
            </a:xfrm>
            <a:prstGeom prst="ellipse">
              <a:avLst/>
            </a:prstGeom>
            <a:solidFill>
              <a:srgbClr val="FFD8A2">
                <a:alpha val="22745"/>
              </a:srgbClr>
            </a:solidFill>
            <a:ln w="9000" cap="rnd">
              <a:solidFill>
                <a:srgbClr val="FFD8A2">
                  <a:alpha val="2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t252"/>
            <p:cNvSpPr/>
            <p:nvPr/>
          </p:nvSpPr>
          <p:spPr>
            <a:xfrm>
              <a:off x="2147944" y="3027065"/>
              <a:ext cx="48598" cy="48598"/>
            </a:xfrm>
            <a:prstGeom prst="ellipse">
              <a:avLst/>
            </a:prstGeom>
            <a:solidFill>
              <a:srgbClr val="FFDAA6">
                <a:alpha val="21960"/>
              </a:srgbClr>
            </a:solidFill>
            <a:ln w="9000" cap="rnd">
              <a:solidFill>
                <a:srgbClr val="FFDAA6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t253"/>
            <p:cNvSpPr/>
            <p:nvPr/>
          </p:nvSpPr>
          <p:spPr>
            <a:xfrm>
              <a:off x="2147153" y="3018035"/>
              <a:ext cx="50182" cy="50182"/>
            </a:xfrm>
            <a:prstGeom prst="ellipse">
              <a:avLst/>
            </a:prstGeom>
            <a:solidFill>
              <a:srgbClr val="FFB74E">
                <a:alpha val="33725"/>
              </a:srgbClr>
            </a:solidFill>
            <a:ln w="9000" cap="rnd">
              <a:solidFill>
                <a:srgbClr val="FFB74E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t254"/>
            <p:cNvSpPr/>
            <p:nvPr/>
          </p:nvSpPr>
          <p:spPr>
            <a:xfrm>
              <a:off x="2149645" y="3003171"/>
              <a:ext cx="45197" cy="45197"/>
            </a:xfrm>
            <a:prstGeom prst="ellipse">
              <a:avLst/>
            </a:prstGeom>
            <a:solidFill>
              <a:srgbClr val="FFD59A">
                <a:alpha val="23921"/>
              </a:srgbClr>
            </a:solidFill>
            <a:ln w="9000" cap="rnd">
              <a:solidFill>
                <a:srgbClr val="FFD59A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t255"/>
            <p:cNvSpPr/>
            <p:nvPr/>
          </p:nvSpPr>
          <p:spPr>
            <a:xfrm>
              <a:off x="2145491" y="2998855"/>
              <a:ext cx="53505" cy="53505"/>
            </a:xfrm>
            <a:prstGeom prst="ellipse">
              <a:avLst/>
            </a:prstGeom>
            <a:solidFill>
              <a:srgbClr val="FFCA7E">
                <a:alpha val="27450"/>
              </a:srgbClr>
            </a:solidFill>
            <a:ln w="9000" cap="rnd">
              <a:solidFill>
                <a:srgbClr val="FFCA7E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t256"/>
            <p:cNvSpPr/>
            <p:nvPr/>
          </p:nvSpPr>
          <p:spPr>
            <a:xfrm>
              <a:off x="2149645" y="2999964"/>
              <a:ext cx="45197" cy="45197"/>
            </a:xfrm>
            <a:prstGeom prst="ellipse">
              <a:avLst/>
            </a:prstGeom>
            <a:solidFill>
              <a:srgbClr val="FFA715">
                <a:alpha val="39215"/>
              </a:srgbClr>
            </a:solidFill>
            <a:ln w="9000" cap="rnd">
              <a:solidFill>
                <a:srgbClr val="FFA715">
                  <a:alpha val="3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t257"/>
            <p:cNvSpPr/>
            <p:nvPr/>
          </p:nvSpPr>
          <p:spPr>
            <a:xfrm>
              <a:off x="2147153" y="2988569"/>
              <a:ext cx="50182" cy="50182"/>
            </a:xfrm>
            <a:prstGeom prst="ellipse">
              <a:avLst/>
            </a:prstGeom>
            <a:solidFill>
              <a:srgbClr val="FFDAA5">
                <a:alpha val="22352"/>
              </a:srgbClr>
            </a:solidFill>
            <a:ln w="9000" cap="rnd">
              <a:solidFill>
                <a:srgbClr val="FFDAA5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t258"/>
            <p:cNvSpPr/>
            <p:nvPr/>
          </p:nvSpPr>
          <p:spPr>
            <a:xfrm>
              <a:off x="2144128" y="2972135"/>
              <a:ext cx="56231" cy="56231"/>
            </a:xfrm>
            <a:prstGeom prst="ellipse">
              <a:avLst/>
            </a:prstGeom>
            <a:solidFill>
              <a:srgbClr val="FFA200">
                <a:alpha val="41176"/>
              </a:srgbClr>
            </a:solidFill>
            <a:ln w="9000" cap="rnd">
              <a:solidFill>
                <a:srgbClr val="FFA200">
                  <a:alpha val="4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t259"/>
            <p:cNvSpPr/>
            <p:nvPr/>
          </p:nvSpPr>
          <p:spPr>
            <a:xfrm>
              <a:off x="2144108" y="2964083"/>
              <a:ext cx="56272" cy="56272"/>
            </a:xfrm>
            <a:prstGeom prst="ellipse">
              <a:avLst/>
            </a:prstGeom>
            <a:solidFill>
              <a:srgbClr val="FFBB58">
                <a:alpha val="32549"/>
              </a:srgbClr>
            </a:solidFill>
            <a:ln w="9000" cap="rnd">
              <a:solidFill>
                <a:srgbClr val="FFBB58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t260"/>
            <p:cNvSpPr/>
            <p:nvPr/>
          </p:nvSpPr>
          <p:spPr>
            <a:xfrm>
              <a:off x="2149497" y="2935226"/>
              <a:ext cx="50182" cy="50182"/>
            </a:xfrm>
            <a:prstGeom prst="ellipse">
              <a:avLst/>
            </a:prstGeom>
            <a:solidFill>
              <a:srgbClr val="FFB548">
                <a:alpha val="34509"/>
              </a:srgbClr>
            </a:solidFill>
            <a:ln w="9000" cap="rnd">
              <a:solidFill>
                <a:srgbClr val="FFB548">
                  <a:alpha val="3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t261"/>
            <p:cNvSpPr/>
            <p:nvPr/>
          </p:nvSpPr>
          <p:spPr>
            <a:xfrm>
              <a:off x="2144098" y="2874964"/>
              <a:ext cx="56292" cy="56292"/>
            </a:xfrm>
            <a:prstGeom prst="ellipse">
              <a:avLst/>
            </a:prstGeom>
            <a:solidFill>
              <a:srgbClr val="FFB23E">
                <a:alpha val="35686"/>
              </a:srgbClr>
            </a:solidFill>
            <a:ln w="9000" cap="rnd">
              <a:solidFill>
                <a:srgbClr val="FFB23E">
                  <a:alpha val="3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t262"/>
            <p:cNvSpPr/>
            <p:nvPr/>
          </p:nvSpPr>
          <p:spPr>
            <a:xfrm>
              <a:off x="2147944" y="2867429"/>
              <a:ext cx="48598" cy="48598"/>
            </a:xfrm>
            <a:prstGeom prst="ellipse">
              <a:avLst/>
            </a:prstGeom>
            <a:solidFill>
              <a:srgbClr val="FFCB82">
                <a:alpha val="27058"/>
              </a:srgbClr>
            </a:solidFill>
            <a:ln w="9000" cap="rnd">
              <a:solidFill>
                <a:srgbClr val="FFCB82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t263"/>
            <p:cNvSpPr/>
            <p:nvPr/>
          </p:nvSpPr>
          <p:spPr>
            <a:xfrm>
              <a:off x="2147153" y="2861843"/>
              <a:ext cx="50182" cy="50182"/>
            </a:xfrm>
            <a:prstGeom prst="ellipse">
              <a:avLst/>
            </a:prstGeom>
            <a:solidFill>
              <a:srgbClr val="FFDCAB">
                <a:alpha val="21176"/>
              </a:srgbClr>
            </a:solidFill>
            <a:ln w="9000" cap="rnd">
              <a:solidFill>
                <a:srgbClr val="FFDCAB">
                  <a:alpha val="2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t264"/>
            <p:cNvSpPr/>
            <p:nvPr/>
          </p:nvSpPr>
          <p:spPr>
            <a:xfrm>
              <a:off x="2141848" y="2819916"/>
              <a:ext cx="60791" cy="60791"/>
            </a:xfrm>
            <a:prstGeom prst="ellipse">
              <a:avLst/>
            </a:prstGeom>
            <a:solidFill>
              <a:srgbClr val="FFDFB2">
                <a:alpha val="20392"/>
              </a:srgbClr>
            </a:solidFill>
            <a:ln w="9000" cap="rnd">
              <a:solidFill>
                <a:srgbClr val="FFDFB2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t265"/>
            <p:cNvSpPr/>
            <p:nvPr/>
          </p:nvSpPr>
          <p:spPr>
            <a:xfrm>
              <a:off x="2142907" y="2818304"/>
              <a:ext cx="58673" cy="58673"/>
            </a:xfrm>
            <a:prstGeom prst="ellipse">
              <a:avLst/>
            </a:prstGeom>
            <a:solidFill>
              <a:srgbClr val="FF9900">
                <a:alpha val="43529"/>
              </a:srgbClr>
            </a:solidFill>
            <a:ln w="9000" cap="rnd">
              <a:solidFill>
                <a:srgbClr val="FF9900">
                  <a:alpha val="4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t266"/>
            <p:cNvSpPr/>
            <p:nvPr/>
          </p:nvSpPr>
          <p:spPr>
            <a:xfrm>
              <a:off x="2147153" y="2769494"/>
              <a:ext cx="50182" cy="50182"/>
            </a:xfrm>
            <a:prstGeom prst="ellipse">
              <a:avLst/>
            </a:prstGeom>
            <a:solidFill>
              <a:srgbClr val="FFC97D">
                <a:alpha val="27450"/>
              </a:srgbClr>
            </a:solidFill>
            <a:ln w="9000" cap="rnd">
              <a:solidFill>
                <a:srgbClr val="FFC97D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t267"/>
            <p:cNvSpPr/>
            <p:nvPr/>
          </p:nvSpPr>
          <p:spPr>
            <a:xfrm>
              <a:off x="2147153" y="2721679"/>
              <a:ext cx="50182" cy="50182"/>
            </a:xfrm>
            <a:prstGeom prst="ellipse">
              <a:avLst/>
            </a:prstGeom>
            <a:solidFill>
              <a:srgbClr val="FFD497">
                <a:alpha val="24313"/>
              </a:srgbClr>
            </a:solidFill>
            <a:ln w="9000" cap="rnd">
              <a:solidFill>
                <a:srgbClr val="FFD497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t268"/>
            <p:cNvSpPr/>
            <p:nvPr/>
          </p:nvSpPr>
          <p:spPr>
            <a:xfrm>
              <a:off x="2151628" y="2722952"/>
              <a:ext cx="41232" cy="41232"/>
            </a:xfrm>
            <a:prstGeom prst="ellipse">
              <a:avLst/>
            </a:prstGeom>
            <a:solidFill>
              <a:srgbClr val="FFE6C4">
                <a:alpha val="18039"/>
              </a:srgbClr>
            </a:solidFill>
            <a:ln w="9000" cap="rnd">
              <a:solidFill>
                <a:srgbClr val="FFE6C4">
                  <a:alpha val="1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t269"/>
            <p:cNvSpPr/>
            <p:nvPr/>
          </p:nvSpPr>
          <p:spPr>
            <a:xfrm>
              <a:off x="2130472" y="2682505"/>
              <a:ext cx="88232" cy="88232"/>
            </a:xfrm>
            <a:prstGeom prst="ellipse">
              <a:avLst/>
            </a:prstGeom>
            <a:solidFill>
              <a:srgbClr val="FFBD5D">
                <a:alpha val="31764"/>
              </a:srgbClr>
            </a:solidFill>
            <a:ln w="9000" cap="rnd">
              <a:solidFill>
                <a:srgbClr val="FFBD5D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t270"/>
            <p:cNvSpPr/>
            <p:nvPr/>
          </p:nvSpPr>
          <p:spPr>
            <a:xfrm>
              <a:off x="2147153" y="2678646"/>
              <a:ext cx="50182" cy="50182"/>
            </a:xfrm>
            <a:prstGeom prst="ellipse">
              <a:avLst/>
            </a:prstGeom>
            <a:solidFill>
              <a:srgbClr val="FFC470">
                <a:alpha val="29411"/>
              </a:srgbClr>
            </a:solidFill>
            <a:ln w="9000" cap="rnd">
              <a:solidFill>
                <a:srgbClr val="FFC470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t271"/>
            <p:cNvSpPr/>
            <p:nvPr/>
          </p:nvSpPr>
          <p:spPr>
            <a:xfrm>
              <a:off x="2147944" y="2633213"/>
              <a:ext cx="48598" cy="48598"/>
            </a:xfrm>
            <a:prstGeom prst="ellipse">
              <a:avLst/>
            </a:prstGeom>
            <a:solidFill>
              <a:srgbClr val="FFDBA7">
                <a:alpha val="21960"/>
              </a:srgbClr>
            </a:solidFill>
            <a:ln w="9000" cap="rnd">
              <a:solidFill>
                <a:srgbClr val="FFDBA7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t272"/>
            <p:cNvSpPr/>
            <p:nvPr/>
          </p:nvSpPr>
          <p:spPr>
            <a:xfrm>
              <a:off x="2147153" y="2567139"/>
              <a:ext cx="50182" cy="50182"/>
            </a:xfrm>
            <a:prstGeom prst="ellipse">
              <a:avLst/>
            </a:prstGeom>
            <a:solidFill>
              <a:srgbClr val="FFB850">
                <a:alpha val="33333"/>
              </a:srgbClr>
            </a:solidFill>
            <a:ln w="9000" cap="rnd">
              <a:solidFill>
                <a:srgbClr val="FFB850">
                  <a:alpha val="3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t273"/>
            <p:cNvSpPr/>
            <p:nvPr/>
          </p:nvSpPr>
          <p:spPr>
            <a:xfrm>
              <a:off x="2155687" y="2565970"/>
              <a:ext cx="47251" cy="47251"/>
            </a:xfrm>
            <a:prstGeom prst="ellipse">
              <a:avLst/>
            </a:prstGeom>
            <a:solidFill>
              <a:srgbClr val="FFC26B">
                <a:alpha val="30196"/>
              </a:srgbClr>
            </a:solidFill>
            <a:ln w="9000" cap="rnd">
              <a:solidFill>
                <a:srgbClr val="FFC26B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t274"/>
            <p:cNvSpPr/>
            <p:nvPr/>
          </p:nvSpPr>
          <p:spPr>
            <a:xfrm>
              <a:off x="2147153" y="2563901"/>
              <a:ext cx="50182" cy="50182"/>
            </a:xfrm>
            <a:prstGeom prst="ellipse">
              <a:avLst/>
            </a:prstGeom>
            <a:solidFill>
              <a:srgbClr val="FFC572">
                <a:alpha val="29019"/>
              </a:srgbClr>
            </a:solidFill>
            <a:ln w="9000" cap="rnd">
              <a:solidFill>
                <a:srgbClr val="FFC572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t275"/>
            <p:cNvSpPr/>
            <p:nvPr/>
          </p:nvSpPr>
          <p:spPr>
            <a:xfrm>
              <a:off x="2142428" y="2562309"/>
              <a:ext cx="50182" cy="50182"/>
            </a:xfrm>
            <a:prstGeom prst="ellipse">
              <a:avLst/>
            </a:prstGeom>
            <a:solidFill>
              <a:srgbClr val="FFD9A3">
                <a:alpha val="22352"/>
              </a:srgbClr>
            </a:solidFill>
            <a:ln w="9000" cap="rnd">
              <a:solidFill>
                <a:srgbClr val="FFD9A3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t276"/>
            <p:cNvSpPr/>
            <p:nvPr/>
          </p:nvSpPr>
          <p:spPr>
            <a:xfrm>
              <a:off x="2147153" y="2544766"/>
              <a:ext cx="50182" cy="50182"/>
            </a:xfrm>
            <a:prstGeom prst="ellipse">
              <a:avLst/>
            </a:prstGeom>
            <a:solidFill>
              <a:srgbClr val="FFC778">
                <a:alpha val="28235"/>
              </a:srgbClr>
            </a:solidFill>
            <a:ln w="9000" cap="rnd">
              <a:solidFill>
                <a:srgbClr val="FFC778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t277"/>
            <p:cNvSpPr/>
            <p:nvPr/>
          </p:nvSpPr>
          <p:spPr>
            <a:xfrm>
              <a:off x="2157634" y="2441418"/>
              <a:ext cx="43357" cy="43357"/>
            </a:xfrm>
            <a:prstGeom prst="ellipse">
              <a:avLst/>
            </a:prstGeom>
            <a:solidFill>
              <a:srgbClr val="FFD59B">
                <a:alpha val="23529"/>
              </a:srgbClr>
            </a:solidFill>
            <a:ln w="9000" cap="rnd">
              <a:solidFill>
                <a:srgbClr val="FFD59B">
                  <a:alpha val="2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t278"/>
            <p:cNvSpPr/>
            <p:nvPr/>
          </p:nvSpPr>
          <p:spPr>
            <a:xfrm>
              <a:off x="2154334" y="2435694"/>
              <a:ext cx="45197" cy="45197"/>
            </a:xfrm>
            <a:prstGeom prst="ellipse">
              <a:avLst/>
            </a:prstGeom>
            <a:solidFill>
              <a:srgbClr val="FFDFB1">
                <a:alpha val="20392"/>
              </a:srgbClr>
            </a:solidFill>
            <a:ln w="9000" cap="rnd">
              <a:solidFill>
                <a:srgbClr val="FFDFB1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t279"/>
            <p:cNvSpPr/>
            <p:nvPr/>
          </p:nvSpPr>
          <p:spPr>
            <a:xfrm>
              <a:off x="2152560" y="2405231"/>
              <a:ext cx="53505" cy="53505"/>
            </a:xfrm>
            <a:prstGeom prst="ellipse">
              <a:avLst/>
            </a:prstGeom>
            <a:solidFill>
              <a:srgbClr val="FFD599">
                <a:alpha val="23921"/>
              </a:srgbClr>
            </a:solidFill>
            <a:ln w="9000" cap="rnd">
              <a:solidFill>
                <a:srgbClr val="FFD599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t280"/>
            <p:cNvSpPr/>
            <p:nvPr/>
          </p:nvSpPr>
          <p:spPr>
            <a:xfrm>
              <a:off x="2154222" y="2393384"/>
              <a:ext cx="50182" cy="50182"/>
            </a:xfrm>
            <a:prstGeom prst="ellipse">
              <a:avLst/>
            </a:prstGeom>
            <a:solidFill>
              <a:srgbClr val="FFCD88">
                <a:alpha val="26274"/>
              </a:srgbClr>
            </a:solidFill>
            <a:ln w="9000" cap="rnd">
              <a:solidFill>
                <a:srgbClr val="FFCD88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t281"/>
            <p:cNvSpPr/>
            <p:nvPr/>
          </p:nvSpPr>
          <p:spPr>
            <a:xfrm>
              <a:off x="2147944" y="2342482"/>
              <a:ext cx="48598" cy="48598"/>
            </a:xfrm>
            <a:prstGeom prst="ellipse">
              <a:avLst/>
            </a:prstGeom>
            <a:solidFill>
              <a:srgbClr val="FFDEAF">
                <a:alpha val="20784"/>
              </a:srgbClr>
            </a:solidFill>
            <a:ln w="9000" cap="rnd">
              <a:solidFill>
                <a:srgbClr val="FFDEAF">
                  <a:alpha val="2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t282"/>
            <p:cNvSpPr/>
            <p:nvPr/>
          </p:nvSpPr>
          <p:spPr>
            <a:xfrm>
              <a:off x="2147153" y="2333591"/>
              <a:ext cx="50182" cy="50182"/>
            </a:xfrm>
            <a:prstGeom prst="ellipse">
              <a:avLst/>
            </a:prstGeom>
            <a:solidFill>
              <a:srgbClr val="FFC26A">
                <a:alpha val="30196"/>
              </a:srgbClr>
            </a:solidFill>
            <a:ln w="9000" cap="rnd">
              <a:solidFill>
                <a:srgbClr val="FFC26A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t283"/>
            <p:cNvSpPr/>
            <p:nvPr/>
          </p:nvSpPr>
          <p:spPr>
            <a:xfrm>
              <a:off x="2147153" y="2240398"/>
              <a:ext cx="50182" cy="50182"/>
            </a:xfrm>
            <a:prstGeom prst="ellipse">
              <a:avLst/>
            </a:prstGeom>
            <a:solidFill>
              <a:srgbClr val="FFC776">
                <a:alpha val="28627"/>
              </a:srgbClr>
            </a:solidFill>
            <a:ln w="9000" cap="rnd">
              <a:solidFill>
                <a:srgbClr val="FFC776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t284"/>
            <p:cNvSpPr/>
            <p:nvPr/>
          </p:nvSpPr>
          <p:spPr>
            <a:xfrm>
              <a:off x="2150289" y="2214950"/>
              <a:ext cx="48598" cy="48598"/>
            </a:xfrm>
            <a:prstGeom prst="ellipse">
              <a:avLst/>
            </a:prstGeom>
            <a:solidFill>
              <a:srgbClr val="FFCE8A">
                <a:alpha val="25882"/>
              </a:srgbClr>
            </a:solidFill>
            <a:ln w="9000" cap="rnd">
              <a:solidFill>
                <a:srgbClr val="FFCE8A">
                  <a:alpha val="2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t285"/>
            <p:cNvSpPr/>
            <p:nvPr/>
          </p:nvSpPr>
          <p:spPr>
            <a:xfrm>
              <a:off x="2151842" y="2212581"/>
              <a:ext cx="50182" cy="50182"/>
            </a:xfrm>
            <a:prstGeom prst="ellipse">
              <a:avLst/>
            </a:prstGeom>
            <a:solidFill>
              <a:srgbClr val="FFC470">
                <a:alpha val="29411"/>
              </a:srgbClr>
            </a:solidFill>
            <a:ln w="9000" cap="rnd">
              <a:solidFill>
                <a:srgbClr val="FFC470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t286"/>
            <p:cNvSpPr/>
            <p:nvPr/>
          </p:nvSpPr>
          <p:spPr>
            <a:xfrm>
              <a:off x="2157634" y="2213650"/>
              <a:ext cx="43357" cy="43357"/>
            </a:xfrm>
            <a:prstGeom prst="ellipse">
              <a:avLst/>
            </a:prstGeom>
            <a:solidFill>
              <a:srgbClr val="FFD293">
                <a:alpha val="24705"/>
              </a:srgbClr>
            </a:solidFill>
            <a:ln w="9000" cap="rnd">
              <a:solidFill>
                <a:srgbClr val="FFD293">
                  <a:alpha val="2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t287"/>
            <p:cNvSpPr/>
            <p:nvPr/>
          </p:nvSpPr>
          <p:spPr>
            <a:xfrm>
              <a:off x="2145252" y="2204383"/>
              <a:ext cx="58673" cy="58673"/>
            </a:xfrm>
            <a:prstGeom prst="ellipse">
              <a:avLst/>
            </a:prstGeom>
            <a:solidFill>
              <a:srgbClr val="FFC87A">
                <a:alpha val="28235"/>
              </a:srgbClr>
            </a:solidFill>
            <a:ln w="9000" cap="rnd">
              <a:solidFill>
                <a:srgbClr val="FFC87A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t288"/>
            <p:cNvSpPr/>
            <p:nvPr/>
          </p:nvSpPr>
          <p:spPr>
            <a:xfrm>
              <a:off x="2151842" y="2167210"/>
              <a:ext cx="50182" cy="50182"/>
            </a:xfrm>
            <a:prstGeom prst="ellipse">
              <a:avLst/>
            </a:prstGeom>
            <a:solidFill>
              <a:srgbClr val="FFDAA5">
                <a:alpha val="22352"/>
              </a:srgbClr>
            </a:solidFill>
            <a:ln w="9000" cap="rnd">
              <a:solidFill>
                <a:srgbClr val="FFDAA5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t289"/>
            <p:cNvSpPr/>
            <p:nvPr/>
          </p:nvSpPr>
          <p:spPr>
            <a:xfrm>
              <a:off x="2147153" y="2096318"/>
              <a:ext cx="50182" cy="50182"/>
            </a:xfrm>
            <a:prstGeom prst="ellipse">
              <a:avLst/>
            </a:prstGeom>
            <a:solidFill>
              <a:srgbClr val="FFCF8C">
                <a:alpha val="25490"/>
              </a:srgbClr>
            </a:solidFill>
            <a:ln w="9000" cap="rnd">
              <a:solidFill>
                <a:srgbClr val="FFCF8C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t290"/>
            <p:cNvSpPr/>
            <p:nvPr/>
          </p:nvSpPr>
          <p:spPr>
            <a:xfrm>
              <a:off x="2149497" y="1978475"/>
              <a:ext cx="50182" cy="50182"/>
            </a:xfrm>
            <a:prstGeom prst="ellipse">
              <a:avLst/>
            </a:prstGeom>
            <a:solidFill>
              <a:srgbClr val="FFDAA6">
                <a:alpha val="21960"/>
              </a:srgbClr>
            </a:solidFill>
            <a:ln w="9000" cap="rnd">
              <a:solidFill>
                <a:srgbClr val="FFDAA6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t291"/>
            <p:cNvSpPr/>
            <p:nvPr/>
          </p:nvSpPr>
          <p:spPr>
            <a:xfrm>
              <a:off x="2146401" y="3584570"/>
              <a:ext cx="51684" cy="51684"/>
            </a:xfrm>
            <a:prstGeom prst="ellipse">
              <a:avLst/>
            </a:prstGeom>
            <a:solidFill>
              <a:srgbClr val="FFBA55">
                <a:alpha val="32941"/>
              </a:srgbClr>
            </a:solidFill>
            <a:ln w="9000" cap="rnd">
              <a:solidFill>
                <a:srgbClr val="FFBA55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t292"/>
            <p:cNvSpPr/>
            <p:nvPr/>
          </p:nvSpPr>
          <p:spPr>
            <a:xfrm>
              <a:off x="2146401" y="3562257"/>
              <a:ext cx="51684" cy="51684"/>
            </a:xfrm>
            <a:prstGeom prst="ellipse">
              <a:avLst/>
            </a:prstGeom>
            <a:solidFill>
              <a:srgbClr val="FFCC84">
                <a:alpha val="26666"/>
              </a:srgbClr>
            </a:solidFill>
            <a:ln w="9000" cap="rnd">
              <a:solidFill>
                <a:srgbClr val="FFCC84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t293"/>
            <p:cNvSpPr/>
            <p:nvPr/>
          </p:nvSpPr>
          <p:spPr>
            <a:xfrm>
              <a:off x="2146401" y="3562199"/>
              <a:ext cx="51684" cy="51684"/>
            </a:xfrm>
            <a:prstGeom prst="ellipse">
              <a:avLst/>
            </a:prstGeom>
            <a:solidFill>
              <a:srgbClr val="FF9D00">
                <a:alpha val="42352"/>
              </a:srgbClr>
            </a:solidFill>
            <a:ln w="9000" cap="rnd">
              <a:solidFill>
                <a:srgbClr val="FF9D00">
                  <a:alpha val="4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t294"/>
            <p:cNvSpPr/>
            <p:nvPr/>
          </p:nvSpPr>
          <p:spPr>
            <a:xfrm>
              <a:off x="2146401" y="3560601"/>
              <a:ext cx="51684" cy="51684"/>
            </a:xfrm>
            <a:prstGeom prst="ellipse">
              <a:avLst/>
            </a:prstGeom>
            <a:solidFill>
              <a:srgbClr val="FFDEB0">
                <a:alpha val="20784"/>
              </a:srgbClr>
            </a:solidFill>
            <a:ln w="9000" cap="rnd">
              <a:solidFill>
                <a:srgbClr val="FFDEB0">
                  <a:alpha val="2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t295"/>
            <p:cNvSpPr/>
            <p:nvPr/>
          </p:nvSpPr>
          <p:spPr>
            <a:xfrm>
              <a:off x="2146401" y="3557515"/>
              <a:ext cx="51684" cy="51684"/>
            </a:xfrm>
            <a:prstGeom prst="ellipse">
              <a:avLst/>
            </a:prstGeom>
            <a:solidFill>
              <a:srgbClr val="FFC26C">
                <a:alpha val="29803"/>
              </a:srgbClr>
            </a:solidFill>
            <a:ln w="9000" cap="rnd">
              <a:solidFill>
                <a:srgbClr val="FFC26C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t296"/>
            <p:cNvSpPr/>
            <p:nvPr/>
          </p:nvSpPr>
          <p:spPr>
            <a:xfrm>
              <a:off x="2146401" y="3554306"/>
              <a:ext cx="51684" cy="51684"/>
            </a:xfrm>
            <a:prstGeom prst="ellipse">
              <a:avLst/>
            </a:prstGeom>
            <a:solidFill>
              <a:srgbClr val="FFC676">
                <a:alpha val="28627"/>
              </a:srgbClr>
            </a:solidFill>
            <a:ln w="9000" cap="rnd">
              <a:solidFill>
                <a:srgbClr val="FFC676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t297"/>
            <p:cNvSpPr/>
            <p:nvPr/>
          </p:nvSpPr>
          <p:spPr>
            <a:xfrm>
              <a:off x="2146401" y="3552721"/>
              <a:ext cx="51684" cy="51684"/>
            </a:xfrm>
            <a:prstGeom prst="ellipse">
              <a:avLst/>
            </a:prstGeom>
            <a:solidFill>
              <a:srgbClr val="FFBB58">
                <a:alpha val="32549"/>
              </a:srgbClr>
            </a:solidFill>
            <a:ln w="9000" cap="rnd">
              <a:solidFill>
                <a:srgbClr val="FFBB58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t298"/>
            <p:cNvSpPr/>
            <p:nvPr/>
          </p:nvSpPr>
          <p:spPr>
            <a:xfrm>
              <a:off x="2148746" y="3546362"/>
              <a:ext cx="51684" cy="51684"/>
            </a:xfrm>
            <a:prstGeom prst="ellipse">
              <a:avLst/>
            </a:prstGeom>
            <a:solidFill>
              <a:srgbClr val="FFCC85">
                <a:alpha val="26666"/>
              </a:srgbClr>
            </a:solidFill>
            <a:ln w="9000" cap="rnd">
              <a:solidFill>
                <a:srgbClr val="FFCC85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t299"/>
            <p:cNvSpPr/>
            <p:nvPr/>
          </p:nvSpPr>
          <p:spPr>
            <a:xfrm>
              <a:off x="2146401" y="3539944"/>
              <a:ext cx="51684" cy="51684"/>
            </a:xfrm>
            <a:prstGeom prst="ellipse">
              <a:avLst/>
            </a:prstGeom>
            <a:solidFill>
              <a:srgbClr val="FFBD5E">
                <a:alpha val="31764"/>
              </a:srgbClr>
            </a:solidFill>
            <a:ln w="9000" cap="rnd">
              <a:solidFill>
                <a:srgbClr val="FFBD5E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t300"/>
            <p:cNvSpPr/>
            <p:nvPr/>
          </p:nvSpPr>
          <p:spPr>
            <a:xfrm>
              <a:off x="2153735" y="3547277"/>
              <a:ext cx="37017" cy="37017"/>
            </a:xfrm>
            <a:prstGeom prst="ellipse">
              <a:avLst/>
            </a:prstGeom>
            <a:solidFill>
              <a:srgbClr val="FFCD86">
                <a:alpha val="26274"/>
              </a:srgbClr>
            </a:solidFill>
            <a:ln w="9000" cap="rnd">
              <a:solidFill>
                <a:srgbClr val="FFCD86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t301"/>
            <p:cNvSpPr/>
            <p:nvPr/>
          </p:nvSpPr>
          <p:spPr>
            <a:xfrm>
              <a:off x="2146401" y="3530408"/>
              <a:ext cx="51684" cy="51684"/>
            </a:xfrm>
            <a:prstGeom prst="ellipse">
              <a:avLst/>
            </a:prstGeom>
            <a:solidFill>
              <a:srgbClr val="FFA91C">
                <a:alpha val="38823"/>
              </a:srgbClr>
            </a:solidFill>
            <a:ln w="9000" cap="rnd">
              <a:solidFill>
                <a:srgbClr val="FFA91C">
                  <a:alpha val="3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t302"/>
            <p:cNvSpPr/>
            <p:nvPr/>
          </p:nvSpPr>
          <p:spPr>
            <a:xfrm>
              <a:off x="2146401" y="3527199"/>
              <a:ext cx="51684" cy="51684"/>
            </a:xfrm>
            <a:prstGeom prst="ellipse">
              <a:avLst/>
            </a:prstGeom>
            <a:solidFill>
              <a:srgbClr val="FFBD5E">
                <a:alpha val="31764"/>
              </a:srgbClr>
            </a:solidFill>
            <a:ln w="9000" cap="rnd">
              <a:solidFill>
                <a:srgbClr val="FFBD5E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t303"/>
            <p:cNvSpPr/>
            <p:nvPr/>
          </p:nvSpPr>
          <p:spPr>
            <a:xfrm>
              <a:off x="2153735" y="3534533"/>
              <a:ext cx="37017" cy="37017"/>
            </a:xfrm>
            <a:prstGeom prst="ellipse">
              <a:avLst/>
            </a:prstGeom>
            <a:solidFill>
              <a:srgbClr val="FFCD86">
                <a:alpha val="26666"/>
              </a:srgbClr>
            </a:solidFill>
            <a:ln w="9000" cap="rnd">
              <a:solidFill>
                <a:srgbClr val="FFCD86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t304"/>
            <p:cNvSpPr/>
            <p:nvPr/>
          </p:nvSpPr>
          <p:spPr>
            <a:xfrm>
              <a:off x="2153735" y="3534533"/>
              <a:ext cx="37017" cy="37017"/>
            </a:xfrm>
            <a:prstGeom prst="ellipse">
              <a:avLst/>
            </a:prstGeom>
            <a:solidFill>
              <a:srgbClr val="FFCD86">
                <a:alpha val="26666"/>
              </a:srgbClr>
            </a:solidFill>
            <a:ln w="9000" cap="rnd">
              <a:solidFill>
                <a:srgbClr val="FFCD86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t305"/>
            <p:cNvSpPr/>
            <p:nvPr/>
          </p:nvSpPr>
          <p:spPr>
            <a:xfrm>
              <a:off x="2146401" y="3522464"/>
              <a:ext cx="51684" cy="51684"/>
            </a:xfrm>
            <a:prstGeom prst="ellipse">
              <a:avLst/>
            </a:prstGeom>
            <a:solidFill>
              <a:srgbClr val="FFDBA9">
                <a:alpha val="21568"/>
              </a:srgbClr>
            </a:solidFill>
            <a:ln w="9000" cap="rnd">
              <a:solidFill>
                <a:srgbClr val="FFDBA9">
                  <a:alpha val="2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t306"/>
            <p:cNvSpPr/>
            <p:nvPr/>
          </p:nvSpPr>
          <p:spPr>
            <a:xfrm>
              <a:off x="2146401" y="3520839"/>
              <a:ext cx="51684" cy="51684"/>
            </a:xfrm>
            <a:prstGeom prst="ellipse">
              <a:avLst/>
            </a:prstGeom>
            <a:solidFill>
              <a:srgbClr val="FF8100">
                <a:alpha val="50196"/>
              </a:srgbClr>
            </a:solidFill>
            <a:ln w="9000" cap="rnd">
              <a:solidFill>
                <a:srgbClr val="FF8100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t307"/>
            <p:cNvSpPr/>
            <p:nvPr/>
          </p:nvSpPr>
          <p:spPr>
            <a:xfrm>
              <a:off x="2146401" y="3519272"/>
              <a:ext cx="51684" cy="51684"/>
            </a:xfrm>
            <a:prstGeom prst="ellipse">
              <a:avLst/>
            </a:prstGeom>
            <a:solidFill>
              <a:srgbClr val="FFCA80">
                <a:alpha val="27450"/>
              </a:srgbClr>
            </a:solidFill>
            <a:ln w="9000" cap="rnd">
              <a:solidFill>
                <a:srgbClr val="FFCA80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t308"/>
            <p:cNvSpPr/>
            <p:nvPr/>
          </p:nvSpPr>
          <p:spPr>
            <a:xfrm>
              <a:off x="2146401" y="3519242"/>
              <a:ext cx="51684" cy="51684"/>
            </a:xfrm>
            <a:prstGeom prst="ellipse">
              <a:avLst/>
            </a:prstGeom>
            <a:solidFill>
              <a:srgbClr val="FFBE61">
                <a:alpha val="31372"/>
              </a:srgbClr>
            </a:solidFill>
            <a:ln w="9000" cap="rnd">
              <a:solidFill>
                <a:srgbClr val="FFBE61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t309"/>
            <p:cNvSpPr/>
            <p:nvPr/>
          </p:nvSpPr>
          <p:spPr>
            <a:xfrm>
              <a:off x="2146401" y="3517630"/>
              <a:ext cx="51684" cy="51684"/>
            </a:xfrm>
            <a:prstGeom prst="ellipse">
              <a:avLst/>
            </a:prstGeom>
            <a:solidFill>
              <a:srgbClr val="FFB039">
                <a:alpha val="36078"/>
              </a:srgbClr>
            </a:solidFill>
            <a:ln w="9000" cap="rnd">
              <a:solidFill>
                <a:srgbClr val="FFB039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t310"/>
            <p:cNvSpPr/>
            <p:nvPr/>
          </p:nvSpPr>
          <p:spPr>
            <a:xfrm>
              <a:off x="2153735" y="3524964"/>
              <a:ext cx="37017" cy="37017"/>
            </a:xfrm>
            <a:prstGeom prst="ellipse">
              <a:avLst/>
            </a:prstGeom>
            <a:solidFill>
              <a:srgbClr val="FFBF62">
                <a:alpha val="31372"/>
              </a:srgbClr>
            </a:solidFill>
            <a:ln w="9000" cap="rnd">
              <a:solidFill>
                <a:srgbClr val="FFBF62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t311"/>
            <p:cNvSpPr/>
            <p:nvPr/>
          </p:nvSpPr>
          <p:spPr>
            <a:xfrm>
              <a:off x="2147164" y="3518336"/>
              <a:ext cx="50158" cy="50158"/>
            </a:xfrm>
            <a:prstGeom prst="ellipse">
              <a:avLst/>
            </a:prstGeom>
            <a:solidFill>
              <a:srgbClr val="FFD69C">
                <a:alpha val="23529"/>
              </a:srgbClr>
            </a:solidFill>
            <a:ln w="9000" cap="rnd">
              <a:solidFill>
                <a:srgbClr val="FFD69C">
                  <a:alpha val="2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t312"/>
            <p:cNvSpPr/>
            <p:nvPr/>
          </p:nvSpPr>
          <p:spPr>
            <a:xfrm>
              <a:off x="2146401" y="3511304"/>
              <a:ext cx="51684" cy="51684"/>
            </a:xfrm>
            <a:prstGeom prst="ellipse">
              <a:avLst/>
            </a:prstGeom>
            <a:solidFill>
              <a:srgbClr val="FFB64C">
                <a:alpha val="34117"/>
              </a:srgbClr>
            </a:solidFill>
            <a:ln w="9000" cap="rnd">
              <a:solidFill>
                <a:srgbClr val="FFB64C">
                  <a:alpha val="3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t313"/>
            <p:cNvSpPr/>
            <p:nvPr/>
          </p:nvSpPr>
          <p:spPr>
            <a:xfrm>
              <a:off x="2146401" y="3508153"/>
              <a:ext cx="51684" cy="51684"/>
            </a:xfrm>
            <a:prstGeom prst="ellipse">
              <a:avLst/>
            </a:prstGeom>
            <a:solidFill>
              <a:srgbClr val="FFCD87">
                <a:alpha val="26274"/>
              </a:srgbClr>
            </a:solidFill>
            <a:ln w="9000" cap="rnd">
              <a:solidFill>
                <a:srgbClr val="FFCD87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t314"/>
            <p:cNvSpPr/>
            <p:nvPr/>
          </p:nvSpPr>
          <p:spPr>
            <a:xfrm>
              <a:off x="2146401" y="3508095"/>
              <a:ext cx="51684" cy="51684"/>
            </a:xfrm>
            <a:prstGeom prst="ellipse">
              <a:avLst/>
            </a:prstGeom>
            <a:solidFill>
              <a:srgbClr val="FFB13C">
                <a:alpha val="36078"/>
              </a:srgbClr>
            </a:solidFill>
            <a:ln w="9000" cap="rnd">
              <a:solidFill>
                <a:srgbClr val="FFB13C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t315"/>
            <p:cNvSpPr/>
            <p:nvPr/>
          </p:nvSpPr>
          <p:spPr>
            <a:xfrm>
              <a:off x="2142499" y="3497832"/>
              <a:ext cx="59489" cy="59489"/>
            </a:xfrm>
            <a:prstGeom prst="ellipse">
              <a:avLst/>
            </a:prstGeom>
            <a:solidFill>
              <a:srgbClr val="FFD69C">
                <a:alpha val="23529"/>
              </a:srgbClr>
            </a:solidFill>
            <a:ln w="9000" cap="rnd">
              <a:solidFill>
                <a:srgbClr val="FFD69C">
                  <a:alpha val="2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t316"/>
            <p:cNvSpPr/>
            <p:nvPr/>
          </p:nvSpPr>
          <p:spPr>
            <a:xfrm>
              <a:off x="2138875" y="3491552"/>
              <a:ext cx="66737" cy="66737"/>
            </a:xfrm>
            <a:prstGeom prst="ellipse">
              <a:avLst/>
            </a:prstGeom>
            <a:solidFill>
              <a:srgbClr val="FFBB59">
                <a:alpha val="32549"/>
              </a:srgbClr>
            </a:solidFill>
            <a:ln w="9000" cap="rnd">
              <a:solidFill>
                <a:srgbClr val="FFBB59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t317"/>
            <p:cNvSpPr/>
            <p:nvPr/>
          </p:nvSpPr>
          <p:spPr>
            <a:xfrm>
              <a:off x="2146401" y="3498525"/>
              <a:ext cx="51684" cy="51684"/>
            </a:xfrm>
            <a:prstGeom prst="ellipse">
              <a:avLst/>
            </a:prstGeom>
            <a:solidFill>
              <a:srgbClr val="FF3100">
                <a:alpha val="66666"/>
              </a:srgbClr>
            </a:solidFill>
            <a:ln w="9000" cap="rnd">
              <a:solidFill>
                <a:srgbClr val="FF3100">
                  <a:alpha val="6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t318"/>
            <p:cNvSpPr/>
            <p:nvPr/>
          </p:nvSpPr>
          <p:spPr>
            <a:xfrm>
              <a:off x="2146401" y="3496928"/>
              <a:ext cx="51684" cy="51684"/>
            </a:xfrm>
            <a:prstGeom prst="ellipse">
              <a:avLst/>
            </a:prstGeom>
            <a:solidFill>
              <a:srgbClr val="FF8700">
                <a:alpha val="48627"/>
              </a:srgbClr>
            </a:solidFill>
            <a:ln w="9000" cap="rnd">
              <a:solidFill>
                <a:srgbClr val="FF8700">
                  <a:alpha val="4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t319"/>
            <p:cNvSpPr/>
            <p:nvPr/>
          </p:nvSpPr>
          <p:spPr>
            <a:xfrm>
              <a:off x="2153735" y="3504262"/>
              <a:ext cx="37017" cy="37017"/>
            </a:xfrm>
            <a:prstGeom prst="ellipse">
              <a:avLst/>
            </a:prstGeom>
            <a:solidFill>
              <a:srgbClr val="FF9900">
                <a:alpha val="43529"/>
              </a:srgbClr>
            </a:solidFill>
            <a:ln w="9000" cap="rnd">
              <a:solidFill>
                <a:srgbClr val="FF9900">
                  <a:alpha val="4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t320"/>
            <p:cNvSpPr/>
            <p:nvPr/>
          </p:nvSpPr>
          <p:spPr>
            <a:xfrm>
              <a:off x="2146401" y="3495333"/>
              <a:ext cx="51684" cy="51684"/>
            </a:xfrm>
            <a:prstGeom prst="ellipse">
              <a:avLst/>
            </a:prstGeom>
            <a:solidFill>
              <a:srgbClr val="FFBE60">
                <a:alpha val="31372"/>
              </a:srgbClr>
            </a:solidFill>
            <a:ln w="9000" cap="rnd">
              <a:solidFill>
                <a:srgbClr val="FFBE60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t321"/>
            <p:cNvSpPr/>
            <p:nvPr/>
          </p:nvSpPr>
          <p:spPr>
            <a:xfrm>
              <a:off x="2146401" y="3490575"/>
              <a:ext cx="51684" cy="51684"/>
            </a:xfrm>
            <a:prstGeom prst="ellipse">
              <a:avLst/>
            </a:prstGeom>
            <a:solidFill>
              <a:srgbClr val="FFE0B3">
                <a:alpha val="20392"/>
              </a:srgbClr>
            </a:solidFill>
            <a:ln w="9000" cap="rnd">
              <a:solidFill>
                <a:srgbClr val="FFE0B3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t322"/>
            <p:cNvSpPr/>
            <p:nvPr/>
          </p:nvSpPr>
          <p:spPr>
            <a:xfrm>
              <a:off x="2133735" y="3474815"/>
              <a:ext cx="77018" cy="77018"/>
            </a:xfrm>
            <a:prstGeom prst="ellipse">
              <a:avLst/>
            </a:prstGeom>
            <a:solidFill>
              <a:srgbClr val="FFC067">
                <a:alpha val="30588"/>
              </a:srgbClr>
            </a:solidFill>
            <a:ln w="9000" cap="rnd">
              <a:solidFill>
                <a:srgbClr val="FFC067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t323"/>
            <p:cNvSpPr/>
            <p:nvPr/>
          </p:nvSpPr>
          <p:spPr>
            <a:xfrm>
              <a:off x="2144108" y="3483546"/>
              <a:ext cx="56272" cy="56272"/>
            </a:xfrm>
            <a:prstGeom prst="ellipse">
              <a:avLst/>
            </a:prstGeom>
            <a:solidFill>
              <a:srgbClr val="FFD497">
                <a:alpha val="23921"/>
              </a:srgbClr>
            </a:solidFill>
            <a:ln w="9000" cap="rnd">
              <a:solidFill>
                <a:srgbClr val="FFD497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t324"/>
            <p:cNvSpPr/>
            <p:nvPr/>
          </p:nvSpPr>
          <p:spPr>
            <a:xfrm>
              <a:off x="2146401" y="3485782"/>
              <a:ext cx="51684" cy="51684"/>
            </a:xfrm>
            <a:prstGeom prst="ellipse">
              <a:avLst/>
            </a:prstGeom>
            <a:solidFill>
              <a:srgbClr val="FFB23E">
                <a:alpha val="35686"/>
              </a:srgbClr>
            </a:solidFill>
            <a:ln w="9000" cap="rnd">
              <a:solidFill>
                <a:srgbClr val="FFB23E">
                  <a:alpha val="3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t325"/>
            <p:cNvSpPr/>
            <p:nvPr/>
          </p:nvSpPr>
          <p:spPr>
            <a:xfrm>
              <a:off x="2141677" y="3477797"/>
              <a:ext cx="51684" cy="51684"/>
            </a:xfrm>
            <a:prstGeom prst="ellipse">
              <a:avLst/>
            </a:prstGeom>
            <a:solidFill>
              <a:srgbClr val="FFE2B8">
                <a:alpha val="19607"/>
              </a:srgbClr>
            </a:solidFill>
            <a:ln w="9000" cap="rnd">
              <a:solidFill>
                <a:srgbClr val="FFE2B8">
                  <a:alpha val="1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t326"/>
            <p:cNvSpPr/>
            <p:nvPr/>
          </p:nvSpPr>
          <p:spPr>
            <a:xfrm>
              <a:off x="2146401" y="3476213"/>
              <a:ext cx="51684" cy="51684"/>
            </a:xfrm>
            <a:prstGeom prst="ellipse">
              <a:avLst/>
            </a:prstGeom>
            <a:solidFill>
              <a:srgbClr val="FFD69E">
                <a:alpha val="23137"/>
              </a:srgbClr>
            </a:solidFill>
            <a:ln w="9000" cap="rnd">
              <a:solidFill>
                <a:srgbClr val="FFD69E">
                  <a:alpha val="2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t327"/>
            <p:cNvSpPr/>
            <p:nvPr/>
          </p:nvSpPr>
          <p:spPr>
            <a:xfrm>
              <a:off x="2146401" y="3473095"/>
              <a:ext cx="51684" cy="51684"/>
            </a:xfrm>
            <a:prstGeom prst="ellipse">
              <a:avLst/>
            </a:prstGeom>
            <a:solidFill>
              <a:srgbClr val="FF8A00">
                <a:alpha val="47843"/>
              </a:srgbClr>
            </a:solidFill>
            <a:ln w="9000" cap="rnd">
              <a:solidFill>
                <a:srgbClr val="FF8A00">
                  <a:alpha val="4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t328"/>
            <p:cNvSpPr/>
            <p:nvPr/>
          </p:nvSpPr>
          <p:spPr>
            <a:xfrm>
              <a:off x="2153735" y="3480428"/>
              <a:ext cx="37017" cy="37017"/>
            </a:xfrm>
            <a:prstGeom prst="ellipse">
              <a:avLst/>
            </a:prstGeom>
            <a:solidFill>
              <a:srgbClr val="FF9C00">
                <a:alpha val="42745"/>
              </a:srgbClr>
            </a:solidFill>
            <a:ln w="9000" cap="rnd">
              <a:solidFill>
                <a:srgbClr val="FF9C00">
                  <a:alpha val="4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t329"/>
            <p:cNvSpPr/>
            <p:nvPr/>
          </p:nvSpPr>
          <p:spPr>
            <a:xfrm>
              <a:off x="2148746" y="3472946"/>
              <a:ext cx="51684" cy="51684"/>
            </a:xfrm>
            <a:prstGeom prst="ellipse">
              <a:avLst/>
            </a:prstGeom>
            <a:solidFill>
              <a:srgbClr val="FFB852">
                <a:alpha val="33333"/>
              </a:srgbClr>
            </a:solidFill>
            <a:ln w="9000" cap="rnd">
              <a:solidFill>
                <a:srgbClr val="FFB852">
                  <a:alpha val="3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t330"/>
            <p:cNvSpPr/>
            <p:nvPr/>
          </p:nvSpPr>
          <p:spPr>
            <a:xfrm>
              <a:off x="2157291" y="3481490"/>
              <a:ext cx="34595" cy="34595"/>
            </a:xfrm>
            <a:prstGeom prst="ellipse">
              <a:avLst/>
            </a:prstGeom>
            <a:solidFill>
              <a:srgbClr val="FFC97C">
                <a:alpha val="27843"/>
              </a:srgbClr>
            </a:solidFill>
            <a:ln w="9000" cap="rnd">
              <a:solidFill>
                <a:srgbClr val="FFC97C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t331"/>
            <p:cNvSpPr/>
            <p:nvPr/>
          </p:nvSpPr>
          <p:spPr>
            <a:xfrm>
              <a:off x="2146401" y="3469887"/>
              <a:ext cx="51684" cy="51684"/>
            </a:xfrm>
            <a:prstGeom prst="ellipse">
              <a:avLst/>
            </a:prstGeom>
            <a:solidFill>
              <a:srgbClr val="FFD190">
                <a:alpha val="25098"/>
              </a:srgbClr>
            </a:solidFill>
            <a:ln w="9000" cap="rnd">
              <a:solidFill>
                <a:srgbClr val="FFD190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t332"/>
            <p:cNvSpPr/>
            <p:nvPr/>
          </p:nvSpPr>
          <p:spPr>
            <a:xfrm>
              <a:off x="2137243" y="3457519"/>
              <a:ext cx="70002" cy="70002"/>
            </a:xfrm>
            <a:prstGeom prst="ellipse">
              <a:avLst/>
            </a:prstGeom>
            <a:solidFill>
              <a:srgbClr val="FFBB57">
                <a:alpha val="32549"/>
              </a:srgbClr>
            </a:solidFill>
            <a:ln w="9000" cap="rnd">
              <a:solidFill>
                <a:srgbClr val="FFBB57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t333"/>
            <p:cNvSpPr/>
            <p:nvPr/>
          </p:nvSpPr>
          <p:spPr>
            <a:xfrm>
              <a:off x="2153735" y="3474011"/>
              <a:ext cx="37017" cy="37017"/>
            </a:xfrm>
            <a:prstGeom prst="ellipse">
              <a:avLst/>
            </a:prstGeom>
            <a:solidFill>
              <a:srgbClr val="FFC97C">
                <a:alpha val="27843"/>
              </a:srgbClr>
            </a:solidFill>
            <a:ln w="9000" cap="rnd">
              <a:solidFill>
                <a:srgbClr val="FFC97C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t334"/>
            <p:cNvSpPr/>
            <p:nvPr/>
          </p:nvSpPr>
          <p:spPr>
            <a:xfrm>
              <a:off x="2129783" y="3448460"/>
              <a:ext cx="84921" cy="84921"/>
            </a:xfrm>
            <a:prstGeom prst="ellipse">
              <a:avLst/>
            </a:prstGeom>
            <a:solidFill>
              <a:srgbClr val="FFE9CB">
                <a:alpha val="16862"/>
              </a:srgbClr>
            </a:solidFill>
            <a:ln w="9000" cap="rnd">
              <a:solidFill>
                <a:srgbClr val="FFE9CB">
                  <a:alpha val="1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t335"/>
            <p:cNvSpPr/>
            <p:nvPr/>
          </p:nvSpPr>
          <p:spPr>
            <a:xfrm>
              <a:off x="2146401" y="3463612"/>
              <a:ext cx="51684" cy="51684"/>
            </a:xfrm>
            <a:prstGeom prst="ellipse">
              <a:avLst/>
            </a:prstGeom>
            <a:solidFill>
              <a:srgbClr val="FF9000">
                <a:alpha val="46274"/>
              </a:srgbClr>
            </a:solidFill>
            <a:ln w="9000" cap="rnd">
              <a:solidFill>
                <a:srgbClr val="FF9000">
                  <a:alpha val="4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t336"/>
            <p:cNvSpPr/>
            <p:nvPr/>
          </p:nvSpPr>
          <p:spPr>
            <a:xfrm>
              <a:off x="2153735" y="3470945"/>
              <a:ext cx="37017" cy="37017"/>
            </a:xfrm>
            <a:prstGeom prst="ellipse">
              <a:avLst/>
            </a:prstGeom>
            <a:solidFill>
              <a:srgbClr val="FFA000">
                <a:alpha val="41176"/>
              </a:srgbClr>
            </a:solidFill>
            <a:ln w="9000" cap="rnd">
              <a:solidFill>
                <a:srgbClr val="FFA000">
                  <a:alpha val="4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t337"/>
            <p:cNvSpPr/>
            <p:nvPr/>
          </p:nvSpPr>
          <p:spPr>
            <a:xfrm>
              <a:off x="2146401" y="3463468"/>
              <a:ext cx="51684" cy="51684"/>
            </a:xfrm>
            <a:prstGeom prst="ellipse">
              <a:avLst/>
            </a:prstGeom>
            <a:solidFill>
              <a:srgbClr val="FFC26A">
                <a:alpha val="30196"/>
              </a:srgbClr>
            </a:solidFill>
            <a:ln w="9000" cap="rnd">
              <a:solidFill>
                <a:srgbClr val="FFC26A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t338"/>
            <p:cNvSpPr/>
            <p:nvPr/>
          </p:nvSpPr>
          <p:spPr>
            <a:xfrm>
              <a:off x="2146401" y="3462016"/>
              <a:ext cx="51684" cy="51684"/>
            </a:xfrm>
            <a:prstGeom prst="ellipse">
              <a:avLst/>
            </a:prstGeom>
            <a:solidFill>
              <a:srgbClr val="FFC26C">
                <a:alpha val="29803"/>
              </a:srgbClr>
            </a:solidFill>
            <a:ln w="9000" cap="rnd">
              <a:solidFill>
                <a:srgbClr val="FFC26C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t339"/>
            <p:cNvSpPr/>
            <p:nvPr/>
          </p:nvSpPr>
          <p:spPr>
            <a:xfrm>
              <a:off x="2140678" y="3452368"/>
              <a:ext cx="67820" cy="67820"/>
            </a:xfrm>
            <a:prstGeom prst="ellipse">
              <a:avLst/>
            </a:prstGeom>
            <a:solidFill>
              <a:srgbClr val="FFD498">
                <a:alpha val="23921"/>
              </a:srgbClr>
            </a:solidFill>
            <a:ln w="9000" cap="rnd">
              <a:solidFill>
                <a:srgbClr val="FFD498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t340"/>
            <p:cNvSpPr/>
            <p:nvPr/>
          </p:nvSpPr>
          <p:spPr>
            <a:xfrm>
              <a:off x="2149509" y="3450110"/>
              <a:ext cx="50158" cy="50158"/>
            </a:xfrm>
            <a:prstGeom prst="ellipse">
              <a:avLst/>
            </a:prstGeom>
            <a:solidFill>
              <a:srgbClr val="FFCA7E">
                <a:alpha val="27450"/>
              </a:srgbClr>
            </a:solidFill>
            <a:ln w="9000" cap="rnd">
              <a:solidFill>
                <a:srgbClr val="FFCA7E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t341"/>
            <p:cNvSpPr/>
            <p:nvPr/>
          </p:nvSpPr>
          <p:spPr>
            <a:xfrm>
              <a:off x="2146401" y="3446166"/>
              <a:ext cx="51684" cy="51684"/>
            </a:xfrm>
            <a:prstGeom prst="ellipse">
              <a:avLst/>
            </a:prstGeom>
            <a:solidFill>
              <a:srgbClr val="FFD79F">
                <a:alpha val="23137"/>
              </a:srgbClr>
            </a:solidFill>
            <a:ln w="9000" cap="rnd">
              <a:solidFill>
                <a:srgbClr val="FFD79F">
                  <a:alpha val="2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t342"/>
            <p:cNvSpPr/>
            <p:nvPr/>
          </p:nvSpPr>
          <p:spPr>
            <a:xfrm>
              <a:off x="2146401" y="3442913"/>
              <a:ext cx="51684" cy="51684"/>
            </a:xfrm>
            <a:prstGeom prst="ellipse">
              <a:avLst/>
            </a:prstGeom>
            <a:solidFill>
              <a:srgbClr val="FF6500">
                <a:alpha val="57254"/>
              </a:srgbClr>
            </a:solidFill>
            <a:ln w="9000" cap="rnd">
              <a:solidFill>
                <a:srgbClr val="FF6500">
                  <a:alpha val="5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t343"/>
            <p:cNvSpPr/>
            <p:nvPr/>
          </p:nvSpPr>
          <p:spPr>
            <a:xfrm>
              <a:off x="2153735" y="3450246"/>
              <a:ext cx="37017" cy="37017"/>
            </a:xfrm>
            <a:prstGeom prst="ellipse">
              <a:avLst/>
            </a:prstGeom>
            <a:solidFill>
              <a:srgbClr val="FF7A00">
                <a:alpha val="52156"/>
              </a:srgbClr>
            </a:solidFill>
            <a:ln w="9000" cap="rnd">
              <a:solidFill>
                <a:srgbClr val="FF7A00">
                  <a:alpha val="5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t344"/>
            <p:cNvSpPr/>
            <p:nvPr/>
          </p:nvSpPr>
          <p:spPr>
            <a:xfrm>
              <a:off x="2148746" y="3441316"/>
              <a:ext cx="51684" cy="51684"/>
            </a:xfrm>
            <a:prstGeom prst="ellipse">
              <a:avLst/>
            </a:prstGeom>
            <a:solidFill>
              <a:srgbClr val="FFA300">
                <a:alpha val="40392"/>
              </a:srgbClr>
            </a:solidFill>
            <a:ln w="9000" cap="rnd">
              <a:solidFill>
                <a:srgbClr val="FFA300">
                  <a:alpha val="4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t345"/>
            <p:cNvSpPr/>
            <p:nvPr/>
          </p:nvSpPr>
          <p:spPr>
            <a:xfrm>
              <a:off x="2157291" y="3449860"/>
              <a:ext cx="34595" cy="34595"/>
            </a:xfrm>
            <a:prstGeom prst="ellipse">
              <a:avLst/>
            </a:prstGeom>
            <a:solidFill>
              <a:srgbClr val="FFB445">
                <a:alpha val="34901"/>
              </a:srgbClr>
            </a:solidFill>
            <a:ln w="9000" cap="rnd">
              <a:solidFill>
                <a:srgbClr val="FFB445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t346"/>
            <p:cNvSpPr/>
            <p:nvPr/>
          </p:nvSpPr>
          <p:spPr>
            <a:xfrm>
              <a:off x="2147164" y="3441918"/>
              <a:ext cx="50158" cy="50158"/>
            </a:xfrm>
            <a:prstGeom prst="ellipse">
              <a:avLst/>
            </a:prstGeom>
            <a:solidFill>
              <a:srgbClr val="FFCB80">
                <a:alpha val="27058"/>
              </a:srgbClr>
            </a:solidFill>
            <a:ln w="9000" cap="rnd">
              <a:solidFill>
                <a:srgbClr val="FFCB80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t347"/>
            <p:cNvSpPr/>
            <p:nvPr/>
          </p:nvSpPr>
          <p:spPr>
            <a:xfrm>
              <a:off x="2148795" y="3442006"/>
              <a:ext cx="46898" cy="46898"/>
            </a:xfrm>
            <a:prstGeom prst="ellipse">
              <a:avLst/>
            </a:prstGeom>
            <a:solidFill>
              <a:srgbClr val="FFC36E">
                <a:alpha val="29803"/>
              </a:srgbClr>
            </a:solidFill>
            <a:ln w="9000" cap="rnd">
              <a:solidFill>
                <a:srgbClr val="FFC36E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t348"/>
            <p:cNvSpPr/>
            <p:nvPr/>
          </p:nvSpPr>
          <p:spPr>
            <a:xfrm>
              <a:off x="2152938" y="3440628"/>
              <a:ext cx="43300" cy="43300"/>
            </a:xfrm>
            <a:prstGeom prst="ellipse">
              <a:avLst/>
            </a:prstGeom>
            <a:solidFill>
              <a:srgbClr val="FFDEB0">
                <a:alpha val="20784"/>
              </a:srgbClr>
            </a:solidFill>
            <a:ln w="9000" cap="rnd">
              <a:solidFill>
                <a:srgbClr val="FFDEB0">
                  <a:alpha val="2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t349"/>
            <p:cNvSpPr/>
            <p:nvPr/>
          </p:nvSpPr>
          <p:spPr>
            <a:xfrm>
              <a:off x="2146401" y="3431586"/>
              <a:ext cx="51684" cy="51684"/>
            </a:xfrm>
            <a:prstGeom prst="ellipse">
              <a:avLst/>
            </a:prstGeom>
            <a:solidFill>
              <a:srgbClr val="FFDDAD">
                <a:alpha val="21176"/>
              </a:srgbClr>
            </a:solidFill>
            <a:ln w="9000" cap="rnd">
              <a:solidFill>
                <a:srgbClr val="FFDDAD">
                  <a:alpha val="2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t350"/>
            <p:cNvSpPr/>
            <p:nvPr/>
          </p:nvSpPr>
          <p:spPr>
            <a:xfrm>
              <a:off x="2137243" y="3419310"/>
              <a:ext cx="70002" cy="70002"/>
            </a:xfrm>
            <a:prstGeom prst="ellipse">
              <a:avLst/>
            </a:prstGeom>
            <a:solidFill>
              <a:srgbClr val="FFAF37">
                <a:alpha val="36470"/>
              </a:srgbClr>
            </a:solidFill>
            <a:ln w="9000" cap="rnd">
              <a:solidFill>
                <a:srgbClr val="FFAF37">
                  <a:alpha val="3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t351"/>
            <p:cNvSpPr/>
            <p:nvPr/>
          </p:nvSpPr>
          <p:spPr>
            <a:xfrm>
              <a:off x="2146401" y="3428377"/>
              <a:ext cx="51684" cy="51684"/>
            </a:xfrm>
            <a:prstGeom prst="ellipse">
              <a:avLst/>
            </a:prstGeom>
            <a:solidFill>
              <a:srgbClr val="FFAE31">
                <a:alpha val="36862"/>
              </a:srgbClr>
            </a:solidFill>
            <a:ln w="9000" cap="rnd">
              <a:solidFill>
                <a:srgbClr val="FFAE31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t352"/>
            <p:cNvSpPr/>
            <p:nvPr/>
          </p:nvSpPr>
          <p:spPr>
            <a:xfrm>
              <a:off x="2153735" y="3435710"/>
              <a:ext cx="37017" cy="37017"/>
            </a:xfrm>
            <a:prstGeom prst="ellipse">
              <a:avLst/>
            </a:prstGeom>
            <a:solidFill>
              <a:srgbClr val="FFBC5A">
                <a:alpha val="32156"/>
              </a:srgbClr>
            </a:solidFill>
            <a:ln w="9000" cap="rnd">
              <a:solidFill>
                <a:srgbClr val="FFBC5A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t353"/>
            <p:cNvSpPr/>
            <p:nvPr/>
          </p:nvSpPr>
          <p:spPr>
            <a:xfrm>
              <a:off x="2148795" y="3429174"/>
              <a:ext cx="46898" cy="46898"/>
            </a:xfrm>
            <a:prstGeom prst="ellipse">
              <a:avLst/>
            </a:prstGeom>
            <a:solidFill>
              <a:srgbClr val="FFDCAA">
                <a:alpha val="21568"/>
              </a:srgbClr>
            </a:solidFill>
            <a:ln w="9000" cap="rnd">
              <a:solidFill>
                <a:srgbClr val="FFDCAA">
                  <a:alpha val="2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t354"/>
            <p:cNvSpPr/>
            <p:nvPr/>
          </p:nvSpPr>
          <p:spPr>
            <a:xfrm>
              <a:off x="2146401" y="3418843"/>
              <a:ext cx="51684" cy="51684"/>
            </a:xfrm>
            <a:prstGeom prst="ellipse">
              <a:avLst/>
            </a:prstGeom>
            <a:solidFill>
              <a:srgbClr val="FFC572">
                <a:alpha val="29019"/>
              </a:srgbClr>
            </a:solidFill>
            <a:ln w="9000" cap="rnd">
              <a:solidFill>
                <a:srgbClr val="FFC572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t355"/>
            <p:cNvSpPr/>
            <p:nvPr/>
          </p:nvSpPr>
          <p:spPr>
            <a:xfrm>
              <a:off x="2134426" y="3402264"/>
              <a:ext cx="75634" cy="75634"/>
            </a:xfrm>
            <a:prstGeom prst="ellipse">
              <a:avLst/>
            </a:prstGeom>
            <a:solidFill>
              <a:srgbClr val="FFC97D">
                <a:alpha val="27843"/>
              </a:srgbClr>
            </a:solidFill>
            <a:ln w="9000" cap="rnd">
              <a:solidFill>
                <a:srgbClr val="FFC97D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t356"/>
            <p:cNvSpPr/>
            <p:nvPr/>
          </p:nvSpPr>
          <p:spPr>
            <a:xfrm>
              <a:off x="2141677" y="3411138"/>
              <a:ext cx="51684" cy="51684"/>
            </a:xfrm>
            <a:prstGeom prst="ellipse">
              <a:avLst/>
            </a:prstGeom>
            <a:solidFill>
              <a:srgbClr val="FFD9A4">
                <a:alpha val="22352"/>
              </a:srgbClr>
            </a:solidFill>
            <a:ln w="9000" cap="rnd">
              <a:solidFill>
                <a:srgbClr val="FFD9A4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t357"/>
            <p:cNvSpPr/>
            <p:nvPr/>
          </p:nvSpPr>
          <p:spPr>
            <a:xfrm>
              <a:off x="2152016" y="3414185"/>
              <a:ext cx="45144" cy="45144"/>
            </a:xfrm>
            <a:prstGeom prst="ellipse">
              <a:avLst/>
            </a:prstGeom>
            <a:solidFill>
              <a:srgbClr val="FFE9CB">
                <a:alpha val="16862"/>
              </a:srgbClr>
            </a:solidFill>
            <a:ln w="9000" cap="rnd">
              <a:solidFill>
                <a:srgbClr val="FFE9CB">
                  <a:alpha val="1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t358"/>
            <p:cNvSpPr/>
            <p:nvPr/>
          </p:nvSpPr>
          <p:spPr>
            <a:xfrm>
              <a:off x="2146401" y="3407764"/>
              <a:ext cx="51684" cy="51684"/>
            </a:xfrm>
            <a:prstGeom prst="ellipse">
              <a:avLst/>
            </a:prstGeom>
            <a:solidFill>
              <a:srgbClr val="FFCE89">
                <a:alpha val="25882"/>
              </a:srgbClr>
            </a:solidFill>
            <a:ln w="9000" cap="rnd">
              <a:solidFill>
                <a:srgbClr val="FFCE89">
                  <a:alpha val="2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t359"/>
            <p:cNvSpPr/>
            <p:nvPr/>
          </p:nvSpPr>
          <p:spPr>
            <a:xfrm>
              <a:off x="2146401" y="3406064"/>
              <a:ext cx="51684" cy="51684"/>
            </a:xfrm>
            <a:prstGeom prst="ellipse">
              <a:avLst/>
            </a:prstGeom>
            <a:solidFill>
              <a:srgbClr val="FFC777">
                <a:alpha val="28627"/>
              </a:srgbClr>
            </a:solidFill>
            <a:ln w="9000" cap="rnd">
              <a:solidFill>
                <a:srgbClr val="FFC777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t360"/>
            <p:cNvSpPr/>
            <p:nvPr/>
          </p:nvSpPr>
          <p:spPr>
            <a:xfrm>
              <a:off x="2139468" y="3397680"/>
              <a:ext cx="65550" cy="65550"/>
            </a:xfrm>
            <a:prstGeom prst="ellipse">
              <a:avLst/>
            </a:prstGeom>
            <a:solidFill>
              <a:srgbClr val="FFC778">
                <a:alpha val="28235"/>
              </a:srgbClr>
            </a:solidFill>
            <a:ln w="9000" cap="rnd">
              <a:solidFill>
                <a:srgbClr val="FFC778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t361"/>
            <p:cNvSpPr/>
            <p:nvPr/>
          </p:nvSpPr>
          <p:spPr>
            <a:xfrm>
              <a:off x="2146401" y="3404497"/>
              <a:ext cx="51684" cy="51684"/>
            </a:xfrm>
            <a:prstGeom prst="ellipse">
              <a:avLst/>
            </a:prstGeom>
            <a:solidFill>
              <a:srgbClr val="FFC572">
                <a:alpha val="29019"/>
              </a:srgbClr>
            </a:solidFill>
            <a:ln w="9000" cap="rnd">
              <a:solidFill>
                <a:srgbClr val="FFC572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t362"/>
            <p:cNvSpPr/>
            <p:nvPr/>
          </p:nvSpPr>
          <p:spPr>
            <a:xfrm>
              <a:off x="2146401" y="3402946"/>
              <a:ext cx="51684" cy="51684"/>
            </a:xfrm>
            <a:prstGeom prst="ellipse">
              <a:avLst/>
            </a:prstGeom>
            <a:solidFill>
              <a:srgbClr val="FFA715">
                <a:alpha val="39215"/>
              </a:srgbClr>
            </a:solidFill>
            <a:ln w="9000" cap="rnd">
              <a:solidFill>
                <a:srgbClr val="FFA715">
                  <a:alpha val="3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t363"/>
            <p:cNvSpPr/>
            <p:nvPr/>
          </p:nvSpPr>
          <p:spPr>
            <a:xfrm>
              <a:off x="2146401" y="3401347"/>
              <a:ext cx="51684" cy="51684"/>
            </a:xfrm>
            <a:prstGeom prst="ellipse">
              <a:avLst/>
            </a:prstGeom>
            <a:solidFill>
              <a:srgbClr val="FFBE61">
                <a:alpha val="31372"/>
              </a:srgbClr>
            </a:solidFill>
            <a:ln w="9000" cap="rnd">
              <a:solidFill>
                <a:srgbClr val="FFBE61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t364"/>
            <p:cNvSpPr/>
            <p:nvPr/>
          </p:nvSpPr>
          <p:spPr>
            <a:xfrm>
              <a:off x="2146401" y="3401322"/>
              <a:ext cx="51684" cy="51684"/>
            </a:xfrm>
            <a:prstGeom prst="ellipse">
              <a:avLst/>
            </a:prstGeom>
            <a:solidFill>
              <a:srgbClr val="FFC169">
                <a:alpha val="30196"/>
              </a:srgbClr>
            </a:solidFill>
            <a:ln w="9000" cap="rnd">
              <a:solidFill>
                <a:srgbClr val="FFC169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t365"/>
            <p:cNvSpPr/>
            <p:nvPr/>
          </p:nvSpPr>
          <p:spPr>
            <a:xfrm>
              <a:off x="2146401" y="3396585"/>
              <a:ext cx="51684" cy="51684"/>
            </a:xfrm>
            <a:prstGeom prst="ellipse">
              <a:avLst/>
            </a:prstGeom>
            <a:solidFill>
              <a:srgbClr val="FFD394">
                <a:alpha val="24313"/>
              </a:srgbClr>
            </a:solidFill>
            <a:ln w="9000" cap="rnd">
              <a:solidFill>
                <a:srgbClr val="FFD394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t366"/>
            <p:cNvSpPr/>
            <p:nvPr/>
          </p:nvSpPr>
          <p:spPr>
            <a:xfrm>
              <a:off x="2147164" y="3395783"/>
              <a:ext cx="50158" cy="50158"/>
            </a:xfrm>
            <a:prstGeom prst="ellipse">
              <a:avLst/>
            </a:prstGeom>
            <a:solidFill>
              <a:srgbClr val="FFC168">
                <a:alpha val="30588"/>
              </a:srgbClr>
            </a:solidFill>
            <a:ln w="9000" cap="rnd">
              <a:solidFill>
                <a:srgbClr val="FFC168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t367"/>
            <p:cNvSpPr/>
            <p:nvPr/>
          </p:nvSpPr>
          <p:spPr>
            <a:xfrm>
              <a:off x="2138318" y="3383727"/>
              <a:ext cx="67851" cy="67851"/>
            </a:xfrm>
            <a:prstGeom prst="ellipse">
              <a:avLst/>
            </a:prstGeom>
            <a:solidFill>
              <a:srgbClr val="FFD69C">
                <a:alpha val="23529"/>
              </a:srgbClr>
            </a:solidFill>
            <a:ln w="9000" cap="rnd">
              <a:solidFill>
                <a:srgbClr val="FFD69C">
                  <a:alpha val="2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t368"/>
            <p:cNvSpPr/>
            <p:nvPr/>
          </p:nvSpPr>
          <p:spPr>
            <a:xfrm>
              <a:off x="2140116" y="3379971"/>
              <a:ext cx="68944" cy="68944"/>
            </a:xfrm>
            <a:prstGeom prst="ellipse">
              <a:avLst/>
            </a:prstGeom>
            <a:solidFill>
              <a:srgbClr val="FFDBA8">
                <a:alpha val="21568"/>
              </a:srgbClr>
            </a:solidFill>
            <a:ln w="9000" cap="rnd">
              <a:solidFill>
                <a:srgbClr val="FFDBA8">
                  <a:alpha val="2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t369"/>
            <p:cNvSpPr/>
            <p:nvPr/>
          </p:nvSpPr>
          <p:spPr>
            <a:xfrm>
              <a:off x="2146401" y="3385452"/>
              <a:ext cx="51684" cy="51684"/>
            </a:xfrm>
            <a:prstGeom prst="ellipse">
              <a:avLst/>
            </a:prstGeom>
            <a:solidFill>
              <a:srgbClr val="FFC87B">
                <a:alpha val="27843"/>
              </a:srgbClr>
            </a:solidFill>
            <a:ln w="9000" cap="rnd">
              <a:solidFill>
                <a:srgbClr val="FFC87B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t370"/>
            <p:cNvSpPr/>
            <p:nvPr/>
          </p:nvSpPr>
          <p:spPr>
            <a:xfrm>
              <a:off x="2142281" y="3381272"/>
              <a:ext cx="59925" cy="59925"/>
            </a:xfrm>
            <a:prstGeom prst="ellipse">
              <a:avLst/>
            </a:prstGeom>
            <a:solidFill>
              <a:srgbClr val="FFC067">
                <a:alpha val="30588"/>
              </a:srgbClr>
            </a:solidFill>
            <a:ln w="9000" cap="rnd">
              <a:solidFill>
                <a:srgbClr val="FFC067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t371"/>
            <p:cNvSpPr/>
            <p:nvPr/>
          </p:nvSpPr>
          <p:spPr>
            <a:xfrm>
              <a:off x="2138023" y="3371553"/>
              <a:ext cx="73131" cy="73131"/>
            </a:xfrm>
            <a:prstGeom prst="ellipse">
              <a:avLst/>
            </a:prstGeom>
            <a:solidFill>
              <a:srgbClr val="FFCD87">
                <a:alpha val="26274"/>
              </a:srgbClr>
            </a:solidFill>
            <a:ln w="9000" cap="rnd">
              <a:solidFill>
                <a:srgbClr val="FFCD87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t372"/>
            <p:cNvSpPr/>
            <p:nvPr/>
          </p:nvSpPr>
          <p:spPr>
            <a:xfrm>
              <a:off x="2147164" y="3375036"/>
              <a:ext cx="50158" cy="50158"/>
            </a:xfrm>
            <a:prstGeom prst="ellipse">
              <a:avLst/>
            </a:prstGeom>
            <a:solidFill>
              <a:srgbClr val="FFAC29">
                <a:alpha val="37647"/>
              </a:srgbClr>
            </a:solidFill>
            <a:ln w="9000" cap="rnd">
              <a:solidFill>
                <a:srgbClr val="FFAC29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t373"/>
            <p:cNvSpPr/>
            <p:nvPr/>
          </p:nvSpPr>
          <p:spPr>
            <a:xfrm>
              <a:off x="2148746" y="3372673"/>
              <a:ext cx="51684" cy="51684"/>
            </a:xfrm>
            <a:prstGeom prst="ellipse">
              <a:avLst/>
            </a:prstGeom>
            <a:solidFill>
              <a:srgbClr val="FFBC5C">
                <a:alpha val="32156"/>
              </a:srgbClr>
            </a:solidFill>
            <a:ln w="9000" cap="rnd">
              <a:solidFill>
                <a:srgbClr val="FFBC5C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t374"/>
            <p:cNvSpPr/>
            <p:nvPr/>
          </p:nvSpPr>
          <p:spPr>
            <a:xfrm>
              <a:off x="2147164" y="3373412"/>
              <a:ext cx="50158" cy="50158"/>
            </a:xfrm>
            <a:prstGeom prst="ellipse">
              <a:avLst/>
            </a:prstGeom>
            <a:solidFill>
              <a:srgbClr val="FFBA55">
                <a:alpha val="32941"/>
              </a:srgbClr>
            </a:solidFill>
            <a:ln w="9000" cap="rnd">
              <a:solidFill>
                <a:srgbClr val="FFBA55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t375"/>
            <p:cNvSpPr/>
            <p:nvPr/>
          </p:nvSpPr>
          <p:spPr>
            <a:xfrm>
              <a:off x="2153735" y="3379982"/>
              <a:ext cx="37017" cy="37017"/>
            </a:xfrm>
            <a:prstGeom prst="ellipse">
              <a:avLst/>
            </a:prstGeom>
            <a:solidFill>
              <a:srgbClr val="FFCA7F">
                <a:alpha val="27450"/>
              </a:srgbClr>
            </a:solidFill>
            <a:ln w="9000" cap="rnd">
              <a:solidFill>
                <a:srgbClr val="FFCA7F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t376"/>
            <p:cNvSpPr/>
            <p:nvPr/>
          </p:nvSpPr>
          <p:spPr>
            <a:xfrm>
              <a:off x="2146401" y="3371064"/>
              <a:ext cx="51684" cy="51684"/>
            </a:xfrm>
            <a:prstGeom prst="ellipse">
              <a:avLst/>
            </a:prstGeom>
            <a:solidFill>
              <a:srgbClr val="FFA100">
                <a:alpha val="41176"/>
              </a:srgbClr>
            </a:solidFill>
            <a:ln w="9000" cap="rnd">
              <a:solidFill>
                <a:srgbClr val="FFA100">
                  <a:alpha val="4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t377"/>
            <p:cNvSpPr/>
            <p:nvPr/>
          </p:nvSpPr>
          <p:spPr>
            <a:xfrm>
              <a:off x="2146401" y="3369521"/>
              <a:ext cx="51684" cy="51684"/>
            </a:xfrm>
            <a:prstGeom prst="ellipse">
              <a:avLst/>
            </a:prstGeom>
            <a:solidFill>
              <a:srgbClr val="FFBC5A">
                <a:alpha val="32156"/>
              </a:srgbClr>
            </a:solidFill>
            <a:ln w="9000" cap="rnd">
              <a:solidFill>
                <a:srgbClr val="FFBC5A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t378"/>
            <p:cNvSpPr/>
            <p:nvPr/>
          </p:nvSpPr>
          <p:spPr>
            <a:xfrm>
              <a:off x="2146401" y="3369467"/>
              <a:ext cx="51684" cy="51684"/>
            </a:xfrm>
            <a:prstGeom prst="ellipse">
              <a:avLst/>
            </a:prstGeom>
            <a:solidFill>
              <a:srgbClr val="FFC573">
                <a:alpha val="29019"/>
              </a:srgbClr>
            </a:solidFill>
            <a:ln w="9000" cap="rnd">
              <a:solidFill>
                <a:srgbClr val="FFC573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t379"/>
            <p:cNvSpPr/>
            <p:nvPr/>
          </p:nvSpPr>
          <p:spPr>
            <a:xfrm>
              <a:off x="2146401" y="3367855"/>
              <a:ext cx="51684" cy="51684"/>
            </a:xfrm>
            <a:prstGeom prst="ellipse">
              <a:avLst/>
            </a:prstGeom>
            <a:solidFill>
              <a:srgbClr val="FFB342">
                <a:alpha val="35294"/>
              </a:srgbClr>
            </a:solidFill>
            <a:ln w="9000" cap="rnd">
              <a:solidFill>
                <a:srgbClr val="FFB342">
                  <a:alpha val="3529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t380"/>
            <p:cNvSpPr/>
            <p:nvPr/>
          </p:nvSpPr>
          <p:spPr>
            <a:xfrm>
              <a:off x="2147164" y="3367108"/>
              <a:ext cx="50158" cy="50158"/>
            </a:xfrm>
            <a:prstGeom prst="ellipse">
              <a:avLst/>
            </a:prstGeom>
            <a:solidFill>
              <a:srgbClr val="FFC571">
                <a:alpha val="29411"/>
              </a:srgbClr>
            </a:solidFill>
            <a:ln w="9000" cap="rnd">
              <a:solidFill>
                <a:srgbClr val="FFC571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t381"/>
            <p:cNvSpPr/>
            <p:nvPr/>
          </p:nvSpPr>
          <p:spPr>
            <a:xfrm>
              <a:off x="2146401" y="3366288"/>
              <a:ext cx="51684" cy="51684"/>
            </a:xfrm>
            <a:prstGeom prst="ellipse">
              <a:avLst/>
            </a:prstGeom>
            <a:solidFill>
              <a:srgbClr val="FFD190">
                <a:alpha val="25098"/>
              </a:srgbClr>
            </a:solidFill>
            <a:ln w="9000" cap="rnd">
              <a:solidFill>
                <a:srgbClr val="FFD190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t382"/>
            <p:cNvSpPr/>
            <p:nvPr/>
          </p:nvSpPr>
          <p:spPr>
            <a:xfrm>
              <a:off x="2146401" y="3364645"/>
              <a:ext cx="51684" cy="51684"/>
            </a:xfrm>
            <a:prstGeom prst="ellipse">
              <a:avLst/>
            </a:prstGeom>
            <a:solidFill>
              <a:srgbClr val="FF7100">
                <a:alpha val="54117"/>
              </a:srgbClr>
            </a:solidFill>
            <a:ln w="9000" cap="rnd">
              <a:solidFill>
                <a:srgbClr val="FF7100">
                  <a:alpha val="5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t383"/>
            <p:cNvSpPr/>
            <p:nvPr/>
          </p:nvSpPr>
          <p:spPr>
            <a:xfrm>
              <a:off x="2153735" y="3371978"/>
              <a:ext cx="37017" cy="37017"/>
            </a:xfrm>
            <a:prstGeom prst="ellipse">
              <a:avLst/>
            </a:prstGeom>
            <a:solidFill>
              <a:srgbClr val="FF8600">
                <a:alpha val="49019"/>
              </a:srgbClr>
            </a:solidFill>
            <a:ln w="9000" cap="rnd">
              <a:solidFill>
                <a:srgbClr val="FF8600">
                  <a:alpha val="4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t384"/>
            <p:cNvSpPr/>
            <p:nvPr/>
          </p:nvSpPr>
          <p:spPr>
            <a:xfrm>
              <a:off x="2153735" y="3371978"/>
              <a:ext cx="37017" cy="37017"/>
            </a:xfrm>
            <a:prstGeom prst="ellipse">
              <a:avLst/>
            </a:prstGeom>
            <a:solidFill>
              <a:srgbClr val="FF8600">
                <a:alpha val="49019"/>
              </a:srgbClr>
            </a:solidFill>
            <a:ln w="9000" cap="rnd">
              <a:solidFill>
                <a:srgbClr val="FF8600">
                  <a:alpha val="4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t385"/>
            <p:cNvSpPr/>
            <p:nvPr/>
          </p:nvSpPr>
          <p:spPr>
            <a:xfrm>
              <a:off x="2146401" y="3363051"/>
              <a:ext cx="51684" cy="51684"/>
            </a:xfrm>
            <a:prstGeom prst="ellipse">
              <a:avLst/>
            </a:prstGeom>
            <a:solidFill>
              <a:srgbClr val="FF9700">
                <a:alpha val="43921"/>
              </a:srgbClr>
            </a:solidFill>
            <a:ln w="9000" cap="rnd">
              <a:solidFill>
                <a:srgbClr val="FF9700">
                  <a:alpha val="4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t386"/>
            <p:cNvSpPr/>
            <p:nvPr/>
          </p:nvSpPr>
          <p:spPr>
            <a:xfrm>
              <a:off x="2146401" y="3361438"/>
              <a:ext cx="51684" cy="51684"/>
            </a:xfrm>
            <a:prstGeom prst="ellipse">
              <a:avLst/>
            </a:prstGeom>
            <a:solidFill>
              <a:srgbClr val="FFAF34">
                <a:alpha val="36862"/>
              </a:srgbClr>
            </a:solidFill>
            <a:ln w="9000" cap="rnd">
              <a:solidFill>
                <a:srgbClr val="FFAF34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t387"/>
            <p:cNvSpPr/>
            <p:nvPr/>
          </p:nvSpPr>
          <p:spPr>
            <a:xfrm>
              <a:off x="2146401" y="3359993"/>
              <a:ext cx="51684" cy="51684"/>
            </a:xfrm>
            <a:prstGeom prst="ellipse">
              <a:avLst/>
            </a:prstGeom>
            <a:solidFill>
              <a:srgbClr val="FFCD87">
                <a:alpha val="26274"/>
              </a:srgbClr>
            </a:solidFill>
            <a:ln w="9000" cap="rnd">
              <a:solidFill>
                <a:srgbClr val="FFCD87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t388"/>
            <p:cNvSpPr/>
            <p:nvPr/>
          </p:nvSpPr>
          <p:spPr>
            <a:xfrm>
              <a:off x="2148746" y="3356753"/>
              <a:ext cx="51684" cy="51684"/>
            </a:xfrm>
            <a:prstGeom prst="ellipse">
              <a:avLst/>
            </a:prstGeom>
            <a:solidFill>
              <a:srgbClr val="FFAE33">
                <a:alpha val="36862"/>
              </a:srgbClr>
            </a:solidFill>
            <a:ln w="9000" cap="rnd">
              <a:solidFill>
                <a:srgbClr val="FFAE33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t389"/>
            <p:cNvSpPr/>
            <p:nvPr/>
          </p:nvSpPr>
          <p:spPr>
            <a:xfrm>
              <a:off x="2149509" y="3354422"/>
              <a:ext cx="50158" cy="50158"/>
            </a:xfrm>
            <a:prstGeom prst="ellipse">
              <a:avLst/>
            </a:prstGeom>
            <a:solidFill>
              <a:srgbClr val="FF6700">
                <a:alpha val="56470"/>
              </a:srgbClr>
            </a:solidFill>
            <a:ln w="9000" cap="rnd">
              <a:solidFill>
                <a:srgbClr val="FF6700">
                  <a:alpha val="5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t390"/>
            <p:cNvSpPr/>
            <p:nvPr/>
          </p:nvSpPr>
          <p:spPr>
            <a:xfrm>
              <a:off x="2155219" y="3349824"/>
              <a:ext cx="53157" cy="53157"/>
            </a:xfrm>
            <a:prstGeom prst="ellipse">
              <a:avLst/>
            </a:prstGeom>
            <a:solidFill>
              <a:srgbClr val="FFBB5A">
                <a:alpha val="32156"/>
              </a:srgbClr>
            </a:solidFill>
            <a:ln w="9000" cap="rnd">
              <a:solidFill>
                <a:srgbClr val="FFBB5A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t391"/>
            <p:cNvSpPr/>
            <p:nvPr/>
          </p:nvSpPr>
          <p:spPr>
            <a:xfrm>
              <a:off x="2142358" y="3343972"/>
              <a:ext cx="64460" cy="64460"/>
            </a:xfrm>
            <a:prstGeom prst="ellipse">
              <a:avLst/>
            </a:prstGeom>
            <a:solidFill>
              <a:srgbClr val="FFDEB0">
                <a:alpha val="20784"/>
              </a:srgbClr>
            </a:solidFill>
            <a:ln w="9000" cap="rnd">
              <a:solidFill>
                <a:srgbClr val="FFDEB0">
                  <a:alpha val="2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t392"/>
            <p:cNvSpPr/>
            <p:nvPr/>
          </p:nvSpPr>
          <p:spPr>
            <a:xfrm>
              <a:off x="2148746" y="3350335"/>
              <a:ext cx="51684" cy="51684"/>
            </a:xfrm>
            <a:prstGeom prst="ellipse">
              <a:avLst/>
            </a:prstGeom>
            <a:solidFill>
              <a:srgbClr val="FFCE89">
                <a:alpha val="25882"/>
              </a:srgbClr>
            </a:solidFill>
            <a:ln w="9000" cap="rnd">
              <a:solidFill>
                <a:srgbClr val="FFCE89">
                  <a:alpha val="2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t393"/>
            <p:cNvSpPr/>
            <p:nvPr/>
          </p:nvSpPr>
          <p:spPr>
            <a:xfrm>
              <a:off x="2146401" y="3344089"/>
              <a:ext cx="51684" cy="51684"/>
            </a:xfrm>
            <a:prstGeom prst="ellipse">
              <a:avLst/>
            </a:prstGeom>
            <a:solidFill>
              <a:srgbClr val="FFAD2F">
                <a:alpha val="37254"/>
              </a:srgbClr>
            </a:solidFill>
            <a:ln w="9000" cap="rnd">
              <a:solidFill>
                <a:srgbClr val="FFAD2F">
                  <a:alpha val="3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t394"/>
            <p:cNvSpPr/>
            <p:nvPr/>
          </p:nvSpPr>
          <p:spPr>
            <a:xfrm>
              <a:off x="2136856" y="3334429"/>
              <a:ext cx="70776" cy="70776"/>
            </a:xfrm>
            <a:prstGeom prst="ellipse">
              <a:avLst/>
            </a:prstGeom>
            <a:solidFill>
              <a:srgbClr val="FFB851">
                <a:alpha val="33333"/>
              </a:srgbClr>
            </a:solidFill>
            <a:ln w="9000" cap="rnd">
              <a:solidFill>
                <a:srgbClr val="FFB851">
                  <a:alpha val="3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t395"/>
            <p:cNvSpPr/>
            <p:nvPr/>
          </p:nvSpPr>
          <p:spPr>
            <a:xfrm>
              <a:off x="2147164" y="3341587"/>
              <a:ext cx="50158" cy="50158"/>
            </a:xfrm>
            <a:prstGeom prst="ellipse">
              <a:avLst/>
            </a:prstGeom>
            <a:solidFill>
              <a:srgbClr val="FFC675">
                <a:alpha val="28627"/>
              </a:srgbClr>
            </a:solidFill>
            <a:ln w="9000" cap="rnd">
              <a:solidFill>
                <a:srgbClr val="FFC675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t396"/>
            <p:cNvSpPr/>
            <p:nvPr/>
          </p:nvSpPr>
          <p:spPr>
            <a:xfrm>
              <a:off x="2146401" y="3339181"/>
              <a:ext cx="51684" cy="51684"/>
            </a:xfrm>
            <a:prstGeom prst="ellipse">
              <a:avLst/>
            </a:prstGeom>
            <a:solidFill>
              <a:srgbClr val="FFCB83">
                <a:alpha val="27058"/>
              </a:srgbClr>
            </a:solidFill>
            <a:ln w="9000" cap="rnd">
              <a:solidFill>
                <a:srgbClr val="FFCB83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t397"/>
            <p:cNvSpPr/>
            <p:nvPr/>
          </p:nvSpPr>
          <p:spPr>
            <a:xfrm>
              <a:off x="2148746" y="3337675"/>
              <a:ext cx="51684" cy="51684"/>
            </a:xfrm>
            <a:prstGeom prst="ellipse">
              <a:avLst/>
            </a:prstGeom>
            <a:solidFill>
              <a:srgbClr val="FFD497">
                <a:alpha val="23921"/>
              </a:srgbClr>
            </a:solidFill>
            <a:ln w="9000" cap="rnd">
              <a:solidFill>
                <a:srgbClr val="FFD497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t398"/>
            <p:cNvSpPr/>
            <p:nvPr/>
          </p:nvSpPr>
          <p:spPr>
            <a:xfrm>
              <a:off x="2146401" y="3334522"/>
              <a:ext cx="51684" cy="51684"/>
            </a:xfrm>
            <a:prstGeom prst="ellipse">
              <a:avLst/>
            </a:prstGeom>
            <a:solidFill>
              <a:srgbClr val="FFA000">
                <a:alpha val="41568"/>
              </a:srgbClr>
            </a:solidFill>
            <a:ln w="9000" cap="rnd">
              <a:solidFill>
                <a:srgbClr val="FFA000">
                  <a:alpha val="4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t399"/>
            <p:cNvSpPr/>
            <p:nvPr/>
          </p:nvSpPr>
          <p:spPr>
            <a:xfrm>
              <a:off x="2146401" y="3331230"/>
              <a:ext cx="51684" cy="51684"/>
            </a:xfrm>
            <a:prstGeom prst="ellipse">
              <a:avLst/>
            </a:prstGeom>
            <a:solidFill>
              <a:srgbClr val="FF6800">
                <a:alpha val="56470"/>
              </a:srgbClr>
            </a:solidFill>
            <a:ln w="9000" cap="rnd">
              <a:solidFill>
                <a:srgbClr val="FF6800">
                  <a:alpha val="5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t400"/>
            <p:cNvSpPr/>
            <p:nvPr/>
          </p:nvSpPr>
          <p:spPr>
            <a:xfrm>
              <a:off x="2146401" y="3329632"/>
              <a:ext cx="51684" cy="51684"/>
            </a:xfrm>
            <a:prstGeom prst="ellipse">
              <a:avLst/>
            </a:prstGeom>
            <a:solidFill>
              <a:srgbClr val="FF8D00">
                <a:alpha val="47058"/>
              </a:srgbClr>
            </a:solidFill>
            <a:ln w="9000" cap="rnd">
              <a:solidFill>
                <a:srgbClr val="FF8D00">
                  <a:alpha val="4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t401"/>
            <p:cNvSpPr/>
            <p:nvPr/>
          </p:nvSpPr>
          <p:spPr>
            <a:xfrm>
              <a:off x="2146401" y="3328103"/>
              <a:ext cx="51684" cy="51684"/>
            </a:xfrm>
            <a:prstGeom prst="ellipse">
              <a:avLst/>
            </a:prstGeom>
            <a:solidFill>
              <a:srgbClr val="FFC26B">
                <a:alpha val="30196"/>
              </a:srgbClr>
            </a:solidFill>
            <a:ln w="9000" cap="rnd">
              <a:solidFill>
                <a:srgbClr val="FFC26B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t402"/>
            <p:cNvSpPr/>
            <p:nvPr/>
          </p:nvSpPr>
          <p:spPr>
            <a:xfrm>
              <a:off x="2141247" y="3322877"/>
              <a:ext cx="61994" cy="61994"/>
            </a:xfrm>
            <a:prstGeom prst="ellipse">
              <a:avLst/>
            </a:prstGeom>
            <a:solidFill>
              <a:srgbClr val="FFBB58">
                <a:alpha val="32549"/>
              </a:srgbClr>
            </a:solidFill>
            <a:ln w="9000" cap="rnd">
              <a:solidFill>
                <a:srgbClr val="FFBB58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t403"/>
            <p:cNvSpPr/>
            <p:nvPr/>
          </p:nvSpPr>
          <p:spPr>
            <a:xfrm>
              <a:off x="2151139" y="3328830"/>
              <a:ext cx="46898" cy="46898"/>
            </a:xfrm>
            <a:prstGeom prst="ellipse">
              <a:avLst/>
            </a:prstGeom>
            <a:solidFill>
              <a:srgbClr val="FFD08F">
                <a:alpha val="25098"/>
              </a:srgbClr>
            </a:solidFill>
            <a:ln w="9000" cap="rnd">
              <a:solidFill>
                <a:srgbClr val="FFD08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t404"/>
            <p:cNvSpPr/>
            <p:nvPr/>
          </p:nvSpPr>
          <p:spPr>
            <a:xfrm>
              <a:off x="2146401" y="3324986"/>
              <a:ext cx="51684" cy="51684"/>
            </a:xfrm>
            <a:prstGeom prst="ellipse">
              <a:avLst/>
            </a:prstGeom>
            <a:solidFill>
              <a:srgbClr val="FFA91E">
                <a:alpha val="38431"/>
              </a:srgbClr>
            </a:solidFill>
            <a:ln w="9000" cap="rnd">
              <a:solidFill>
                <a:srgbClr val="FFA91E">
                  <a:alpha val="3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t405"/>
            <p:cNvSpPr/>
            <p:nvPr/>
          </p:nvSpPr>
          <p:spPr>
            <a:xfrm>
              <a:off x="2140241" y="3318710"/>
              <a:ext cx="64006" cy="64006"/>
            </a:xfrm>
            <a:prstGeom prst="ellipse">
              <a:avLst/>
            </a:prstGeom>
            <a:solidFill>
              <a:srgbClr val="FFBE60">
                <a:alpha val="31764"/>
              </a:srgbClr>
            </a:solidFill>
            <a:ln w="9000" cap="rnd">
              <a:solidFill>
                <a:srgbClr val="FFBE60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t406"/>
            <p:cNvSpPr/>
            <p:nvPr/>
          </p:nvSpPr>
          <p:spPr>
            <a:xfrm>
              <a:off x="2148746" y="3321720"/>
              <a:ext cx="51684" cy="51684"/>
            </a:xfrm>
            <a:prstGeom prst="ellipse">
              <a:avLst/>
            </a:prstGeom>
            <a:solidFill>
              <a:srgbClr val="FFCB81">
                <a:alpha val="27058"/>
              </a:srgbClr>
            </a:solidFill>
            <a:ln w="9000" cap="rnd">
              <a:solidFill>
                <a:srgbClr val="FFCB81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t407"/>
            <p:cNvSpPr/>
            <p:nvPr/>
          </p:nvSpPr>
          <p:spPr>
            <a:xfrm>
              <a:off x="2146401" y="3318493"/>
              <a:ext cx="51684" cy="51684"/>
            </a:xfrm>
            <a:prstGeom prst="ellipse">
              <a:avLst/>
            </a:prstGeom>
            <a:solidFill>
              <a:srgbClr val="FFB13B">
                <a:alpha val="36078"/>
              </a:srgbClr>
            </a:solidFill>
            <a:ln w="9000" cap="rnd">
              <a:solidFill>
                <a:srgbClr val="FFB13B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t408"/>
            <p:cNvSpPr/>
            <p:nvPr/>
          </p:nvSpPr>
          <p:spPr>
            <a:xfrm>
              <a:off x="2146401" y="3318453"/>
              <a:ext cx="51684" cy="51684"/>
            </a:xfrm>
            <a:prstGeom prst="ellipse">
              <a:avLst/>
            </a:prstGeom>
            <a:solidFill>
              <a:srgbClr val="FFCD87">
                <a:alpha val="26274"/>
              </a:srgbClr>
            </a:solidFill>
            <a:ln w="9000" cap="rnd">
              <a:solidFill>
                <a:srgbClr val="FFCD87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t409"/>
            <p:cNvSpPr/>
            <p:nvPr/>
          </p:nvSpPr>
          <p:spPr>
            <a:xfrm>
              <a:off x="2136946" y="3312418"/>
              <a:ext cx="61146" cy="61146"/>
            </a:xfrm>
            <a:prstGeom prst="ellipse">
              <a:avLst/>
            </a:prstGeom>
            <a:solidFill>
              <a:srgbClr val="FFB13D">
                <a:alpha val="35686"/>
              </a:srgbClr>
            </a:solidFill>
            <a:ln w="9000" cap="rnd">
              <a:solidFill>
                <a:srgbClr val="FFB13D">
                  <a:alpha val="3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t410"/>
            <p:cNvSpPr/>
            <p:nvPr/>
          </p:nvSpPr>
          <p:spPr>
            <a:xfrm>
              <a:off x="2146401" y="3316867"/>
              <a:ext cx="51684" cy="51684"/>
            </a:xfrm>
            <a:prstGeom prst="ellipse">
              <a:avLst/>
            </a:prstGeom>
            <a:solidFill>
              <a:srgbClr val="FF8400">
                <a:alpha val="49411"/>
              </a:srgbClr>
            </a:solidFill>
            <a:ln w="9000" cap="rnd">
              <a:solidFill>
                <a:srgbClr val="FF8400">
                  <a:alpha val="4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t411"/>
            <p:cNvSpPr/>
            <p:nvPr/>
          </p:nvSpPr>
          <p:spPr>
            <a:xfrm>
              <a:off x="2153735" y="3324201"/>
              <a:ext cx="37017" cy="37017"/>
            </a:xfrm>
            <a:prstGeom prst="ellipse">
              <a:avLst/>
            </a:prstGeom>
            <a:solidFill>
              <a:srgbClr val="FF9A00">
                <a:alpha val="43529"/>
              </a:srgbClr>
            </a:solidFill>
            <a:ln w="9000" cap="rnd">
              <a:solidFill>
                <a:srgbClr val="FF9A00">
                  <a:alpha val="4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t412"/>
            <p:cNvSpPr/>
            <p:nvPr/>
          </p:nvSpPr>
          <p:spPr>
            <a:xfrm>
              <a:off x="2148746" y="3316811"/>
              <a:ext cx="51684" cy="51684"/>
            </a:xfrm>
            <a:prstGeom prst="ellipse">
              <a:avLst/>
            </a:prstGeom>
            <a:solidFill>
              <a:srgbClr val="FFB74E">
                <a:alpha val="33725"/>
              </a:srgbClr>
            </a:solidFill>
            <a:ln w="9000" cap="rnd">
              <a:solidFill>
                <a:srgbClr val="FFB74E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t413"/>
            <p:cNvSpPr/>
            <p:nvPr/>
          </p:nvSpPr>
          <p:spPr>
            <a:xfrm>
              <a:off x="2140829" y="3310009"/>
              <a:ext cx="62828" cy="62828"/>
            </a:xfrm>
            <a:prstGeom prst="ellipse">
              <a:avLst/>
            </a:prstGeom>
            <a:solidFill>
              <a:srgbClr val="FFAE33">
                <a:alpha val="36862"/>
              </a:srgbClr>
            </a:solidFill>
            <a:ln w="9000" cap="rnd">
              <a:solidFill>
                <a:srgbClr val="FFAE33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t414"/>
            <p:cNvSpPr/>
            <p:nvPr/>
          </p:nvSpPr>
          <p:spPr>
            <a:xfrm>
              <a:off x="2146401" y="3315271"/>
              <a:ext cx="51684" cy="51684"/>
            </a:xfrm>
            <a:prstGeom prst="ellipse">
              <a:avLst/>
            </a:prstGeom>
            <a:solidFill>
              <a:srgbClr val="FFAC2B">
                <a:alpha val="37647"/>
              </a:srgbClr>
            </a:solidFill>
            <a:ln w="9000" cap="rnd">
              <a:solidFill>
                <a:srgbClr val="FFAC2B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t415"/>
            <p:cNvSpPr/>
            <p:nvPr/>
          </p:nvSpPr>
          <p:spPr>
            <a:xfrm>
              <a:off x="2146401" y="3315212"/>
              <a:ext cx="51684" cy="51684"/>
            </a:xfrm>
            <a:prstGeom prst="ellipse">
              <a:avLst/>
            </a:prstGeom>
            <a:solidFill>
              <a:srgbClr val="FFD9A3">
                <a:alpha val="22352"/>
              </a:srgbClr>
            </a:solidFill>
            <a:ln w="9000" cap="rnd">
              <a:solidFill>
                <a:srgbClr val="FFD9A3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t416"/>
            <p:cNvSpPr/>
            <p:nvPr/>
          </p:nvSpPr>
          <p:spPr>
            <a:xfrm>
              <a:off x="2130296" y="3297882"/>
              <a:ext cx="83895" cy="83895"/>
            </a:xfrm>
            <a:prstGeom prst="ellipse">
              <a:avLst/>
            </a:prstGeom>
            <a:solidFill>
              <a:srgbClr val="FFCC84">
                <a:alpha val="26666"/>
              </a:srgbClr>
            </a:solidFill>
            <a:ln w="9000" cap="rnd">
              <a:solidFill>
                <a:srgbClr val="FFCC84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t417"/>
            <p:cNvSpPr/>
            <p:nvPr/>
          </p:nvSpPr>
          <p:spPr>
            <a:xfrm>
              <a:off x="2146401" y="3312150"/>
              <a:ext cx="51684" cy="51684"/>
            </a:xfrm>
            <a:prstGeom prst="ellipse">
              <a:avLst/>
            </a:prstGeom>
            <a:solidFill>
              <a:srgbClr val="FFB342">
                <a:alpha val="35294"/>
              </a:srgbClr>
            </a:solidFill>
            <a:ln w="9000" cap="rnd">
              <a:solidFill>
                <a:srgbClr val="FFB342">
                  <a:alpha val="3529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t418"/>
            <p:cNvSpPr/>
            <p:nvPr/>
          </p:nvSpPr>
          <p:spPr>
            <a:xfrm>
              <a:off x="2146401" y="3305766"/>
              <a:ext cx="51684" cy="51684"/>
            </a:xfrm>
            <a:prstGeom prst="ellipse">
              <a:avLst/>
            </a:prstGeom>
            <a:solidFill>
              <a:srgbClr val="FFAD30">
                <a:alpha val="37254"/>
              </a:srgbClr>
            </a:solidFill>
            <a:ln w="9000" cap="rnd">
              <a:solidFill>
                <a:srgbClr val="FFAD30">
                  <a:alpha val="3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t419"/>
            <p:cNvSpPr/>
            <p:nvPr/>
          </p:nvSpPr>
          <p:spPr>
            <a:xfrm>
              <a:off x="2144784" y="3300940"/>
              <a:ext cx="54920" cy="54920"/>
            </a:xfrm>
            <a:prstGeom prst="ellipse">
              <a:avLst/>
            </a:prstGeom>
            <a:solidFill>
              <a:srgbClr val="FFBB59">
                <a:alpha val="32549"/>
              </a:srgbClr>
            </a:solidFill>
            <a:ln w="9000" cap="rnd">
              <a:solidFill>
                <a:srgbClr val="FFBB59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t420"/>
            <p:cNvSpPr/>
            <p:nvPr/>
          </p:nvSpPr>
          <p:spPr>
            <a:xfrm>
              <a:off x="2146401" y="3296139"/>
              <a:ext cx="51684" cy="51684"/>
            </a:xfrm>
            <a:prstGeom prst="ellipse">
              <a:avLst/>
            </a:prstGeom>
            <a:solidFill>
              <a:srgbClr val="FFD498">
                <a:alpha val="23921"/>
              </a:srgbClr>
            </a:solidFill>
            <a:ln w="9000" cap="rnd">
              <a:solidFill>
                <a:srgbClr val="FFD498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t421"/>
            <p:cNvSpPr/>
            <p:nvPr/>
          </p:nvSpPr>
          <p:spPr>
            <a:xfrm>
              <a:off x="2129828" y="3273322"/>
              <a:ext cx="84832" cy="84832"/>
            </a:xfrm>
            <a:prstGeom prst="ellipse">
              <a:avLst/>
            </a:prstGeom>
            <a:solidFill>
              <a:srgbClr val="FFD08E">
                <a:alpha val="25490"/>
              </a:srgbClr>
            </a:solidFill>
            <a:ln w="9000" cap="rnd">
              <a:solidFill>
                <a:srgbClr val="FFD08E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t422"/>
            <p:cNvSpPr/>
            <p:nvPr/>
          </p:nvSpPr>
          <p:spPr>
            <a:xfrm>
              <a:off x="2146401" y="3283419"/>
              <a:ext cx="51684" cy="51684"/>
            </a:xfrm>
            <a:prstGeom prst="ellipse">
              <a:avLst/>
            </a:prstGeom>
            <a:solidFill>
              <a:srgbClr val="FF9E00">
                <a:alpha val="42352"/>
              </a:srgbClr>
            </a:solidFill>
            <a:ln w="9000" cap="rnd">
              <a:solidFill>
                <a:srgbClr val="FF9E00">
                  <a:alpha val="4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t423"/>
            <p:cNvSpPr/>
            <p:nvPr/>
          </p:nvSpPr>
          <p:spPr>
            <a:xfrm>
              <a:off x="2146401" y="3281822"/>
              <a:ext cx="51684" cy="51684"/>
            </a:xfrm>
            <a:prstGeom prst="ellipse">
              <a:avLst/>
            </a:prstGeom>
            <a:solidFill>
              <a:srgbClr val="FFC36D">
                <a:alpha val="29803"/>
              </a:srgbClr>
            </a:solidFill>
            <a:ln w="9000" cap="rnd">
              <a:solidFill>
                <a:srgbClr val="FFC36D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t424"/>
            <p:cNvSpPr/>
            <p:nvPr/>
          </p:nvSpPr>
          <p:spPr>
            <a:xfrm>
              <a:off x="2137774" y="3276680"/>
              <a:ext cx="59489" cy="59489"/>
            </a:xfrm>
            <a:prstGeom prst="ellipse">
              <a:avLst/>
            </a:prstGeom>
            <a:solidFill>
              <a:srgbClr val="FFBF63">
                <a:alpha val="31372"/>
              </a:srgbClr>
            </a:solidFill>
            <a:ln w="9000" cap="rnd">
              <a:solidFill>
                <a:srgbClr val="FFBF63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t425"/>
            <p:cNvSpPr/>
            <p:nvPr/>
          </p:nvSpPr>
          <p:spPr>
            <a:xfrm>
              <a:off x="2148746" y="3280268"/>
              <a:ext cx="51684" cy="51684"/>
            </a:xfrm>
            <a:prstGeom prst="ellipse">
              <a:avLst/>
            </a:prstGeom>
            <a:solidFill>
              <a:srgbClr val="FF9700">
                <a:alpha val="44313"/>
              </a:srgbClr>
            </a:solidFill>
            <a:ln w="9000" cap="rnd">
              <a:solidFill>
                <a:srgbClr val="FF9700">
                  <a:alpha val="4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t426"/>
            <p:cNvSpPr/>
            <p:nvPr/>
          </p:nvSpPr>
          <p:spPr>
            <a:xfrm>
              <a:off x="2157291" y="3288813"/>
              <a:ext cx="34595" cy="34595"/>
            </a:xfrm>
            <a:prstGeom prst="ellipse">
              <a:avLst/>
            </a:prstGeom>
            <a:solidFill>
              <a:srgbClr val="FFA91F">
                <a:alpha val="38431"/>
              </a:srgbClr>
            </a:solidFill>
            <a:ln w="9000" cap="rnd">
              <a:solidFill>
                <a:srgbClr val="FFA91F">
                  <a:alpha val="3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t427"/>
            <p:cNvSpPr/>
            <p:nvPr/>
          </p:nvSpPr>
          <p:spPr>
            <a:xfrm>
              <a:off x="2146401" y="3278671"/>
              <a:ext cx="51684" cy="51684"/>
            </a:xfrm>
            <a:prstGeom prst="ellipse">
              <a:avLst/>
            </a:prstGeom>
            <a:solidFill>
              <a:srgbClr val="FFB954">
                <a:alpha val="32941"/>
              </a:srgbClr>
            </a:solidFill>
            <a:ln w="9000" cap="rnd">
              <a:solidFill>
                <a:srgbClr val="FFB954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t428"/>
            <p:cNvSpPr/>
            <p:nvPr/>
          </p:nvSpPr>
          <p:spPr>
            <a:xfrm>
              <a:off x="2148746" y="3273826"/>
              <a:ext cx="51684" cy="51684"/>
            </a:xfrm>
            <a:prstGeom prst="ellipse">
              <a:avLst/>
            </a:prstGeom>
            <a:solidFill>
              <a:srgbClr val="FFCC83">
                <a:alpha val="26666"/>
              </a:srgbClr>
            </a:solidFill>
            <a:ln w="9000" cap="rnd">
              <a:solidFill>
                <a:srgbClr val="FFCC83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t429"/>
            <p:cNvSpPr/>
            <p:nvPr/>
          </p:nvSpPr>
          <p:spPr>
            <a:xfrm>
              <a:off x="2149509" y="3261845"/>
              <a:ext cx="50158" cy="50158"/>
            </a:xfrm>
            <a:prstGeom prst="ellipse">
              <a:avLst/>
            </a:prstGeom>
            <a:solidFill>
              <a:srgbClr val="FFDBA8">
                <a:alpha val="21960"/>
              </a:srgbClr>
            </a:solidFill>
            <a:ln w="9000" cap="rnd">
              <a:solidFill>
                <a:srgbClr val="FFDBA8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t430"/>
            <p:cNvSpPr/>
            <p:nvPr/>
          </p:nvSpPr>
          <p:spPr>
            <a:xfrm>
              <a:off x="2148746" y="3257873"/>
              <a:ext cx="51684" cy="51684"/>
            </a:xfrm>
            <a:prstGeom prst="ellipse">
              <a:avLst/>
            </a:prstGeom>
            <a:solidFill>
              <a:srgbClr val="FFE3BC">
                <a:alpha val="18823"/>
              </a:srgbClr>
            </a:solidFill>
            <a:ln w="9000" cap="rnd">
              <a:solidFill>
                <a:srgbClr val="FFE3BC">
                  <a:alpha val="1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t431"/>
            <p:cNvSpPr/>
            <p:nvPr/>
          </p:nvSpPr>
          <p:spPr>
            <a:xfrm>
              <a:off x="2148746" y="3251512"/>
              <a:ext cx="51684" cy="51684"/>
            </a:xfrm>
            <a:prstGeom prst="ellipse">
              <a:avLst/>
            </a:prstGeom>
            <a:solidFill>
              <a:srgbClr val="FFD292">
                <a:alpha val="24705"/>
              </a:srgbClr>
            </a:solidFill>
            <a:ln w="9000" cap="rnd">
              <a:solidFill>
                <a:srgbClr val="FFD292">
                  <a:alpha val="2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t432"/>
            <p:cNvSpPr/>
            <p:nvPr/>
          </p:nvSpPr>
          <p:spPr>
            <a:xfrm>
              <a:off x="2119683" y="3221555"/>
              <a:ext cx="105121" cy="105121"/>
            </a:xfrm>
            <a:prstGeom prst="ellipse">
              <a:avLst/>
            </a:prstGeom>
            <a:solidFill>
              <a:srgbClr val="FFE0B5">
                <a:alpha val="20000"/>
              </a:srgbClr>
            </a:solidFill>
            <a:ln w="9000" cap="rnd">
              <a:solidFill>
                <a:srgbClr val="FFE0B5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t433"/>
            <p:cNvSpPr/>
            <p:nvPr/>
          </p:nvSpPr>
          <p:spPr>
            <a:xfrm>
              <a:off x="2148746" y="3235834"/>
              <a:ext cx="51684" cy="51684"/>
            </a:xfrm>
            <a:prstGeom prst="ellipse">
              <a:avLst/>
            </a:prstGeom>
            <a:solidFill>
              <a:srgbClr val="FF8300">
                <a:alpha val="49803"/>
              </a:srgbClr>
            </a:solidFill>
            <a:ln w="9000" cap="rnd">
              <a:solidFill>
                <a:srgbClr val="FF8300">
                  <a:alpha val="4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t434"/>
            <p:cNvSpPr/>
            <p:nvPr/>
          </p:nvSpPr>
          <p:spPr>
            <a:xfrm>
              <a:off x="2146401" y="3235732"/>
              <a:ext cx="51684" cy="51684"/>
            </a:xfrm>
            <a:prstGeom prst="ellipse">
              <a:avLst/>
            </a:prstGeom>
            <a:solidFill>
              <a:srgbClr val="FF5800">
                <a:alpha val="60000"/>
              </a:srgbClr>
            </a:solidFill>
            <a:ln w="9000" cap="rnd">
              <a:solidFill>
                <a:srgbClr val="FF58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t435"/>
            <p:cNvSpPr/>
            <p:nvPr/>
          </p:nvSpPr>
          <p:spPr>
            <a:xfrm>
              <a:off x="2148746" y="3234135"/>
              <a:ext cx="51684" cy="51684"/>
            </a:xfrm>
            <a:prstGeom prst="ellipse">
              <a:avLst/>
            </a:prstGeom>
            <a:solidFill>
              <a:srgbClr val="FF8800">
                <a:alpha val="48235"/>
              </a:srgbClr>
            </a:solidFill>
            <a:ln w="9000" cap="rnd">
              <a:solidFill>
                <a:srgbClr val="FF8800">
                  <a:alpha val="4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t436"/>
            <p:cNvSpPr/>
            <p:nvPr/>
          </p:nvSpPr>
          <p:spPr>
            <a:xfrm>
              <a:off x="2157291" y="3242679"/>
              <a:ext cx="34595" cy="34595"/>
            </a:xfrm>
            <a:prstGeom prst="ellipse">
              <a:avLst/>
            </a:prstGeom>
            <a:solidFill>
              <a:srgbClr val="FF9C00">
                <a:alpha val="42352"/>
              </a:srgbClr>
            </a:solidFill>
            <a:ln w="9000" cap="rnd">
              <a:solidFill>
                <a:srgbClr val="FF9C00">
                  <a:alpha val="4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t437"/>
            <p:cNvSpPr/>
            <p:nvPr/>
          </p:nvSpPr>
          <p:spPr>
            <a:xfrm>
              <a:off x="2153470" y="3232720"/>
              <a:ext cx="51684" cy="51684"/>
            </a:xfrm>
            <a:prstGeom prst="ellipse">
              <a:avLst/>
            </a:prstGeom>
            <a:solidFill>
              <a:srgbClr val="FFA000">
                <a:alpha val="41568"/>
              </a:srgbClr>
            </a:solidFill>
            <a:ln w="9000" cap="rnd">
              <a:solidFill>
                <a:srgbClr val="FFA000">
                  <a:alpha val="4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t438"/>
            <p:cNvSpPr/>
            <p:nvPr/>
          </p:nvSpPr>
          <p:spPr>
            <a:xfrm>
              <a:off x="2146401" y="3230857"/>
              <a:ext cx="51684" cy="51684"/>
            </a:xfrm>
            <a:prstGeom prst="ellipse">
              <a:avLst/>
            </a:prstGeom>
            <a:solidFill>
              <a:srgbClr val="FFBD5F">
                <a:alpha val="31764"/>
              </a:srgbClr>
            </a:solidFill>
            <a:ln w="9000" cap="rnd">
              <a:solidFill>
                <a:srgbClr val="FFBD5F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t439"/>
            <p:cNvSpPr/>
            <p:nvPr/>
          </p:nvSpPr>
          <p:spPr>
            <a:xfrm>
              <a:off x="2146401" y="3230765"/>
              <a:ext cx="51684" cy="51684"/>
            </a:xfrm>
            <a:prstGeom prst="ellipse">
              <a:avLst/>
            </a:prstGeom>
            <a:solidFill>
              <a:srgbClr val="FFD18F">
                <a:alpha val="25098"/>
              </a:srgbClr>
            </a:solidFill>
            <a:ln w="9000" cap="rnd">
              <a:solidFill>
                <a:srgbClr val="FFD18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t440"/>
            <p:cNvSpPr/>
            <p:nvPr/>
          </p:nvSpPr>
          <p:spPr>
            <a:xfrm>
              <a:off x="2121837" y="3202291"/>
              <a:ext cx="105503" cy="105503"/>
            </a:xfrm>
            <a:prstGeom prst="ellipse">
              <a:avLst/>
            </a:prstGeom>
            <a:solidFill>
              <a:srgbClr val="FFCA7E">
                <a:alpha val="27450"/>
              </a:srgbClr>
            </a:solidFill>
            <a:ln w="9000" cap="rnd">
              <a:solidFill>
                <a:srgbClr val="FFCA7E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t441"/>
            <p:cNvSpPr/>
            <p:nvPr/>
          </p:nvSpPr>
          <p:spPr>
            <a:xfrm>
              <a:off x="2145665" y="3222160"/>
              <a:ext cx="53157" cy="53157"/>
            </a:xfrm>
            <a:prstGeom prst="ellipse">
              <a:avLst/>
            </a:prstGeom>
            <a:solidFill>
              <a:srgbClr val="FFBA57">
                <a:alpha val="32549"/>
              </a:srgbClr>
            </a:solidFill>
            <a:ln w="9000" cap="rnd">
              <a:solidFill>
                <a:srgbClr val="FFBA57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t442"/>
            <p:cNvSpPr/>
            <p:nvPr/>
          </p:nvSpPr>
          <p:spPr>
            <a:xfrm>
              <a:off x="2137557" y="3217472"/>
              <a:ext cx="59925" cy="59925"/>
            </a:xfrm>
            <a:prstGeom prst="ellipse">
              <a:avLst/>
            </a:prstGeom>
            <a:solidFill>
              <a:srgbClr val="FFB038">
                <a:alpha val="36078"/>
              </a:srgbClr>
            </a:solidFill>
            <a:ln w="9000" cap="rnd">
              <a:solidFill>
                <a:srgbClr val="FFB038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t443"/>
            <p:cNvSpPr/>
            <p:nvPr/>
          </p:nvSpPr>
          <p:spPr>
            <a:xfrm>
              <a:off x="2141247" y="3216297"/>
              <a:ext cx="61994" cy="61994"/>
            </a:xfrm>
            <a:prstGeom prst="ellipse">
              <a:avLst/>
            </a:prstGeom>
            <a:solidFill>
              <a:srgbClr val="FFD191">
                <a:alpha val="25098"/>
              </a:srgbClr>
            </a:solidFill>
            <a:ln w="9000" cap="rnd">
              <a:solidFill>
                <a:srgbClr val="FFD191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t444"/>
            <p:cNvSpPr/>
            <p:nvPr/>
          </p:nvSpPr>
          <p:spPr>
            <a:xfrm>
              <a:off x="2146401" y="3213386"/>
              <a:ext cx="51684" cy="51684"/>
            </a:xfrm>
            <a:prstGeom prst="ellipse">
              <a:avLst/>
            </a:prstGeom>
            <a:solidFill>
              <a:srgbClr val="FF9F00">
                <a:alpha val="41568"/>
              </a:srgbClr>
            </a:solidFill>
            <a:ln w="9000" cap="rnd">
              <a:solidFill>
                <a:srgbClr val="FF9F00">
                  <a:alpha val="4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t445"/>
            <p:cNvSpPr/>
            <p:nvPr/>
          </p:nvSpPr>
          <p:spPr>
            <a:xfrm>
              <a:off x="2156080" y="3219132"/>
              <a:ext cx="37017" cy="37017"/>
            </a:xfrm>
            <a:prstGeom prst="ellipse">
              <a:avLst/>
            </a:prstGeom>
            <a:solidFill>
              <a:srgbClr val="FFB850">
                <a:alpha val="33725"/>
              </a:srgbClr>
            </a:solidFill>
            <a:ln w="9000" cap="rnd">
              <a:solidFill>
                <a:srgbClr val="FFB850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t446"/>
            <p:cNvSpPr/>
            <p:nvPr/>
          </p:nvSpPr>
          <p:spPr>
            <a:xfrm>
              <a:off x="2124415" y="3178143"/>
              <a:ext cx="109795" cy="109795"/>
            </a:xfrm>
            <a:prstGeom prst="ellipse">
              <a:avLst/>
            </a:prstGeom>
            <a:solidFill>
              <a:srgbClr val="FFAA24">
                <a:alpha val="38039"/>
              </a:srgbClr>
            </a:solidFill>
            <a:ln w="9000" cap="rnd">
              <a:solidFill>
                <a:srgbClr val="FFAA24">
                  <a:alpha val="3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t447"/>
            <p:cNvSpPr/>
            <p:nvPr/>
          </p:nvSpPr>
          <p:spPr>
            <a:xfrm>
              <a:off x="2152016" y="3205502"/>
              <a:ext cx="45144" cy="45144"/>
            </a:xfrm>
            <a:prstGeom prst="ellipse">
              <a:avLst/>
            </a:prstGeom>
            <a:solidFill>
              <a:srgbClr val="FFCD87">
                <a:alpha val="26274"/>
              </a:srgbClr>
            </a:solidFill>
            <a:ln w="9000" cap="rnd">
              <a:solidFill>
                <a:srgbClr val="FFCD87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t448"/>
            <p:cNvSpPr/>
            <p:nvPr/>
          </p:nvSpPr>
          <p:spPr>
            <a:xfrm>
              <a:off x="2134943" y="3192405"/>
              <a:ext cx="65153" cy="65153"/>
            </a:xfrm>
            <a:prstGeom prst="ellipse">
              <a:avLst/>
            </a:prstGeom>
            <a:solidFill>
              <a:srgbClr val="FFCA7F">
                <a:alpha val="27450"/>
              </a:srgbClr>
            </a:solidFill>
            <a:ln w="9000" cap="rnd">
              <a:solidFill>
                <a:srgbClr val="FFCA7F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t449"/>
            <p:cNvSpPr/>
            <p:nvPr/>
          </p:nvSpPr>
          <p:spPr>
            <a:xfrm>
              <a:off x="2146401" y="3195708"/>
              <a:ext cx="51684" cy="51684"/>
            </a:xfrm>
            <a:prstGeom prst="ellipse">
              <a:avLst/>
            </a:prstGeom>
            <a:solidFill>
              <a:srgbClr val="FFD18F">
                <a:alpha val="25098"/>
              </a:srgbClr>
            </a:solidFill>
            <a:ln w="9000" cap="rnd">
              <a:solidFill>
                <a:srgbClr val="FFD18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t450"/>
            <p:cNvSpPr/>
            <p:nvPr/>
          </p:nvSpPr>
          <p:spPr>
            <a:xfrm>
              <a:off x="2146401" y="3189543"/>
              <a:ext cx="51684" cy="51684"/>
            </a:xfrm>
            <a:prstGeom prst="ellipse">
              <a:avLst/>
            </a:prstGeom>
            <a:solidFill>
              <a:srgbClr val="FFCB83">
                <a:alpha val="27058"/>
              </a:srgbClr>
            </a:solidFill>
            <a:ln w="9000" cap="rnd">
              <a:solidFill>
                <a:srgbClr val="FFCB83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t451"/>
            <p:cNvSpPr/>
            <p:nvPr/>
          </p:nvSpPr>
          <p:spPr>
            <a:xfrm>
              <a:off x="2146401" y="3187863"/>
              <a:ext cx="51684" cy="51684"/>
            </a:xfrm>
            <a:prstGeom prst="ellipse">
              <a:avLst/>
            </a:prstGeom>
            <a:solidFill>
              <a:srgbClr val="FF9200">
                <a:alpha val="45490"/>
              </a:srgbClr>
            </a:solidFill>
            <a:ln w="9000" cap="rnd">
              <a:solidFill>
                <a:srgbClr val="FF9200">
                  <a:alpha val="4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t452"/>
            <p:cNvSpPr/>
            <p:nvPr/>
          </p:nvSpPr>
          <p:spPr>
            <a:xfrm>
              <a:off x="2146401" y="3186273"/>
              <a:ext cx="51684" cy="51684"/>
            </a:xfrm>
            <a:prstGeom prst="ellipse">
              <a:avLst/>
            </a:prstGeom>
            <a:solidFill>
              <a:srgbClr val="FFA819">
                <a:alpha val="38823"/>
              </a:srgbClr>
            </a:solidFill>
            <a:ln w="9000" cap="rnd">
              <a:solidFill>
                <a:srgbClr val="FFA819">
                  <a:alpha val="3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t453"/>
            <p:cNvSpPr/>
            <p:nvPr/>
          </p:nvSpPr>
          <p:spPr>
            <a:xfrm>
              <a:off x="2144108" y="3179185"/>
              <a:ext cx="56272" cy="56272"/>
            </a:xfrm>
            <a:prstGeom prst="ellipse">
              <a:avLst/>
            </a:prstGeom>
            <a:solidFill>
              <a:srgbClr val="FFC574">
                <a:alpha val="29019"/>
              </a:srgbClr>
            </a:solidFill>
            <a:ln w="9000" cap="rnd">
              <a:solidFill>
                <a:srgbClr val="FFC574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t454"/>
            <p:cNvSpPr/>
            <p:nvPr/>
          </p:nvSpPr>
          <p:spPr>
            <a:xfrm>
              <a:off x="2148746" y="3181421"/>
              <a:ext cx="51684" cy="51684"/>
            </a:xfrm>
            <a:prstGeom prst="ellipse">
              <a:avLst/>
            </a:prstGeom>
            <a:solidFill>
              <a:srgbClr val="FFC573">
                <a:alpha val="29019"/>
              </a:srgbClr>
            </a:solidFill>
            <a:ln w="9000" cap="rnd">
              <a:solidFill>
                <a:srgbClr val="FFC573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t455"/>
            <p:cNvSpPr/>
            <p:nvPr/>
          </p:nvSpPr>
          <p:spPr>
            <a:xfrm>
              <a:off x="2146401" y="3173674"/>
              <a:ext cx="51684" cy="51684"/>
            </a:xfrm>
            <a:prstGeom prst="ellipse">
              <a:avLst/>
            </a:prstGeom>
            <a:solidFill>
              <a:srgbClr val="FFC16A">
                <a:alpha val="30196"/>
              </a:srgbClr>
            </a:solidFill>
            <a:ln w="9000" cap="rnd">
              <a:solidFill>
                <a:srgbClr val="FFC16A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t456"/>
            <p:cNvSpPr/>
            <p:nvPr/>
          </p:nvSpPr>
          <p:spPr>
            <a:xfrm>
              <a:off x="2146401" y="3167176"/>
              <a:ext cx="51684" cy="51684"/>
            </a:xfrm>
            <a:prstGeom prst="ellipse">
              <a:avLst/>
            </a:prstGeom>
            <a:solidFill>
              <a:srgbClr val="FFB953">
                <a:alpha val="33333"/>
              </a:srgbClr>
            </a:solidFill>
            <a:ln w="9000" cap="rnd">
              <a:solidFill>
                <a:srgbClr val="FFB953">
                  <a:alpha val="3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t457"/>
            <p:cNvSpPr/>
            <p:nvPr/>
          </p:nvSpPr>
          <p:spPr>
            <a:xfrm>
              <a:off x="2146401" y="3164023"/>
              <a:ext cx="51684" cy="51684"/>
            </a:xfrm>
            <a:prstGeom prst="ellipse">
              <a:avLst/>
            </a:prstGeom>
            <a:solidFill>
              <a:srgbClr val="FFAB28">
                <a:alpha val="37647"/>
              </a:srgbClr>
            </a:solidFill>
            <a:ln w="9000" cap="rnd">
              <a:solidFill>
                <a:srgbClr val="FFAB28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t458"/>
            <p:cNvSpPr/>
            <p:nvPr/>
          </p:nvSpPr>
          <p:spPr>
            <a:xfrm>
              <a:off x="2148746" y="3163966"/>
              <a:ext cx="51684" cy="51684"/>
            </a:xfrm>
            <a:prstGeom prst="ellipse">
              <a:avLst/>
            </a:prstGeom>
            <a:solidFill>
              <a:srgbClr val="FFA715">
                <a:alpha val="39215"/>
              </a:srgbClr>
            </a:solidFill>
            <a:ln w="9000" cap="rnd">
              <a:solidFill>
                <a:srgbClr val="FFA715">
                  <a:alpha val="3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t459"/>
            <p:cNvSpPr/>
            <p:nvPr/>
          </p:nvSpPr>
          <p:spPr>
            <a:xfrm>
              <a:off x="2146401" y="3162422"/>
              <a:ext cx="51684" cy="51684"/>
            </a:xfrm>
            <a:prstGeom prst="ellipse">
              <a:avLst/>
            </a:prstGeom>
            <a:solidFill>
              <a:srgbClr val="FFC36C">
                <a:alpha val="29803"/>
              </a:srgbClr>
            </a:solidFill>
            <a:ln w="9000" cap="rnd">
              <a:solidFill>
                <a:srgbClr val="FFC36C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t460"/>
            <p:cNvSpPr/>
            <p:nvPr/>
          </p:nvSpPr>
          <p:spPr>
            <a:xfrm>
              <a:off x="2121792" y="3135414"/>
              <a:ext cx="105593" cy="105593"/>
            </a:xfrm>
            <a:prstGeom prst="ellipse">
              <a:avLst/>
            </a:prstGeom>
            <a:solidFill>
              <a:srgbClr val="FFCB82">
                <a:alpha val="27058"/>
              </a:srgbClr>
            </a:solidFill>
            <a:ln w="9000" cap="rnd">
              <a:solidFill>
                <a:srgbClr val="FFCB82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t461"/>
            <p:cNvSpPr/>
            <p:nvPr/>
          </p:nvSpPr>
          <p:spPr>
            <a:xfrm>
              <a:off x="2151139" y="3163151"/>
              <a:ext cx="46898" cy="46898"/>
            </a:xfrm>
            <a:prstGeom prst="ellipse">
              <a:avLst/>
            </a:prstGeom>
            <a:solidFill>
              <a:srgbClr val="FFBB59">
                <a:alpha val="32549"/>
              </a:srgbClr>
            </a:solidFill>
            <a:ln w="9000" cap="rnd">
              <a:solidFill>
                <a:srgbClr val="FFBB59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t462"/>
            <p:cNvSpPr/>
            <p:nvPr/>
          </p:nvSpPr>
          <p:spPr>
            <a:xfrm>
              <a:off x="2133735" y="3146778"/>
              <a:ext cx="77018" cy="77018"/>
            </a:xfrm>
            <a:prstGeom prst="ellipse">
              <a:avLst/>
            </a:prstGeom>
            <a:solidFill>
              <a:srgbClr val="FFA300">
                <a:alpha val="40784"/>
              </a:srgbClr>
            </a:solidFill>
            <a:ln w="9000" cap="rnd">
              <a:solidFill>
                <a:srgbClr val="FFA300">
                  <a:alpha val="4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t463"/>
            <p:cNvSpPr/>
            <p:nvPr/>
          </p:nvSpPr>
          <p:spPr>
            <a:xfrm>
              <a:off x="2141677" y="3143416"/>
              <a:ext cx="51684" cy="51684"/>
            </a:xfrm>
            <a:prstGeom prst="ellipse">
              <a:avLst/>
            </a:prstGeom>
            <a:solidFill>
              <a:srgbClr val="FFAD30">
                <a:alpha val="37254"/>
              </a:srgbClr>
            </a:solidFill>
            <a:ln w="9000" cap="rnd">
              <a:solidFill>
                <a:srgbClr val="FFAD30">
                  <a:alpha val="3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t464"/>
            <p:cNvSpPr/>
            <p:nvPr/>
          </p:nvSpPr>
          <p:spPr>
            <a:xfrm>
              <a:off x="2142499" y="3139392"/>
              <a:ext cx="59489" cy="59489"/>
            </a:xfrm>
            <a:prstGeom prst="ellipse">
              <a:avLst/>
            </a:prstGeom>
            <a:solidFill>
              <a:srgbClr val="FFA81A">
                <a:alpha val="38823"/>
              </a:srgbClr>
            </a:solidFill>
            <a:ln w="9000" cap="rnd">
              <a:solidFill>
                <a:srgbClr val="FFA81A">
                  <a:alpha val="3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t465"/>
            <p:cNvSpPr/>
            <p:nvPr/>
          </p:nvSpPr>
          <p:spPr>
            <a:xfrm>
              <a:off x="2146401" y="3141710"/>
              <a:ext cx="51684" cy="51684"/>
            </a:xfrm>
            <a:prstGeom prst="ellipse">
              <a:avLst/>
            </a:prstGeom>
            <a:solidFill>
              <a:srgbClr val="FF9E00">
                <a:alpha val="41960"/>
              </a:srgbClr>
            </a:solidFill>
            <a:ln w="9000" cap="rnd">
              <a:solidFill>
                <a:srgbClr val="FF9E00">
                  <a:alpha val="4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t466"/>
            <p:cNvSpPr/>
            <p:nvPr/>
          </p:nvSpPr>
          <p:spPr>
            <a:xfrm>
              <a:off x="2146401" y="3141512"/>
              <a:ext cx="51684" cy="51684"/>
            </a:xfrm>
            <a:prstGeom prst="ellipse">
              <a:avLst/>
            </a:prstGeom>
            <a:solidFill>
              <a:srgbClr val="FFB954">
                <a:alpha val="32941"/>
              </a:srgbClr>
            </a:solidFill>
            <a:ln w="9000" cap="rnd">
              <a:solidFill>
                <a:srgbClr val="FFB954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t467"/>
            <p:cNvSpPr/>
            <p:nvPr/>
          </p:nvSpPr>
          <p:spPr>
            <a:xfrm>
              <a:off x="2146401" y="3139916"/>
              <a:ext cx="51684" cy="51684"/>
            </a:xfrm>
            <a:prstGeom prst="ellipse">
              <a:avLst/>
            </a:prstGeom>
            <a:solidFill>
              <a:srgbClr val="FFD497">
                <a:alpha val="24313"/>
              </a:srgbClr>
            </a:solidFill>
            <a:ln w="9000" cap="rnd">
              <a:solidFill>
                <a:srgbClr val="FFD497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t468"/>
            <p:cNvSpPr/>
            <p:nvPr/>
          </p:nvSpPr>
          <p:spPr>
            <a:xfrm>
              <a:off x="2120027" y="3110757"/>
              <a:ext cx="104433" cy="104433"/>
            </a:xfrm>
            <a:prstGeom prst="ellipse">
              <a:avLst/>
            </a:prstGeom>
            <a:solidFill>
              <a:srgbClr val="FFAF36">
                <a:alpha val="36470"/>
              </a:srgbClr>
            </a:solidFill>
            <a:ln w="9000" cap="rnd">
              <a:solidFill>
                <a:srgbClr val="FFAF36">
                  <a:alpha val="3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t469"/>
            <p:cNvSpPr/>
            <p:nvPr/>
          </p:nvSpPr>
          <p:spPr>
            <a:xfrm>
              <a:off x="2154506" y="3132622"/>
              <a:ext cx="54583" cy="54583"/>
            </a:xfrm>
            <a:prstGeom prst="ellipse">
              <a:avLst/>
            </a:prstGeom>
            <a:solidFill>
              <a:srgbClr val="FFD292">
                <a:alpha val="24705"/>
              </a:srgbClr>
            </a:solidFill>
            <a:ln w="9000" cap="rnd">
              <a:solidFill>
                <a:srgbClr val="FFD292">
                  <a:alpha val="2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t470"/>
            <p:cNvSpPr/>
            <p:nvPr/>
          </p:nvSpPr>
          <p:spPr>
            <a:xfrm>
              <a:off x="2146401" y="3132143"/>
              <a:ext cx="51684" cy="51684"/>
            </a:xfrm>
            <a:prstGeom prst="ellipse">
              <a:avLst/>
            </a:prstGeom>
            <a:solidFill>
              <a:srgbClr val="FFBB58">
                <a:alpha val="32549"/>
              </a:srgbClr>
            </a:solidFill>
            <a:ln w="9000" cap="rnd">
              <a:solidFill>
                <a:srgbClr val="FFBB58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t471"/>
            <p:cNvSpPr/>
            <p:nvPr/>
          </p:nvSpPr>
          <p:spPr>
            <a:xfrm>
              <a:off x="2119145" y="3091381"/>
              <a:ext cx="110886" cy="110886"/>
            </a:xfrm>
            <a:prstGeom prst="ellipse">
              <a:avLst/>
            </a:prstGeom>
            <a:solidFill>
              <a:srgbClr val="FFB445">
                <a:alpha val="34901"/>
              </a:srgbClr>
            </a:solidFill>
            <a:ln w="9000" cap="rnd">
              <a:solidFill>
                <a:srgbClr val="FFB445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t472"/>
            <p:cNvSpPr/>
            <p:nvPr/>
          </p:nvSpPr>
          <p:spPr>
            <a:xfrm>
              <a:off x="2148746" y="3119395"/>
              <a:ext cx="51684" cy="51684"/>
            </a:xfrm>
            <a:prstGeom prst="ellipse">
              <a:avLst/>
            </a:prstGeom>
            <a:solidFill>
              <a:srgbClr val="FFA100">
                <a:alpha val="41176"/>
              </a:srgbClr>
            </a:solidFill>
            <a:ln w="9000" cap="rnd">
              <a:solidFill>
                <a:srgbClr val="FFA100">
                  <a:alpha val="4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t473"/>
            <p:cNvSpPr/>
            <p:nvPr/>
          </p:nvSpPr>
          <p:spPr>
            <a:xfrm>
              <a:off x="2157310" y="3122459"/>
              <a:ext cx="39246" cy="39246"/>
            </a:xfrm>
            <a:prstGeom prst="ellipse">
              <a:avLst/>
            </a:prstGeom>
            <a:solidFill>
              <a:srgbClr val="FFD497">
                <a:alpha val="24313"/>
              </a:srgbClr>
            </a:solidFill>
            <a:ln w="9000" cap="rnd">
              <a:solidFill>
                <a:srgbClr val="FFD497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t474"/>
            <p:cNvSpPr/>
            <p:nvPr/>
          </p:nvSpPr>
          <p:spPr>
            <a:xfrm>
              <a:off x="2146401" y="3116188"/>
              <a:ext cx="51684" cy="51684"/>
            </a:xfrm>
            <a:prstGeom prst="ellipse">
              <a:avLst/>
            </a:prstGeom>
            <a:solidFill>
              <a:srgbClr val="FF9900">
                <a:alpha val="43529"/>
              </a:srgbClr>
            </a:solidFill>
            <a:ln w="9000" cap="rnd">
              <a:solidFill>
                <a:srgbClr val="FF9900">
                  <a:alpha val="4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t475"/>
            <p:cNvSpPr/>
            <p:nvPr/>
          </p:nvSpPr>
          <p:spPr>
            <a:xfrm>
              <a:off x="2128457" y="3095759"/>
              <a:ext cx="92263" cy="92263"/>
            </a:xfrm>
            <a:prstGeom prst="ellipse">
              <a:avLst/>
            </a:prstGeom>
            <a:solidFill>
              <a:srgbClr val="FFD59A">
                <a:alpha val="23921"/>
              </a:srgbClr>
            </a:solidFill>
            <a:ln w="9000" cap="rnd">
              <a:solidFill>
                <a:srgbClr val="FFD59A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t476"/>
            <p:cNvSpPr/>
            <p:nvPr/>
          </p:nvSpPr>
          <p:spPr>
            <a:xfrm>
              <a:off x="2155955" y="3114880"/>
              <a:ext cx="51684" cy="51684"/>
            </a:xfrm>
            <a:prstGeom prst="ellipse">
              <a:avLst/>
            </a:prstGeom>
            <a:solidFill>
              <a:srgbClr val="FF8C00">
                <a:alpha val="47058"/>
              </a:srgbClr>
            </a:solidFill>
            <a:ln w="9000" cap="rnd">
              <a:solidFill>
                <a:srgbClr val="FF8C00">
                  <a:alpha val="4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t477"/>
            <p:cNvSpPr/>
            <p:nvPr/>
          </p:nvSpPr>
          <p:spPr>
            <a:xfrm>
              <a:off x="2136707" y="3104897"/>
              <a:ext cx="71073" cy="71073"/>
            </a:xfrm>
            <a:prstGeom prst="ellipse">
              <a:avLst/>
            </a:prstGeom>
            <a:solidFill>
              <a:srgbClr val="FFBB59">
                <a:alpha val="32549"/>
              </a:srgbClr>
            </a:solidFill>
            <a:ln w="9000" cap="rnd">
              <a:solidFill>
                <a:srgbClr val="FFBB59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t478"/>
            <p:cNvSpPr/>
            <p:nvPr/>
          </p:nvSpPr>
          <p:spPr>
            <a:xfrm>
              <a:off x="2155955" y="3111700"/>
              <a:ext cx="51684" cy="51684"/>
            </a:xfrm>
            <a:prstGeom prst="ellipse">
              <a:avLst/>
            </a:prstGeom>
            <a:solidFill>
              <a:srgbClr val="FFA81A">
                <a:alpha val="38823"/>
              </a:srgbClr>
            </a:solidFill>
            <a:ln w="9000" cap="rnd">
              <a:solidFill>
                <a:srgbClr val="FFA81A">
                  <a:alpha val="3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t479"/>
            <p:cNvSpPr/>
            <p:nvPr/>
          </p:nvSpPr>
          <p:spPr>
            <a:xfrm>
              <a:off x="2143461" y="3094199"/>
              <a:ext cx="57566" cy="57566"/>
            </a:xfrm>
            <a:prstGeom prst="ellipse">
              <a:avLst/>
            </a:prstGeom>
            <a:solidFill>
              <a:srgbClr val="FFBE60">
                <a:alpha val="31372"/>
              </a:srgbClr>
            </a:solidFill>
            <a:ln w="9000" cap="rnd">
              <a:solidFill>
                <a:srgbClr val="FFBE60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t480"/>
            <p:cNvSpPr/>
            <p:nvPr/>
          </p:nvSpPr>
          <p:spPr>
            <a:xfrm>
              <a:off x="2142820" y="3091879"/>
              <a:ext cx="58846" cy="58846"/>
            </a:xfrm>
            <a:prstGeom prst="ellipse">
              <a:avLst/>
            </a:prstGeom>
            <a:solidFill>
              <a:srgbClr val="FFAB28">
                <a:alpha val="38039"/>
              </a:srgbClr>
            </a:solidFill>
            <a:ln w="9000" cap="rnd">
              <a:solidFill>
                <a:srgbClr val="FFAB28">
                  <a:alpha val="3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t481"/>
            <p:cNvSpPr/>
            <p:nvPr/>
          </p:nvSpPr>
          <p:spPr>
            <a:xfrm>
              <a:off x="2139409" y="3086939"/>
              <a:ext cx="65670" cy="65670"/>
            </a:xfrm>
            <a:prstGeom prst="ellipse">
              <a:avLst/>
            </a:prstGeom>
            <a:solidFill>
              <a:srgbClr val="FFBB58">
                <a:alpha val="32549"/>
              </a:srgbClr>
            </a:solidFill>
            <a:ln w="9000" cap="rnd">
              <a:solidFill>
                <a:srgbClr val="FFBB58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t482"/>
            <p:cNvSpPr/>
            <p:nvPr/>
          </p:nvSpPr>
          <p:spPr>
            <a:xfrm>
              <a:off x="2146401" y="3089017"/>
              <a:ext cx="51684" cy="51684"/>
            </a:xfrm>
            <a:prstGeom prst="ellipse">
              <a:avLst/>
            </a:prstGeom>
            <a:solidFill>
              <a:srgbClr val="FF8600">
                <a:alpha val="49019"/>
              </a:srgbClr>
            </a:solidFill>
            <a:ln w="9000" cap="rnd">
              <a:solidFill>
                <a:srgbClr val="FF8600">
                  <a:alpha val="4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t483"/>
            <p:cNvSpPr/>
            <p:nvPr/>
          </p:nvSpPr>
          <p:spPr>
            <a:xfrm>
              <a:off x="2146401" y="3087420"/>
              <a:ext cx="51684" cy="51684"/>
            </a:xfrm>
            <a:prstGeom prst="ellipse">
              <a:avLst/>
            </a:prstGeom>
            <a:solidFill>
              <a:srgbClr val="FFA400">
                <a:alpha val="40392"/>
              </a:srgbClr>
            </a:solidFill>
            <a:ln w="9000" cap="rnd">
              <a:solidFill>
                <a:srgbClr val="FFA400">
                  <a:alpha val="4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t484"/>
            <p:cNvSpPr/>
            <p:nvPr/>
          </p:nvSpPr>
          <p:spPr>
            <a:xfrm>
              <a:off x="2148746" y="3074829"/>
              <a:ext cx="51684" cy="51684"/>
            </a:xfrm>
            <a:prstGeom prst="ellipse">
              <a:avLst/>
            </a:prstGeom>
            <a:solidFill>
              <a:srgbClr val="FFC36D">
                <a:alpha val="29803"/>
              </a:srgbClr>
            </a:solidFill>
            <a:ln w="9000" cap="rnd">
              <a:solidFill>
                <a:srgbClr val="FFC36D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t485"/>
            <p:cNvSpPr/>
            <p:nvPr/>
          </p:nvSpPr>
          <p:spPr>
            <a:xfrm>
              <a:off x="2146401" y="3074771"/>
              <a:ext cx="51684" cy="51684"/>
            </a:xfrm>
            <a:prstGeom prst="ellipse">
              <a:avLst/>
            </a:prstGeom>
            <a:solidFill>
              <a:srgbClr val="FFC26C">
                <a:alpha val="29803"/>
              </a:srgbClr>
            </a:solidFill>
            <a:ln w="9000" cap="rnd">
              <a:solidFill>
                <a:srgbClr val="FFC26C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t486"/>
            <p:cNvSpPr/>
            <p:nvPr/>
          </p:nvSpPr>
          <p:spPr>
            <a:xfrm>
              <a:off x="2140124" y="3064436"/>
              <a:ext cx="68928" cy="68928"/>
            </a:xfrm>
            <a:prstGeom prst="ellipse">
              <a:avLst/>
            </a:prstGeom>
            <a:solidFill>
              <a:srgbClr val="FFC97C">
                <a:alpha val="27843"/>
              </a:srgbClr>
            </a:solidFill>
            <a:ln w="9000" cap="rnd">
              <a:solidFill>
                <a:srgbClr val="FFC97C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t487"/>
            <p:cNvSpPr/>
            <p:nvPr/>
          </p:nvSpPr>
          <p:spPr>
            <a:xfrm>
              <a:off x="2148746" y="3071620"/>
              <a:ext cx="51684" cy="51684"/>
            </a:xfrm>
            <a:prstGeom prst="ellipse">
              <a:avLst/>
            </a:prstGeom>
            <a:solidFill>
              <a:srgbClr val="FFA000">
                <a:alpha val="41568"/>
              </a:srgbClr>
            </a:solidFill>
            <a:ln w="9000" cap="rnd">
              <a:solidFill>
                <a:srgbClr val="FFA000">
                  <a:alpha val="4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t488"/>
            <p:cNvSpPr/>
            <p:nvPr/>
          </p:nvSpPr>
          <p:spPr>
            <a:xfrm>
              <a:off x="2146401" y="3066758"/>
              <a:ext cx="51684" cy="51684"/>
            </a:xfrm>
            <a:prstGeom prst="ellipse">
              <a:avLst/>
            </a:prstGeom>
            <a:solidFill>
              <a:srgbClr val="FFBC5C">
                <a:alpha val="32156"/>
              </a:srgbClr>
            </a:solidFill>
            <a:ln w="9000" cap="rnd">
              <a:solidFill>
                <a:srgbClr val="FFBC5C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t489"/>
            <p:cNvSpPr/>
            <p:nvPr/>
          </p:nvSpPr>
          <p:spPr>
            <a:xfrm>
              <a:off x="2135152" y="3048317"/>
              <a:ext cx="78872" cy="78872"/>
            </a:xfrm>
            <a:prstGeom prst="ellipse">
              <a:avLst/>
            </a:prstGeom>
            <a:solidFill>
              <a:srgbClr val="FFB851">
                <a:alpha val="33333"/>
              </a:srgbClr>
            </a:solidFill>
            <a:ln w="9000" cap="rnd">
              <a:solidFill>
                <a:srgbClr val="FFB851">
                  <a:alpha val="3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t490"/>
            <p:cNvSpPr/>
            <p:nvPr/>
          </p:nvSpPr>
          <p:spPr>
            <a:xfrm>
              <a:off x="2122013" y="3028897"/>
              <a:ext cx="105150" cy="105150"/>
            </a:xfrm>
            <a:prstGeom prst="ellipse">
              <a:avLst/>
            </a:prstGeom>
            <a:solidFill>
              <a:srgbClr val="FF9C00">
                <a:alpha val="42352"/>
              </a:srgbClr>
            </a:solidFill>
            <a:ln w="9000" cap="rnd">
              <a:solidFill>
                <a:srgbClr val="FF9C00">
                  <a:alpha val="4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t491"/>
            <p:cNvSpPr/>
            <p:nvPr/>
          </p:nvSpPr>
          <p:spPr>
            <a:xfrm>
              <a:off x="2142499" y="3045404"/>
              <a:ext cx="59489" cy="59489"/>
            </a:xfrm>
            <a:prstGeom prst="ellipse">
              <a:avLst/>
            </a:prstGeom>
            <a:solidFill>
              <a:srgbClr val="FF9A00">
                <a:alpha val="43137"/>
              </a:srgbClr>
            </a:solidFill>
            <a:ln w="9000" cap="rnd">
              <a:solidFill>
                <a:srgbClr val="FF9A00">
                  <a:alpha val="4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t492"/>
            <p:cNvSpPr/>
            <p:nvPr/>
          </p:nvSpPr>
          <p:spPr>
            <a:xfrm>
              <a:off x="2134366" y="3033329"/>
              <a:ext cx="80445" cy="80445"/>
            </a:xfrm>
            <a:prstGeom prst="ellipse">
              <a:avLst/>
            </a:prstGeom>
            <a:solidFill>
              <a:srgbClr val="FFC066">
                <a:alpha val="30980"/>
              </a:srgbClr>
            </a:solidFill>
            <a:ln w="9000" cap="rnd">
              <a:solidFill>
                <a:srgbClr val="FFC066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t493"/>
            <p:cNvSpPr/>
            <p:nvPr/>
          </p:nvSpPr>
          <p:spPr>
            <a:xfrm>
              <a:off x="2146401" y="3042794"/>
              <a:ext cx="51684" cy="51684"/>
            </a:xfrm>
            <a:prstGeom prst="ellipse">
              <a:avLst/>
            </a:prstGeom>
            <a:solidFill>
              <a:srgbClr val="FFB039">
                <a:alpha val="36078"/>
              </a:srgbClr>
            </a:solidFill>
            <a:ln w="9000" cap="rnd">
              <a:solidFill>
                <a:srgbClr val="FFB039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t494"/>
            <p:cNvSpPr/>
            <p:nvPr/>
          </p:nvSpPr>
          <p:spPr>
            <a:xfrm>
              <a:off x="2158348" y="3039000"/>
              <a:ext cx="46898" cy="46898"/>
            </a:xfrm>
            <a:prstGeom prst="ellipse">
              <a:avLst/>
            </a:prstGeom>
            <a:solidFill>
              <a:srgbClr val="FFB038">
                <a:alpha val="36078"/>
              </a:srgbClr>
            </a:solidFill>
            <a:ln w="9000" cap="rnd">
              <a:solidFill>
                <a:srgbClr val="FFB038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t495"/>
            <p:cNvSpPr/>
            <p:nvPr/>
          </p:nvSpPr>
          <p:spPr>
            <a:xfrm>
              <a:off x="2148746" y="3027051"/>
              <a:ext cx="51684" cy="51684"/>
            </a:xfrm>
            <a:prstGeom prst="ellipse">
              <a:avLst/>
            </a:prstGeom>
            <a:solidFill>
              <a:srgbClr val="FFB954">
                <a:alpha val="32941"/>
              </a:srgbClr>
            </a:solidFill>
            <a:ln w="9000" cap="rnd">
              <a:solidFill>
                <a:srgbClr val="FFB954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t496"/>
            <p:cNvSpPr/>
            <p:nvPr/>
          </p:nvSpPr>
          <p:spPr>
            <a:xfrm>
              <a:off x="2128457" y="3006704"/>
              <a:ext cx="92263" cy="92263"/>
            </a:xfrm>
            <a:prstGeom prst="ellipse">
              <a:avLst/>
            </a:prstGeom>
            <a:solidFill>
              <a:srgbClr val="FFAC2A">
                <a:alpha val="37647"/>
              </a:srgbClr>
            </a:solidFill>
            <a:ln w="9000" cap="rnd">
              <a:solidFill>
                <a:srgbClr val="FFAC2A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t497"/>
            <p:cNvSpPr/>
            <p:nvPr/>
          </p:nvSpPr>
          <p:spPr>
            <a:xfrm>
              <a:off x="2159689" y="3031609"/>
              <a:ext cx="39246" cy="39246"/>
            </a:xfrm>
            <a:prstGeom prst="ellipse">
              <a:avLst/>
            </a:prstGeom>
            <a:solidFill>
              <a:srgbClr val="FFCA7E">
                <a:alpha val="27450"/>
              </a:srgbClr>
            </a:solidFill>
            <a:ln w="9000" cap="rnd">
              <a:solidFill>
                <a:srgbClr val="FFCA7E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t498"/>
            <p:cNvSpPr/>
            <p:nvPr/>
          </p:nvSpPr>
          <p:spPr>
            <a:xfrm>
              <a:off x="2151854" y="3026038"/>
              <a:ext cx="50158" cy="50158"/>
            </a:xfrm>
            <a:prstGeom prst="ellipse">
              <a:avLst/>
            </a:prstGeom>
            <a:solidFill>
              <a:srgbClr val="FFCF8D">
                <a:alpha val="25490"/>
              </a:srgbClr>
            </a:solidFill>
            <a:ln w="9000" cap="rnd">
              <a:solidFill>
                <a:srgbClr val="FFCF8D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t499"/>
            <p:cNvSpPr/>
            <p:nvPr/>
          </p:nvSpPr>
          <p:spPr>
            <a:xfrm>
              <a:off x="2146401" y="3023784"/>
              <a:ext cx="51684" cy="51684"/>
            </a:xfrm>
            <a:prstGeom prst="ellipse">
              <a:avLst/>
            </a:prstGeom>
            <a:solidFill>
              <a:srgbClr val="FF9C00">
                <a:alpha val="42745"/>
              </a:srgbClr>
            </a:solidFill>
            <a:ln w="9000" cap="rnd">
              <a:solidFill>
                <a:srgbClr val="FF9C00">
                  <a:alpha val="4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t500"/>
            <p:cNvSpPr/>
            <p:nvPr/>
          </p:nvSpPr>
          <p:spPr>
            <a:xfrm>
              <a:off x="2146401" y="3004737"/>
              <a:ext cx="51684" cy="51684"/>
            </a:xfrm>
            <a:prstGeom prst="ellipse">
              <a:avLst/>
            </a:prstGeom>
            <a:solidFill>
              <a:srgbClr val="FFC778">
                <a:alpha val="28235"/>
              </a:srgbClr>
            </a:solidFill>
            <a:ln w="9000" cap="rnd">
              <a:solidFill>
                <a:srgbClr val="FFC778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t501"/>
            <p:cNvSpPr/>
            <p:nvPr/>
          </p:nvSpPr>
          <p:spPr>
            <a:xfrm>
              <a:off x="2147128" y="3003061"/>
              <a:ext cx="54920" cy="54920"/>
            </a:xfrm>
            <a:prstGeom prst="ellipse">
              <a:avLst/>
            </a:prstGeom>
            <a:solidFill>
              <a:srgbClr val="FFB343">
                <a:alpha val="35294"/>
              </a:srgbClr>
            </a:solidFill>
            <a:ln w="9000" cap="rnd">
              <a:solidFill>
                <a:srgbClr val="FFB343">
                  <a:alpha val="3529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t502"/>
            <p:cNvSpPr/>
            <p:nvPr/>
          </p:nvSpPr>
          <p:spPr>
            <a:xfrm>
              <a:off x="2149509" y="3002292"/>
              <a:ext cx="50158" cy="50158"/>
            </a:xfrm>
            <a:prstGeom prst="ellipse">
              <a:avLst/>
            </a:prstGeom>
            <a:solidFill>
              <a:srgbClr val="FFC065">
                <a:alpha val="30980"/>
              </a:srgbClr>
            </a:solidFill>
            <a:ln w="9000" cap="rnd">
              <a:solidFill>
                <a:srgbClr val="FFC065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t503"/>
            <p:cNvSpPr/>
            <p:nvPr/>
          </p:nvSpPr>
          <p:spPr>
            <a:xfrm>
              <a:off x="2146401" y="2997356"/>
              <a:ext cx="51684" cy="51684"/>
            </a:xfrm>
            <a:prstGeom prst="ellipse">
              <a:avLst/>
            </a:prstGeom>
            <a:solidFill>
              <a:srgbClr val="FFD08E">
                <a:alpha val="25490"/>
              </a:srgbClr>
            </a:solidFill>
            <a:ln w="9000" cap="rnd">
              <a:solidFill>
                <a:srgbClr val="FFD08E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t504"/>
            <p:cNvSpPr/>
            <p:nvPr/>
          </p:nvSpPr>
          <p:spPr>
            <a:xfrm>
              <a:off x="2155955" y="2996589"/>
              <a:ext cx="51684" cy="51684"/>
            </a:xfrm>
            <a:prstGeom prst="ellipse">
              <a:avLst/>
            </a:prstGeom>
            <a:solidFill>
              <a:srgbClr val="FFB851">
                <a:alpha val="33333"/>
              </a:srgbClr>
            </a:solidFill>
            <a:ln w="9000" cap="rnd">
              <a:solidFill>
                <a:srgbClr val="FFB851">
                  <a:alpha val="3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t505"/>
            <p:cNvSpPr/>
            <p:nvPr/>
          </p:nvSpPr>
          <p:spPr>
            <a:xfrm>
              <a:off x="2141954" y="2983931"/>
              <a:ext cx="74716" cy="74716"/>
            </a:xfrm>
            <a:prstGeom prst="ellipse">
              <a:avLst/>
            </a:prstGeom>
            <a:solidFill>
              <a:srgbClr val="FFB13C">
                <a:alpha val="35686"/>
              </a:srgbClr>
            </a:solidFill>
            <a:ln w="9000" cap="rnd">
              <a:solidFill>
                <a:srgbClr val="FFB13C">
                  <a:alpha val="3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t506"/>
            <p:cNvSpPr/>
            <p:nvPr/>
          </p:nvSpPr>
          <p:spPr>
            <a:xfrm>
              <a:off x="2138524" y="2986299"/>
              <a:ext cx="67440" cy="67440"/>
            </a:xfrm>
            <a:prstGeom prst="ellipse">
              <a:avLst/>
            </a:prstGeom>
            <a:solidFill>
              <a:srgbClr val="FFC87A">
                <a:alpha val="28235"/>
              </a:srgbClr>
            </a:solidFill>
            <a:ln w="9000" cap="rnd">
              <a:solidFill>
                <a:srgbClr val="FFC87A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t507"/>
            <p:cNvSpPr/>
            <p:nvPr/>
          </p:nvSpPr>
          <p:spPr>
            <a:xfrm>
              <a:off x="2146401" y="2990997"/>
              <a:ext cx="51684" cy="51684"/>
            </a:xfrm>
            <a:prstGeom prst="ellipse">
              <a:avLst/>
            </a:prstGeom>
            <a:solidFill>
              <a:srgbClr val="FFC777">
                <a:alpha val="28627"/>
              </a:srgbClr>
            </a:solidFill>
            <a:ln w="9000" cap="rnd">
              <a:solidFill>
                <a:srgbClr val="FFC777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t508"/>
            <p:cNvSpPr/>
            <p:nvPr/>
          </p:nvSpPr>
          <p:spPr>
            <a:xfrm>
              <a:off x="2141459" y="2985542"/>
              <a:ext cx="61570" cy="61570"/>
            </a:xfrm>
            <a:prstGeom prst="ellipse">
              <a:avLst/>
            </a:prstGeom>
            <a:solidFill>
              <a:srgbClr val="FFAD2D">
                <a:alpha val="37254"/>
              </a:srgbClr>
            </a:solidFill>
            <a:ln w="9000" cap="rnd">
              <a:solidFill>
                <a:srgbClr val="FFAD2D">
                  <a:alpha val="3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t509"/>
            <p:cNvSpPr/>
            <p:nvPr/>
          </p:nvSpPr>
          <p:spPr>
            <a:xfrm>
              <a:off x="2135678" y="2978164"/>
              <a:ext cx="73131" cy="73131"/>
            </a:xfrm>
            <a:prstGeom prst="ellipse">
              <a:avLst/>
            </a:prstGeom>
            <a:solidFill>
              <a:srgbClr val="FFC97C">
                <a:alpha val="27843"/>
              </a:srgbClr>
            </a:solidFill>
            <a:ln w="9000" cap="rnd">
              <a:solidFill>
                <a:srgbClr val="FFC97C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t510"/>
            <p:cNvSpPr/>
            <p:nvPr/>
          </p:nvSpPr>
          <p:spPr>
            <a:xfrm>
              <a:off x="2151139" y="2991084"/>
              <a:ext cx="46898" cy="46898"/>
            </a:xfrm>
            <a:prstGeom prst="ellipse">
              <a:avLst/>
            </a:prstGeom>
            <a:solidFill>
              <a:srgbClr val="FFD8A1">
                <a:alpha val="22745"/>
              </a:srgbClr>
            </a:solidFill>
            <a:ln w="9000" cap="rnd">
              <a:solidFill>
                <a:srgbClr val="FFD8A1">
                  <a:alpha val="2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t511"/>
            <p:cNvSpPr/>
            <p:nvPr/>
          </p:nvSpPr>
          <p:spPr>
            <a:xfrm>
              <a:off x="2146401" y="2982366"/>
              <a:ext cx="51684" cy="51684"/>
            </a:xfrm>
            <a:prstGeom prst="ellipse">
              <a:avLst/>
            </a:prstGeom>
            <a:solidFill>
              <a:srgbClr val="FFCC84">
                <a:alpha val="26666"/>
              </a:srgbClr>
            </a:solidFill>
            <a:ln w="9000" cap="rnd">
              <a:solidFill>
                <a:srgbClr val="FFCC84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t512"/>
            <p:cNvSpPr/>
            <p:nvPr/>
          </p:nvSpPr>
          <p:spPr>
            <a:xfrm>
              <a:off x="2141059" y="2974564"/>
              <a:ext cx="67059" cy="67059"/>
            </a:xfrm>
            <a:prstGeom prst="ellipse">
              <a:avLst/>
            </a:prstGeom>
            <a:solidFill>
              <a:srgbClr val="FFB952">
                <a:alpha val="33333"/>
              </a:srgbClr>
            </a:solidFill>
            <a:ln w="9000" cap="rnd">
              <a:solidFill>
                <a:srgbClr val="FFB952">
                  <a:alpha val="3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t513"/>
            <p:cNvSpPr/>
            <p:nvPr/>
          </p:nvSpPr>
          <p:spPr>
            <a:xfrm>
              <a:off x="2148746" y="2980658"/>
              <a:ext cx="51684" cy="51684"/>
            </a:xfrm>
            <a:prstGeom prst="ellipse">
              <a:avLst/>
            </a:prstGeom>
            <a:solidFill>
              <a:srgbClr val="FFBD5F">
                <a:alpha val="31764"/>
              </a:srgbClr>
            </a:solidFill>
            <a:ln w="9000" cap="rnd">
              <a:solidFill>
                <a:srgbClr val="FFBD5F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t514"/>
            <p:cNvSpPr/>
            <p:nvPr/>
          </p:nvSpPr>
          <p:spPr>
            <a:xfrm>
              <a:off x="2117053" y="2944255"/>
              <a:ext cx="115071" cy="115071"/>
            </a:xfrm>
            <a:prstGeom prst="ellipse">
              <a:avLst/>
            </a:prstGeom>
            <a:solidFill>
              <a:srgbClr val="FFAE34">
                <a:alpha val="36862"/>
              </a:srgbClr>
            </a:solidFill>
            <a:ln w="9000" cap="rnd">
              <a:solidFill>
                <a:srgbClr val="FFAE34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t515"/>
            <p:cNvSpPr/>
            <p:nvPr/>
          </p:nvSpPr>
          <p:spPr>
            <a:xfrm>
              <a:off x="2142861" y="2957728"/>
              <a:ext cx="72904" cy="72904"/>
            </a:xfrm>
            <a:prstGeom prst="ellipse">
              <a:avLst/>
            </a:prstGeom>
            <a:solidFill>
              <a:srgbClr val="FF9D00">
                <a:alpha val="42352"/>
              </a:srgbClr>
            </a:solidFill>
            <a:ln w="9000" cap="rnd">
              <a:solidFill>
                <a:srgbClr val="FF9D00">
                  <a:alpha val="4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t516"/>
            <p:cNvSpPr/>
            <p:nvPr/>
          </p:nvSpPr>
          <p:spPr>
            <a:xfrm>
              <a:off x="2146401" y="2967973"/>
              <a:ext cx="51684" cy="51684"/>
            </a:xfrm>
            <a:prstGeom prst="ellipse">
              <a:avLst/>
            </a:prstGeom>
            <a:solidFill>
              <a:srgbClr val="FFA400">
                <a:alpha val="40392"/>
              </a:srgbClr>
            </a:solidFill>
            <a:ln w="9000" cap="rnd">
              <a:solidFill>
                <a:srgbClr val="FFA400">
                  <a:alpha val="4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t517"/>
            <p:cNvSpPr/>
            <p:nvPr/>
          </p:nvSpPr>
          <p:spPr>
            <a:xfrm>
              <a:off x="2144312" y="2957587"/>
              <a:ext cx="70002" cy="70002"/>
            </a:xfrm>
            <a:prstGeom prst="ellipse">
              <a:avLst/>
            </a:prstGeom>
            <a:solidFill>
              <a:srgbClr val="FFAB28">
                <a:alpha val="37647"/>
              </a:srgbClr>
            </a:solidFill>
            <a:ln w="9000" cap="rnd">
              <a:solidFill>
                <a:srgbClr val="FFAB28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t518"/>
            <p:cNvSpPr/>
            <p:nvPr/>
          </p:nvSpPr>
          <p:spPr>
            <a:xfrm>
              <a:off x="2146401" y="2963378"/>
              <a:ext cx="51684" cy="51684"/>
            </a:xfrm>
            <a:prstGeom prst="ellipse">
              <a:avLst/>
            </a:prstGeom>
            <a:solidFill>
              <a:srgbClr val="FF8200">
                <a:alpha val="50196"/>
              </a:srgbClr>
            </a:solidFill>
            <a:ln w="9000" cap="rnd">
              <a:solidFill>
                <a:srgbClr val="FF8200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t519"/>
            <p:cNvSpPr/>
            <p:nvPr/>
          </p:nvSpPr>
          <p:spPr>
            <a:xfrm>
              <a:off x="2146401" y="2960185"/>
              <a:ext cx="51684" cy="51684"/>
            </a:xfrm>
            <a:prstGeom prst="ellipse">
              <a:avLst/>
            </a:prstGeom>
            <a:solidFill>
              <a:srgbClr val="FFBE60">
                <a:alpha val="31372"/>
              </a:srgbClr>
            </a:solidFill>
            <a:ln w="9000" cap="rnd">
              <a:solidFill>
                <a:srgbClr val="FFBE60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t520"/>
            <p:cNvSpPr/>
            <p:nvPr/>
          </p:nvSpPr>
          <p:spPr>
            <a:xfrm>
              <a:off x="2146401" y="2959937"/>
              <a:ext cx="51684" cy="51684"/>
            </a:xfrm>
            <a:prstGeom prst="ellipse">
              <a:avLst/>
            </a:prstGeom>
            <a:solidFill>
              <a:srgbClr val="FFB341">
                <a:alpha val="35294"/>
              </a:srgbClr>
            </a:solidFill>
            <a:ln w="9000" cap="rnd">
              <a:solidFill>
                <a:srgbClr val="FFB341">
                  <a:alpha val="3529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t521"/>
            <p:cNvSpPr/>
            <p:nvPr/>
          </p:nvSpPr>
          <p:spPr>
            <a:xfrm>
              <a:off x="2146401" y="2956961"/>
              <a:ext cx="51684" cy="51684"/>
            </a:xfrm>
            <a:prstGeom prst="ellipse">
              <a:avLst/>
            </a:prstGeom>
            <a:solidFill>
              <a:srgbClr val="FFC36E">
                <a:alpha val="29803"/>
              </a:srgbClr>
            </a:solidFill>
            <a:ln w="9000" cap="rnd">
              <a:solidFill>
                <a:srgbClr val="FFC36E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t522"/>
            <p:cNvSpPr/>
            <p:nvPr/>
          </p:nvSpPr>
          <p:spPr>
            <a:xfrm>
              <a:off x="2147164" y="2957665"/>
              <a:ext cx="50158" cy="50158"/>
            </a:xfrm>
            <a:prstGeom prst="ellipse">
              <a:avLst/>
            </a:prstGeom>
            <a:solidFill>
              <a:srgbClr val="FFA504">
                <a:alpha val="40000"/>
              </a:srgbClr>
            </a:solidFill>
            <a:ln w="9000" cap="rnd">
              <a:solidFill>
                <a:srgbClr val="FFA504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t523"/>
            <p:cNvSpPr/>
            <p:nvPr/>
          </p:nvSpPr>
          <p:spPr>
            <a:xfrm>
              <a:off x="2142281" y="2951370"/>
              <a:ext cx="59925" cy="59925"/>
            </a:xfrm>
            <a:prstGeom prst="ellipse">
              <a:avLst/>
            </a:prstGeom>
            <a:solidFill>
              <a:srgbClr val="FFBE62">
                <a:alpha val="31372"/>
              </a:srgbClr>
            </a:solidFill>
            <a:ln w="9000" cap="rnd">
              <a:solidFill>
                <a:srgbClr val="FFBE62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t524"/>
            <p:cNvSpPr/>
            <p:nvPr/>
          </p:nvSpPr>
          <p:spPr>
            <a:xfrm>
              <a:off x="2123905" y="2919571"/>
              <a:ext cx="101367" cy="101367"/>
            </a:xfrm>
            <a:prstGeom prst="ellipse">
              <a:avLst/>
            </a:prstGeom>
            <a:solidFill>
              <a:srgbClr val="FF9500">
                <a:alpha val="44705"/>
              </a:srgbClr>
            </a:solidFill>
            <a:ln w="9000" cap="rnd">
              <a:solidFill>
                <a:srgbClr val="FF9500">
                  <a:alpha val="4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t525"/>
            <p:cNvSpPr/>
            <p:nvPr/>
          </p:nvSpPr>
          <p:spPr>
            <a:xfrm>
              <a:off x="2139332" y="2923475"/>
              <a:ext cx="51684" cy="51684"/>
            </a:xfrm>
            <a:prstGeom prst="ellipse">
              <a:avLst/>
            </a:prstGeom>
            <a:solidFill>
              <a:srgbClr val="FF7B00">
                <a:alpha val="51764"/>
              </a:srgbClr>
            </a:solidFill>
            <a:ln w="9000" cap="rnd">
              <a:solidFill>
                <a:srgbClr val="FF7B00">
                  <a:alpha val="5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t526"/>
            <p:cNvSpPr/>
            <p:nvPr/>
          </p:nvSpPr>
          <p:spPr>
            <a:xfrm>
              <a:off x="2132294" y="2892615"/>
              <a:ext cx="84588" cy="84588"/>
            </a:xfrm>
            <a:prstGeom prst="ellipse">
              <a:avLst/>
            </a:prstGeom>
            <a:solidFill>
              <a:srgbClr val="FFB13D">
                <a:alpha val="35686"/>
              </a:srgbClr>
            </a:solidFill>
            <a:ln w="9000" cap="rnd">
              <a:solidFill>
                <a:srgbClr val="FFB13D">
                  <a:alpha val="3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t527"/>
            <p:cNvSpPr/>
            <p:nvPr/>
          </p:nvSpPr>
          <p:spPr>
            <a:xfrm>
              <a:off x="2148746" y="2902628"/>
              <a:ext cx="51684" cy="51684"/>
            </a:xfrm>
            <a:prstGeom prst="ellipse">
              <a:avLst/>
            </a:prstGeom>
            <a:solidFill>
              <a:srgbClr val="FFC675">
                <a:alpha val="28627"/>
              </a:srgbClr>
            </a:solidFill>
            <a:ln w="9000" cap="rnd">
              <a:solidFill>
                <a:srgbClr val="FFC675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t528"/>
            <p:cNvSpPr/>
            <p:nvPr/>
          </p:nvSpPr>
          <p:spPr>
            <a:xfrm>
              <a:off x="2119537" y="2870252"/>
              <a:ext cx="100725" cy="100725"/>
            </a:xfrm>
            <a:prstGeom prst="ellipse">
              <a:avLst/>
            </a:prstGeom>
            <a:solidFill>
              <a:srgbClr val="FFAA24">
                <a:alpha val="38039"/>
              </a:srgbClr>
            </a:solidFill>
            <a:ln w="9000" cap="rnd">
              <a:solidFill>
                <a:srgbClr val="FFAA24">
                  <a:alpha val="3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t529"/>
            <p:cNvSpPr/>
            <p:nvPr/>
          </p:nvSpPr>
          <p:spPr>
            <a:xfrm>
              <a:off x="2148746" y="2889846"/>
              <a:ext cx="51684" cy="51684"/>
            </a:xfrm>
            <a:prstGeom prst="ellipse">
              <a:avLst/>
            </a:prstGeom>
            <a:solidFill>
              <a:srgbClr val="FFB74D">
                <a:alpha val="33725"/>
              </a:srgbClr>
            </a:solidFill>
            <a:ln w="9000" cap="rnd">
              <a:solidFill>
                <a:srgbClr val="FFB74D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t530"/>
            <p:cNvSpPr/>
            <p:nvPr/>
          </p:nvSpPr>
          <p:spPr>
            <a:xfrm>
              <a:off x="2151329" y="2883068"/>
              <a:ext cx="55967" cy="55967"/>
            </a:xfrm>
            <a:prstGeom prst="ellipse">
              <a:avLst/>
            </a:prstGeom>
            <a:solidFill>
              <a:srgbClr val="FFC169">
                <a:alpha val="30196"/>
              </a:srgbClr>
            </a:solidFill>
            <a:ln w="9000" cap="rnd">
              <a:solidFill>
                <a:srgbClr val="FFC169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t531"/>
            <p:cNvSpPr/>
            <p:nvPr/>
          </p:nvSpPr>
          <p:spPr>
            <a:xfrm>
              <a:off x="2144784" y="2881927"/>
              <a:ext cx="54920" cy="54920"/>
            </a:xfrm>
            <a:prstGeom prst="ellipse">
              <a:avLst/>
            </a:prstGeom>
            <a:solidFill>
              <a:srgbClr val="FFB444">
                <a:alpha val="34901"/>
              </a:srgbClr>
            </a:solidFill>
            <a:ln w="9000" cap="rnd">
              <a:solidFill>
                <a:srgbClr val="FFB444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t532"/>
            <p:cNvSpPr/>
            <p:nvPr/>
          </p:nvSpPr>
          <p:spPr>
            <a:xfrm>
              <a:off x="2153470" y="2879202"/>
              <a:ext cx="51684" cy="51684"/>
            </a:xfrm>
            <a:prstGeom prst="ellipse">
              <a:avLst/>
            </a:prstGeom>
            <a:solidFill>
              <a:srgbClr val="FFB13C">
                <a:alpha val="36078"/>
              </a:srgbClr>
            </a:solidFill>
            <a:ln w="9000" cap="rnd">
              <a:solidFill>
                <a:srgbClr val="FFB13C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t533"/>
            <p:cNvSpPr/>
            <p:nvPr/>
          </p:nvSpPr>
          <p:spPr>
            <a:xfrm>
              <a:off x="2133181" y="2831796"/>
              <a:ext cx="92263" cy="92263"/>
            </a:xfrm>
            <a:prstGeom prst="ellipse">
              <a:avLst/>
            </a:prstGeom>
            <a:solidFill>
              <a:srgbClr val="FFA608">
                <a:alpha val="39607"/>
              </a:srgbClr>
            </a:solidFill>
            <a:ln w="9000" cap="rnd">
              <a:solidFill>
                <a:srgbClr val="FFA608">
                  <a:alpha val="3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t534"/>
            <p:cNvSpPr/>
            <p:nvPr/>
          </p:nvSpPr>
          <p:spPr>
            <a:xfrm>
              <a:off x="2149509" y="2847544"/>
              <a:ext cx="50158" cy="50158"/>
            </a:xfrm>
            <a:prstGeom prst="ellipse">
              <a:avLst/>
            </a:prstGeom>
            <a:solidFill>
              <a:srgbClr val="FFCA7E">
                <a:alpha val="27450"/>
              </a:srgbClr>
            </a:solidFill>
            <a:ln w="9000" cap="rnd">
              <a:solidFill>
                <a:srgbClr val="FFCA7E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t535"/>
            <p:cNvSpPr/>
            <p:nvPr/>
          </p:nvSpPr>
          <p:spPr>
            <a:xfrm>
              <a:off x="2129608" y="2819837"/>
              <a:ext cx="89961" cy="89961"/>
            </a:xfrm>
            <a:prstGeom prst="ellipse">
              <a:avLst/>
            </a:prstGeom>
            <a:solidFill>
              <a:srgbClr val="FFB74D">
                <a:alpha val="33725"/>
              </a:srgbClr>
            </a:solidFill>
            <a:ln w="9000" cap="rnd">
              <a:solidFill>
                <a:srgbClr val="FFB74D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t536"/>
            <p:cNvSpPr/>
            <p:nvPr/>
          </p:nvSpPr>
          <p:spPr>
            <a:xfrm>
              <a:off x="2147297" y="2825121"/>
              <a:ext cx="54583" cy="54583"/>
            </a:xfrm>
            <a:prstGeom prst="ellipse">
              <a:avLst/>
            </a:prstGeom>
            <a:solidFill>
              <a:srgbClr val="FF6200">
                <a:alpha val="58039"/>
              </a:srgbClr>
            </a:solidFill>
            <a:ln w="9000" cap="rnd">
              <a:solidFill>
                <a:srgbClr val="FF6200">
                  <a:alpha val="5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t537"/>
            <p:cNvSpPr/>
            <p:nvPr/>
          </p:nvSpPr>
          <p:spPr>
            <a:xfrm>
              <a:off x="2148746" y="2824980"/>
              <a:ext cx="51684" cy="51684"/>
            </a:xfrm>
            <a:prstGeom prst="ellipse">
              <a:avLst/>
            </a:prstGeom>
            <a:solidFill>
              <a:srgbClr val="FF7100">
                <a:alpha val="54509"/>
              </a:srgbClr>
            </a:solidFill>
            <a:ln w="9000" cap="rnd">
              <a:solidFill>
                <a:srgbClr val="FF7100">
                  <a:alpha val="5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t538"/>
            <p:cNvSpPr/>
            <p:nvPr/>
          </p:nvSpPr>
          <p:spPr>
            <a:xfrm>
              <a:off x="2144015" y="2818660"/>
              <a:ext cx="61146" cy="61146"/>
            </a:xfrm>
            <a:prstGeom prst="ellipse">
              <a:avLst/>
            </a:prstGeom>
            <a:solidFill>
              <a:srgbClr val="FF7C00">
                <a:alpha val="51372"/>
              </a:srgbClr>
            </a:solidFill>
            <a:ln w="9000" cap="rnd">
              <a:solidFill>
                <a:srgbClr val="FF7C00">
                  <a:alpha val="5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t539"/>
            <p:cNvSpPr/>
            <p:nvPr/>
          </p:nvSpPr>
          <p:spPr>
            <a:xfrm>
              <a:off x="2154233" y="2823634"/>
              <a:ext cx="50158" cy="50158"/>
            </a:xfrm>
            <a:prstGeom prst="ellipse">
              <a:avLst/>
            </a:prstGeom>
            <a:solidFill>
              <a:srgbClr val="FFE2B9">
                <a:alpha val="19607"/>
              </a:srgbClr>
            </a:solidFill>
            <a:ln w="9000" cap="rnd">
              <a:solidFill>
                <a:srgbClr val="FFE2B9">
                  <a:alpha val="1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t540"/>
            <p:cNvSpPr/>
            <p:nvPr/>
          </p:nvSpPr>
          <p:spPr>
            <a:xfrm>
              <a:off x="2146198" y="2817663"/>
              <a:ext cx="56781" cy="56781"/>
            </a:xfrm>
            <a:prstGeom prst="ellipse">
              <a:avLst/>
            </a:prstGeom>
            <a:solidFill>
              <a:srgbClr val="FFB74F">
                <a:alpha val="33725"/>
              </a:srgbClr>
            </a:solidFill>
            <a:ln w="9000" cap="rnd">
              <a:solidFill>
                <a:srgbClr val="FFB74F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t541"/>
            <p:cNvSpPr/>
            <p:nvPr/>
          </p:nvSpPr>
          <p:spPr>
            <a:xfrm>
              <a:off x="2151091" y="2819757"/>
              <a:ext cx="51684" cy="51684"/>
            </a:xfrm>
            <a:prstGeom prst="ellipse">
              <a:avLst/>
            </a:prstGeom>
            <a:solidFill>
              <a:srgbClr val="FFC471">
                <a:alpha val="29411"/>
              </a:srgbClr>
            </a:solidFill>
            <a:ln w="9000" cap="rnd">
              <a:solidFill>
                <a:srgbClr val="FFC471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t542"/>
            <p:cNvSpPr/>
            <p:nvPr/>
          </p:nvSpPr>
          <p:spPr>
            <a:xfrm>
              <a:off x="2155864" y="2807756"/>
              <a:ext cx="46898" cy="46898"/>
            </a:xfrm>
            <a:prstGeom prst="ellipse">
              <a:avLst/>
            </a:prstGeom>
            <a:solidFill>
              <a:srgbClr val="FFCE89">
                <a:alpha val="25882"/>
              </a:srgbClr>
            </a:solidFill>
            <a:ln w="9000" cap="rnd">
              <a:solidFill>
                <a:srgbClr val="FFCE89">
                  <a:alpha val="2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t543"/>
            <p:cNvSpPr/>
            <p:nvPr/>
          </p:nvSpPr>
          <p:spPr>
            <a:xfrm>
              <a:off x="2151853" y="2802328"/>
              <a:ext cx="54920" cy="54920"/>
            </a:xfrm>
            <a:prstGeom prst="ellipse">
              <a:avLst/>
            </a:prstGeom>
            <a:solidFill>
              <a:srgbClr val="FFC87A">
                <a:alpha val="28235"/>
              </a:srgbClr>
            </a:solidFill>
            <a:ln w="9000" cap="rnd">
              <a:solidFill>
                <a:srgbClr val="FFC87A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t544"/>
            <p:cNvSpPr/>
            <p:nvPr/>
          </p:nvSpPr>
          <p:spPr>
            <a:xfrm>
              <a:off x="2148746" y="2802155"/>
              <a:ext cx="51684" cy="51684"/>
            </a:xfrm>
            <a:prstGeom prst="ellipse">
              <a:avLst/>
            </a:prstGeom>
            <a:solidFill>
              <a:srgbClr val="FFBD5E">
                <a:alpha val="31764"/>
              </a:srgbClr>
            </a:solidFill>
            <a:ln w="9000" cap="rnd">
              <a:solidFill>
                <a:srgbClr val="FFBD5E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t545"/>
            <p:cNvSpPr/>
            <p:nvPr/>
          </p:nvSpPr>
          <p:spPr>
            <a:xfrm>
              <a:off x="2151091" y="2763947"/>
              <a:ext cx="51684" cy="51684"/>
            </a:xfrm>
            <a:prstGeom prst="ellipse">
              <a:avLst/>
            </a:prstGeom>
            <a:solidFill>
              <a:srgbClr val="FFCB82">
                <a:alpha val="27058"/>
              </a:srgbClr>
            </a:solidFill>
            <a:ln w="9000" cap="rnd">
              <a:solidFill>
                <a:srgbClr val="FFCB82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t546"/>
            <p:cNvSpPr/>
            <p:nvPr/>
          </p:nvSpPr>
          <p:spPr>
            <a:xfrm>
              <a:off x="2148746" y="2760736"/>
              <a:ext cx="51684" cy="51684"/>
            </a:xfrm>
            <a:prstGeom prst="ellipse">
              <a:avLst/>
            </a:prstGeom>
            <a:solidFill>
              <a:srgbClr val="FFBB5A">
                <a:alpha val="32156"/>
              </a:srgbClr>
            </a:solidFill>
            <a:ln w="9000" cap="rnd">
              <a:solidFill>
                <a:srgbClr val="FFBB5A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t547"/>
            <p:cNvSpPr/>
            <p:nvPr/>
          </p:nvSpPr>
          <p:spPr>
            <a:xfrm>
              <a:off x="2148746" y="2759137"/>
              <a:ext cx="51684" cy="51684"/>
            </a:xfrm>
            <a:prstGeom prst="ellipse">
              <a:avLst/>
            </a:prstGeom>
            <a:solidFill>
              <a:srgbClr val="FFC778">
                <a:alpha val="28235"/>
              </a:srgbClr>
            </a:solidFill>
            <a:ln w="9000" cap="rnd">
              <a:solidFill>
                <a:srgbClr val="FFC778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t548"/>
            <p:cNvSpPr/>
            <p:nvPr/>
          </p:nvSpPr>
          <p:spPr>
            <a:xfrm>
              <a:off x="2148746" y="2757527"/>
              <a:ext cx="51684" cy="51684"/>
            </a:xfrm>
            <a:prstGeom prst="ellipse">
              <a:avLst/>
            </a:prstGeom>
            <a:solidFill>
              <a:srgbClr val="FFC46F">
                <a:alpha val="29411"/>
              </a:srgbClr>
            </a:solidFill>
            <a:ln w="9000" cap="rnd">
              <a:solidFill>
                <a:srgbClr val="FFC46F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t549"/>
            <p:cNvSpPr/>
            <p:nvPr/>
          </p:nvSpPr>
          <p:spPr>
            <a:xfrm>
              <a:off x="2159225" y="2737516"/>
              <a:ext cx="45144" cy="45144"/>
            </a:xfrm>
            <a:prstGeom prst="ellipse">
              <a:avLst/>
            </a:prstGeom>
            <a:solidFill>
              <a:srgbClr val="FFBA57">
                <a:alpha val="32549"/>
              </a:srgbClr>
            </a:solidFill>
            <a:ln w="9000" cap="rnd">
              <a:solidFill>
                <a:srgbClr val="FFBA57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t550"/>
            <p:cNvSpPr/>
            <p:nvPr/>
          </p:nvSpPr>
          <p:spPr>
            <a:xfrm>
              <a:off x="2148746" y="2724121"/>
              <a:ext cx="51684" cy="51684"/>
            </a:xfrm>
            <a:prstGeom prst="ellipse">
              <a:avLst/>
            </a:prstGeom>
            <a:solidFill>
              <a:srgbClr val="FFB548">
                <a:alpha val="34509"/>
              </a:srgbClr>
            </a:solidFill>
            <a:ln w="9000" cap="rnd">
              <a:solidFill>
                <a:srgbClr val="FFB548">
                  <a:alpha val="3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t551"/>
            <p:cNvSpPr/>
            <p:nvPr/>
          </p:nvSpPr>
          <p:spPr>
            <a:xfrm>
              <a:off x="2146401" y="2722524"/>
              <a:ext cx="51684" cy="51684"/>
            </a:xfrm>
            <a:prstGeom prst="ellipse">
              <a:avLst/>
            </a:prstGeom>
            <a:solidFill>
              <a:srgbClr val="FFC26C">
                <a:alpha val="29803"/>
              </a:srgbClr>
            </a:solidFill>
            <a:ln w="9000" cap="rnd">
              <a:solidFill>
                <a:srgbClr val="FFC26C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t552"/>
            <p:cNvSpPr/>
            <p:nvPr/>
          </p:nvSpPr>
          <p:spPr>
            <a:xfrm>
              <a:off x="2148746" y="2719318"/>
              <a:ext cx="51684" cy="51684"/>
            </a:xfrm>
            <a:prstGeom prst="ellipse">
              <a:avLst/>
            </a:prstGeom>
            <a:solidFill>
              <a:srgbClr val="FFC471">
                <a:alpha val="29411"/>
              </a:srgbClr>
            </a:solidFill>
            <a:ln w="9000" cap="rnd">
              <a:solidFill>
                <a:srgbClr val="FFC471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t553"/>
            <p:cNvSpPr/>
            <p:nvPr/>
          </p:nvSpPr>
          <p:spPr>
            <a:xfrm>
              <a:off x="2148746" y="2716111"/>
              <a:ext cx="51684" cy="51684"/>
            </a:xfrm>
            <a:prstGeom prst="ellipse">
              <a:avLst/>
            </a:prstGeom>
            <a:solidFill>
              <a:srgbClr val="FFD394">
                <a:alpha val="24313"/>
              </a:srgbClr>
            </a:solidFill>
            <a:ln w="9000" cap="rnd">
              <a:solidFill>
                <a:srgbClr val="FFD394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t554"/>
            <p:cNvSpPr/>
            <p:nvPr/>
          </p:nvSpPr>
          <p:spPr>
            <a:xfrm>
              <a:off x="2148746" y="2712901"/>
              <a:ext cx="51684" cy="51684"/>
            </a:xfrm>
            <a:prstGeom prst="ellipse">
              <a:avLst/>
            </a:prstGeom>
            <a:solidFill>
              <a:srgbClr val="FFD7A0">
                <a:alpha val="23137"/>
              </a:srgbClr>
            </a:solidFill>
            <a:ln w="9000" cap="rnd">
              <a:solidFill>
                <a:srgbClr val="FFD7A0">
                  <a:alpha val="2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t555"/>
            <p:cNvSpPr/>
            <p:nvPr/>
          </p:nvSpPr>
          <p:spPr>
            <a:xfrm>
              <a:off x="2138804" y="2698788"/>
              <a:ext cx="71569" cy="71569"/>
            </a:xfrm>
            <a:prstGeom prst="ellipse">
              <a:avLst/>
            </a:prstGeom>
            <a:solidFill>
              <a:srgbClr val="FF9100">
                <a:alpha val="45882"/>
              </a:srgbClr>
            </a:solidFill>
            <a:ln w="9000" cap="rnd">
              <a:solidFill>
                <a:srgbClr val="FF9100">
                  <a:alpha val="4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t556"/>
            <p:cNvSpPr/>
            <p:nvPr/>
          </p:nvSpPr>
          <p:spPr>
            <a:xfrm>
              <a:off x="2151091" y="2705550"/>
              <a:ext cx="51684" cy="51684"/>
            </a:xfrm>
            <a:prstGeom prst="ellipse">
              <a:avLst/>
            </a:prstGeom>
            <a:solidFill>
              <a:srgbClr val="FF7F00">
                <a:alpha val="50980"/>
              </a:srgbClr>
            </a:solidFill>
            <a:ln w="9000" cap="rnd">
              <a:solidFill>
                <a:srgbClr val="FF7F00">
                  <a:alpha val="5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t557"/>
            <p:cNvSpPr/>
            <p:nvPr/>
          </p:nvSpPr>
          <p:spPr>
            <a:xfrm>
              <a:off x="2149642" y="2702511"/>
              <a:ext cx="54583" cy="54583"/>
            </a:xfrm>
            <a:prstGeom prst="ellipse">
              <a:avLst/>
            </a:prstGeom>
            <a:solidFill>
              <a:srgbClr val="FF9200">
                <a:alpha val="45490"/>
              </a:srgbClr>
            </a:solidFill>
            <a:ln w="9000" cap="rnd">
              <a:solidFill>
                <a:srgbClr val="FF9200">
                  <a:alpha val="4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t558"/>
            <p:cNvSpPr/>
            <p:nvPr/>
          </p:nvSpPr>
          <p:spPr>
            <a:xfrm>
              <a:off x="2148480" y="2683750"/>
              <a:ext cx="56905" cy="56905"/>
            </a:xfrm>
            <a:prstGeom prst="ellipse">
              <a:avLst/>
            </a:prstGeom>
            <a:solidFill>
              <a:srgbClr val="FFAE31">
                <a:alpha val="36862"/>
              </a:srgbClr>
            </a:solidFill>
            <a:ln w="9000" cap="rnd">
              <a:solidFill>
                <a:srgbClr val="FFAE31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t559"/>
            <p:cNvSpPr/>
            <p:nvPr/>
          </p:nvSpPr>
          <p:spPr>
            <a:xfrm>
              <a:off x="2148746" y="2679492"/>
              <a:ext cx="51684" cy="51684"/>
            </a:xfrm>
            <a:prstGeom prst="ellipse">
              <a:avLst/>
            </a:prstGeom>
            <a:solidFill>
              <a:srgbClr val="FFB13B">
                <a:alpha val="36078"/>
              </a:srgbClr>
            </a:solidFill>
            <a:ln w="9000" cap="rnd">
              <a:solidFill>
                <a:srgbClr val="FFB13B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t560"/>
            <p:cNvSpPr/>
            <p:nvPr/>
          </p:nvSpPr>
          <p:spPr>
            <a:xfrm>
              <a:off x="2146370" y="2644014"/>
              <a:ext cx="56437" cy="56437"/>
            </a:xfrm>
            <a:prstGeom prst="ellipse">
              <a:avLst/>
            </a:prstGeom>
            <a:solidFill>
              <a:srgbClr val="FFBA56">
                <a:alpha val="32941"/>
              </a:srgbClr>
            </a:solidFill>
            <a:ln w="9000" cap="rnd">
              <a:solidFill>
                <a:srgbClr val="FFBA56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t561"/>
            <p:cNvSpPr/>
            <p:nvPr/>
          </p:nvSpPr>
          <p:spPr>
            <a:xfrm>
              <a:off x="2137277" y="2633354"/>
              <a:ext cx="74623" cy="74623"/>
            </a:xfrm>
            <a:prstGeom prst="ellipse">
              <a:avLst/>
            </a:prstGeom>
            <a:solidFill>
              <a:srgbClr val="FFA608">
                <a:alpha val="39607"/>
              </a:srgbClr>
            </a:solidFill>
            <a:ln w="9000" cap="rnd">
              <a:solidFill>
                <a:srgbClr val="FFA608">
                  <a:alpha val="3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t562"/>
            <p:cNvSpPr/>
            <p:nvPr/>
          </p:nvSpPr>
          <p:spPr>
            <a:xfrm>
              <a:off x="2146401" y="2634865"/>
              <a:ext cx="51684" cy="51684"/>
            </a:xfrm>
            <a:prstGeom prst="ellipse">
              <a:avLst/>
            </a:prstGeom>
            <a:solidFill>
              <a:srgbClr val="FFAF36">
                <a:alpha val="36470"/>
              </a:srgbClr>
            </a:solidFill>
            <a:ln w="9000" cap="rnd">
              <a:solidFill>
                <a:srgbClr val="FFAF36">
                  <a:alpha val="3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t563"/>
            <p:cNvSpPr/>
            <p:nvPr/>
          </p:nvSpPr>
          <p:spPr>
            <a:xfrm>
              <a:off x="2146401" y="2633267"/>
              <a:ext cx="51684" cy="51684"/>
            </a:xfrm>
            <a:prstGeom prst="ellipse">
              <a:avLst/>
            </a:prstGeom>
            <a:solidFill>
              <a:srgbClr val="FFC065">
                <a:alpha val="30980"/>
              </a:srgbClr>
            </a:solidFill>
            <a:ln w="9000" cap="rnd">
              <a:solidFill>
                <a:srgbClr val="FFC065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t564"/>
            <p:cNvSpPr/>
            <p:nvPr/>
          </p:nvSpPr>
          <p:spPr>
            <a:xfrm>
              <a:off x="2145478" y="2628504"/>
              <a:ext cx="58220" cy="58220"/>
            </a:xfrm>
            <a:prstGeom prst="ellipse">
              <a:avLst/>
            </a:prstGeom>
            <a:solidFill>
              <a:srgbClr val="FFB547">
                <a:alpha val="34509"/>
              </a:srgbClr>
            </a:solidFill>
            <a:ln w="9000" cap="rnd">
              <a:solidFill>
                <a:srgbClr val="FFB547">
                  <a:alpha val="3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t565"/>
            <p:cNvSpPr/>
            <p:nvPr/>
          </p:nvSpPr>
          <p:spPr>
            <a:xfrm>
              <a:off x="2148746" y="2630174"/>
              <a:ext cx="51684" cy="51684"/>
            </a:xfrm>
            <a:prstGeom prst="ellipse">
              <a:avLst/>
            </a:prstGeom>
            <a:solidFill>
              <a:srgbClr val="FFC470">
                <a:alpha val="29411"/>
              </a:srgbClr>
            </a:solidFill>
            <a:ln w="9000" cap="rnd">
              <a:solidFill>
                <a:srgbClr val="FFC470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t566"/>
            <p:cNvSpPr/>
            <p:nvPr/>
          </p:nvSpPr>
          <p:spPr>
            <a:xfrm>
              <a:off x="2146401" y="2590240"/>
              <a:ext cx="51684" cy="51684"/>
            </a:xfrm>
            <a:prstGeom prst="ellipse">
              <a:avLst/>
            </a:prstGeom>
            <a:solidFill>
              <a:srgbClr val="FFAF36">
                <a:alpha val="36470"/>
              </a:srgbClr>
            </a:solidFill>
            <a:ln w="9000" cap="rnd">
              <a:solidFill>
                <a:srgbClr val="FFAF36">
                  <a:alpha val="3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t567"/>
            <p:cNvSpPr/>
            <p:nvPr/>
          </p:nvSpPr>
          <p:spPr>
            <a:xfrm>
              <a:off x="2146401" y="2588643"/>
              <a:ext cx="51684" cy="51684"/>
            </a:xfrm>
            <a:prstGeom prst="ellipse">
              <a:avLst/>
            </a:prstGeom>
            <a:solidFill>
              <a:srgbClr val="FFBF64">
                <a:alpha val="30980"/>
              </a:srgbClr>
            </a:solidFill>
            <a:ln w="9000" cap="rnd">
              <a:solidFill>
                <a:srgbClr val="FFBF64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t568"/>
            <p:cNvSpPr/>
            <p:nvPr/>
          </p:nvSpPr>
          <p:spPr>
            <a:xfrm>
              <a:off x="2131199" y="2566228"/>
              <a:ext cx="91468" cy="91468"/>
            </a:xfrm>
            <a:prstGeom prst="ellipse">
              <a:avLst/>
            </a:prstGeom>
            <a:solidFill>
              <a:srgbClr val="FF9C00">
                <a:alpha val="42745"/>
              </a:srgbClr>
            </a:solidFill>
            <a:ln w="9000" cap="rnd">
              <a:solidFill>
                <a:srgbClr val="FF9C00">
                  <a:alpha val="4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t569"/>
            <p:cNvSpPr/>
            <p:nvPr/>
          </p:nvSpPr>
          <p:spPr>
            <a:xfrm>
              <a:off x="2126338" y="2559778"/>
              <a:ext cx="101189" cy="101189"/>
            </a:xfrm>
            <a:prstGeom prst="ellipse">
              <a:avLst/>
            </a:prstGeom>
            <a:solidFill>
              <a:srgbClr val="FFAA22">
                <a:alpha val="38431"/>
              </a:srgbClr>
            </a:solidFill>
            <a:ln w="9000" cap="rnd">
              <a:solidFill>
                <a:srgbClr val="FFAA22">
                  <a:alpha val="3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t570"/>
            <p:cNvSpPr/>
            <p:nvPr/>
          </p:nvSpPr>
          <p:spPr>
            <a:xfrm>
              <a:off x="2150540" y="2580008"/>
              <a:ext cx="57546" cy="57546"/>
            </a:xfrm>
            <a:prstGeom prst="ellipse">
              <a:avLst/>
            </a:prstGeom>
            <a:solidFill>
              <a:srgbClr val="FFBA57">
                <a:alpha val="32549"/>
              </a:srgbClr>
            </a:solidFill>
            <a:ln w="9000" cap="rnd">
              <a:solidFill>
                <a:srgbClr val="FFBA57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t571"/>
            <p:cNvSpPr/>
            <p:nvPr/>
          </p:nvSpPr>
          <p:spPr>
            <a:xfrm>
              <a:off x="2155864" y="2567736"/>
              <a:ext cx="46898" cy="46898"/>
            </a:xfrm>
            <a:prstGeom prst="ellipse">
              <a:avLst/>
            </a:prstGeom>
            <a:solidFill>
              <a:srgbClr val="FFB23F">
                <a:alpha val="35686"/>
              </a:srgbClr>
            </a:solidFill>
            <a:ln w="9000" cap="rnd">
              <a:solidFill>
                <a:srgbClr val="FFB23F">
                  <a:alpha val="3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t572"/>
            <p:cNvSpPr/>
            <p:nvPr/>
          </p:nvSpPr>
          <p:spPr>
            <a:xfrm>
              <a:off x="2146401" y="2545614"/>
              <a:ext cx="51684" cy="51684"/>
            </a:xfrm>
            <a:prstGeom prst="ellipse">
              <a:avLst/>
            </a:prstGeom>
            <a:solidFill>
              <a:srgbClr val="FFB954">
                <a:alpha val="32941"/>
              </a:srgbClr>
            </a:solidFill>
            <a:ln w="9000" cap="rnd">
              <a:solidFill>
                <a:srgbClr val="FFB954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t573"/>
            <p:cNvSpPr/>
            <p:nvPr/>
          </p:nvSpPr>
          <p:spPr>
            <a:xfrm>
              <a:off x="2154506" y="2530051"/>
              <a:ext cx="54583" cy="54583"/>
            </a:xfrm>
            <a:prstGeom prst="ellipse">
              <a:avLst/>
            </a:prstGeom>
            <a:solidFill>
              <a:srgbClr val="FF6500">
                <a:alpha val="57254"/>
              </a:srgbClr>
            </a:solidFill>
            <a:ln w="9000" cap="rnd">
              <a:solidFill>
                <a:srgbClr val="FF6500">
                  <a:alpha val="5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t574"/>
            <p:cNvSpPr/>
            <p:nvPr/>
          </p:nvSpPr>
          <p:spPr>
            <a:xfrm>
              <a:off x="2155955" y="2529904"/>
              <a:ext cx="51684" cy="51684"/>
            </a:xfrm>
            <a:prstGeom prst="ellipse">
              <a:avLst/>
            </a:prstGeom>
            <a:solidFill>
              <a:srgbClr val="FF7700">
                <a:alpha val="52941"/>
              </a:srgbClr>
            </a:solidFill>
            <a:ln w="9000" cap="rnd">
              <a:solidFill>
                <a:srgbClr val="FF7700">
                  <a:alpha val="5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t575"/>
            <p:cNvSpPr/>
            <p:nvPr/>
          </p:nvSpPr>
          <p:spPr>
            <a:xfrm>
              <a:off x="2148746" y="2500986"/>
              <a:ext cx="51684" cy="51684"/>
            </a:xfrm>
            <a:prstGeom prst="ellipse">
              <a:avLst/>
            </a:prstGeom>
            <a:solidFill>
              <a:srgbClr val="FFBF63">
                <a:alpha val="30980"/>
              </a:srgbClr>
            </a:solidFill>
            <a:ln w="9000" cap="rnd">
              <a:solidFill>
                <a:srgbClr val="FFBF63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t576"/>
            <p:cNvSpPr/>
            <p:nvPr/>
          </p:nvSpPr>
          <p:spPr>
            <a:xfrm>
              <a:off x="2146401" y="2475582"/>
              <a:ext cx="51684" cy="51684"/>
            </a:xfrm>
            <a:prstGeom prst="ellipse">
              <a:avLst/>
            </a:prstGeom>
            <a:solidFill>
              <a:srgbClr val="FFC879">
                <a:alpha val="28235"/>
              </a:srgbClr>
            </a:solidFill>
            <a:ln w="9000" cap="rnd">
              <a:solidFill>
                <a:srgbClr val="FFC879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t577"/>
            <p:cNvSpPr/>
            <p:nvPr/>
          </p:nvSpPr>
          <p:spPr>
            <a:xfrm>
              <a:off x="2146478" y="2466058"/>
              <a:ext cx="65670" cy="65670"/>
            </a:xfrm>
            <a:prstGeom prst="ellipse">
              <a:avLst/>
            </a:prstGeom>
            <a:solidFill>
              <a:srgbClr val="FF8800">
                <a:alpha val="48235"/>
              </a:srgbClr>
            </a:solidFill>
            <a:ln w="9000" cap="rnd">
              <a:solidFill>
                <a:srgbClr val="FF8800">
                  <a:alpha val="4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t578"/>
            <p:cNvSpPr/>
            <p:nvPr/>
          </p:nvSpPr>
          <p:spPr>
            <a:xfrm>
              <a:off x="2151091" y="2471458"/>
              <a:ext cx="51684" cy="51684"/>
            </a:xfrm>
            <a:prstGeom prst="ellipse">
              <a:avLst/>
            </a:prstGeom>
            <a:solidFill>
              <a:srgbClr val="FF8F00">
                <a:alpha val="46274"/>
              </a:srgbClr>
            </a:solidFill>
            <a:ln w="9000" cap="rnd">
              <a:solidFill>
                <a:srgbClr val="FF8F00">
                  <a:alpha val="4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t579"/>
            <p:cNvSpPr/>
            <p:nvPr/>
          </p:nvSpPr>
          <p:spPr>
            <a:xfrm>
              <a:off x="2153470" y="2469870"/>
              <a:ext cx="51684" cy="51684"/>
            </a:xfrm>
            <a:prstGeom prst="ellipse">
              <a:avLst/>
            </a:prstGeom>
            <a:solidFill>
              <a:srgbClr val="FF9200">
                <a:alpha val="45490"/>
              </a:srgbClr>
            </a:solidFill>
            <a:ln w="9000" cap="rnd">
              <a:solidFill>
                <a:srgbClr val="FF9200">
                  <a:alpha val="4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t580"/>
            <p:cNvSpPr/>
            <p:nvPr/>
          </p:nvSpPr>
          <p:spPr>
            <a:xfrm>
              <a:off x="2151091" y="2468277"/>
              <a:ext cx="51684" cy="51684"/>
            </a:xfrm>
            <a:prstGeom prst="ellipse">
              <a:avLst/>
            </a:prstGeom>
            <a:solidFill>
              <a:srgbClr val="FFA100">
                <a:alpha val="41176"/>
              </a:srgbClr>
            </a:solidFill>
            <a:ln w="9000" cap="rnd">
              <a:solidFill>
                <a:srgbClr val="FFA100">
                  <a:alpha val="4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t581"/>
            <p:cNvSpPr/>
            <p:nvPr/>
          </p:nvSpPr>
          <p:spPr>
            <a:xfrm>
              <a:off x="2134079" y="2449678"/>
              <a:ext cx="85708" cy="85708"/>
            </a:xfrm>
            <a:prstGeom prst="ellipse">
              <a:avLst/>
            </a:prstGeom>
            <a:solidFill>
              <a:srgbClr val="FFAC2B">
                <a:alpha val="37647"/>
              </a:srgbClr>
            </a:solidFill>
            <a:ln w="9000" cap="rnd">
              <a:solidFill>
                <a:srgbClr val="FFAC2B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t582"/>
            <p:cNvSpPr/>
            <p:nvPr/>
          </p:nvSpPr>
          <p:spPr>
            <a:xfrm>
              <a:off x="2151091" y="2456359"/>
              <a:ext cx="51684" cy="51684"/>
            </a:xfrm>
            <a:prstGeom prst="ellipse">
              <a:avLst/>
            </a:prstGeom>
            <a:solidFill>
              <a:srgbClr val="FFC573">
                <a:alpha val="29019"/>
              </a:srgbClr>
            </a:solidFill>
            <a:ln w="9000" cap="rnd">
              <a:solidFill>
                <a:srgbClr val="FFC573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t583"/>
            <p:cNvSpPr/>
            <p:nvPr/>
          </p:nvSpPr>
          <p:spPr>
            <a:xfrm>
              <a:off x="2148746" y="2454763"/>
              <a:ext cx="51684" cy="51684"/>
            </a:xfrm>
            <a:prstGeom prst="ellipse">
              <a:avLst/>
            </a:prstGeom>
            <a:solidFill>
              <a:srgbClr val="FFCC85">
                <a:alpha val="26666"/>
              </a:srgbClr>
            </a:solidFill>
            <a:ln w="9000" cap="rnd">
              <a:solidFill>
                <a:srgbClr val="FFCC85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t584"/>
            <p:cNvSpPr/>
            <p:nvPr/>
          </p:nvSpPr>
          <p:spPr>
            <a:xfrm>
              <a:off x="2158637" y="2456847"/>
              <a:ext cx="41352" cy="41352"/>
            </a:xfrm>
            <a:prstGeom prst="ellipse">
              <a:avLst/>
            </a:prstGeom>
            <a:solidFill>
              <a:srgbClr val="FFC573">
                <a:alpha val="29019"/>
              </a:srgbClr>
            </a:solidFill>
            <a:ln w="9000" cap="rnd">
              <a:solidFill>
                <a:srgbClr val="FFC573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t585"/>
            <p:cNvSpPr/>
            <p:nvPr/>
          </p:nvSpPr>
          <p:spPr>
            <a:xfrm>
              <a:off x="2144502" y="2444842"/>
              <a:ext cx="60172" cy="60172"/>
            </a:xfrm>
            <a:prstGeom prst="ellipse">
              <a:avLst/>
            </a:prstGeom>
            <a:solidFill>
              <a:srgbClr val="FFBB59">
                <a:alpha val="32549"/>
              </a:srgbClr>
            </a:solidFill>
            <a:ln w="9000" cap="rnd">
              <a:solidFill>
                <a:srgbClr val="FFBB59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t586"/>
            <p:cNvSpPr/>
            <p:nvPr/>
          </p:nvSpPr>
          <p:spPr>
            <a:xfrm>
              <a:off x="2151091" y="2434051"/>
              <a:ext cx="51684" cy="51684"/>
            </a:xfrm>
            <a:prstGeom prst="ellipse">
              <a:avLst/>
            </a:prstGeom>
            <a:solidFill>
              <a:srgbClr val="FFCC83">
                <a:alpha val="26666"/>
              </a:srgbClr>
            </a:solidFill>
            <a:ln w="9000" cap="rnd">
              <a:solidFill>
                <a:srgbClr val="FFCC83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t587"/>
            <p:cNvSpPr/>
            <p:nvPr/>
          </p:nvSpPr>
          <p:spPr>
            <a:xfrm>
              <a:off x="2155955" y="2414944"/>
              <a:ext cx="51684" cy="51684"/>
            </a:xfrm>
            <a:prstGeom prst="ellipse">
              <a:avLst/>
            </a:prstGeom>
            <a:solidFill>
              <a:srgbClr val="FFC572">
                <a:alpha val="29019"/>
              </a:srgbClr>
            </a:solidFill>
            <a:ln w="9000" cap="rnd">
              <a:solidFill>
                <a:srgbClr val="FFC572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t588"/>
            <p:cNvSpPr/>
            <p:nvPr/>
          </p:nvSpPr>
          <p:spPr>
            <a:xfrm>
              <a:off x="2151854" y="2412496"/>
              <a:ext cx="50158" cy="50158"/>
            </a:xfrm>
            <a:prstGeom prst="ellipse">
              <a:avLst/>
            </a:prstGeom>
            <a:solidFill>
              <a:srgbClr val="FFC36E">
                <a:alpha val="29803"/>
              </a:srgbClr>
            </a:solidFill>
            <a:ln w="9000" cap="rnd">
              <a:solidFill>
                <a:srgbClr val="FFC36E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t589"/>
            <p:cNvSpPr/>
            <p:nvPr/>
          </p:nvSpPr>
          <p:spPr>
            <a:xfrm>
              <a:off x="2148746" y="2410137"/>
              <a:ext cx="51684" cy="51684"/>
            </a:xfrm>
            <a:prstGeom prst="ellipse">
              <a:avLst/>
            </a:prstGeom>
            <a:solidFill>
              <a:srgbClr val="FFD496">
                <a:alpha val="24313"/>
              </a:srgbClr>
            </a:solidFill>
            <a:ln w="9000" cap="rnd">
              <a:solidFill>
                <a:srgbClr val="FFD496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t590"/>
            <p:cNvSpPr/>
            <p:nvPr/>
          </p:nvSpPr>
          <p:spPr>
            <a:xfrm>
              <a:off x="2148746" y="2389419"/>
              <a:ext cx="51684" cy="51684"/>
            </a:xfrm>
            <a:prstGeom prst="ellipse">
              <a:avLst/>
            </a:prstGeom>
            <a:solidFill>
              <a:srgbClr val="FFCA80">
                <a:alpha val="27450"/>
              </a:srgbClr>
            </a:solidFill>
            <a:ln w="9000" cap="rnd">
              <a:solidFill>
                <a:srgbClr val="FFCA80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t591"/>
            <p:cNvSpPr/>
            <p:nvPr/>
          </p:nvSpPr>
          <p:spPr>
            <a:xfrm>
              <a:off x="2162174" y="2388536"/>
              <a:ext cx="39246" cy="39246"/>
            </a:xfrm>
            <a:prstGeom prst="ellipse">
              <a:avLst/>
            </a:prstGeom>
            <a:solidFill>
              <a:srgbClr val="FFBE61">
                <a:alpha val="31372"/>
              </a:srgbClr>
            </a:solidFill>
            <a:ln w="9000" cap="rnd">
              <a:solidFill>
                <a:srgbClr val="FFBE61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t592"/>
            <p:cNvSpPr/>
            <p:nvPr/>
          </p:nvSpPr>
          <p:spPr>
            <a:xfrm>
              <a:off x="2153470" y="2373524"/>
              <a:ext cx="51684" cy="51684"/>
            </a:xfrm>
            <a:prstGeom prst="ellipse">
              <a:avLst/>
            </a:prstGeom>
            <a:solidFill>
              <a:srgbClr val="FFC777">
                <a:alpha val="28627"/>
              </a:srgbClr>
            </a:solidFill>
            <a:ln w="9000" cap="rnd">
              <a:solidFill>
                <a:srgbClr val="FFC777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t593"/>
            <p:cNvSpPr/>
            <p:nvPr/>
          </p:nvSpPr>
          <p:spPr>
            <a:xfrm>
              <a:off x="2155864" y="2374320"/>
              <a:ext cx="46898" cy="46898"/>
            </a:xfrm>
            <a:prstGeom prst="ellipse">
              <a:avLst/>
            </a:prstGeom>
            <a:solidFill>
              <a:srgbClr val="FFD59A">
                <a:alpha val="23529"/>
              </a:srgbClr>
            </a:solidFill>
            <a:ln w="9000" cap="rnd">
              <a:solidFill>
                <a:srgbClr val="FFD59A">
                  <a:alpha val="2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t594"/>
            <p:cNvSpPr/>
            <p:nvPr/>
          </p:nvSpPr>
          <p:spPr>
            <a:xfrm>
              <a:off x="2151091" y="2370314"/>
              <a:ext cx="51684" cy="51684"/>
            </a:xfrm>
            <a:prstGeom prst="ellipse">
              <a:avLst/>
            </a:prstGeom>
            <a:solidFill>
              <a:srgbClr val="FFC065">
                <a:alpha val="30980"/>
              </a:srgbClr>
            </a:solidFill>
            <a:ln w="9000" cap="rnd">
              <a:solidFill>
                <a:srgbClr val="FFC065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t595"/>
            <p:cNvSpPr/>
            <p:nvPr/>
          </p:nvSpPr>
          <p:spPr>
            <a:xfrm>
              <a:off x="2155864" y="2371113"/>
              <a:ext cx="46898" cy="46898"/>
            </a:xfrm>
            <a:prstGeom prst="ellipse">
              <a:avLst/>
            </a:prstGeom>
            <a:solidFill>
              <a:srgbClr val="FFCE88">
                <a:alpha val="26274"/>
              </a:srgbClr>
            </a:solidFill>
            <a:ln w="9000" cap="rnd">
              <a:solidFill>
                <a:srgbClr val="FFCE88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t596"/>
            <p:cNvSpPr/>
            <p:nvPr/>
          </p:nvSpPr>
          <p:spPr>
            <a:xfrm>
              <a:off x="2148746" y="2367109"/>
              <a:ext cx="51684" cy="51684"/>
            </a:xfrm>
            <a:prstGeom prst="ellipse">
              <a:avLst/>
            </a:prstGeom>
            <a:solidFill>
              <a:srgbClr val="FFC067">
                <a:alpha val="30588"/>
              </a:srgbClr>
            </a:solidFill>
            <a:ln w="9000" cap="rnd">
              <a:solidFill>
                <a:srgbClr val="FFC067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t597"/>
            <p:cNvSpPr/>
            <p:nvPr/>
          </p:nvSpPr>
          <p:spPr>
            <a:xfrm>
              <a:off x="2146401" y="2365510"/>
              <a:ext cx="51684" cy="51684"/>
            </a:xfrm>
            <a:prstGeom prst="ellipse">
              <a:avLst/>
            </a:prstGeom>
            <a:solidFill>
              <a:srgbClr val="FFCE8A">
                <a:alpha val="25882"/>
              </a:srgbClr>
            </a:solidFill>
            <a:ln w="9000" cap="rnd">
              <a:solidFill>
                <a:srgbClr val="FFCE8A">
                  <a:alpha val="2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t598"/>
            <p:cNvSpPr/>
            <p:nvPr/>
          </p:nvSpPr>
          <p:spPr>
            <a:xfrm>
              <a:off x="2153470" y="2355210"/>
              <a:ext cx="51684" cy="51684"/>
            </a:xfrm>
            <a:prstGeom prst="ellipse">
              <a:avLst/>
            </a:prstGeom>
            <a:solidFill>
              <a:srgbClr val="FF8C00">
                <a:alpha val="47450"/>
              </a:srgbClr>
            </a:solidFill>
            <a:ln w="9000" cap="rnd">
              <a:solidFill>
                <a:srgbClr val="FF8C00">
                  <a:alpha val="4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t599"/>
            <p:cNvSpPr/>
            <p:nvPr/>
          </p:nvSpPr>
          <p:spPr>
            <a:xfrm>
              <a:off x="2154233" y="2354380"/>
              <a:ext cx="50158" cy="50158"/>
            </a:xfrm>
            <a:prstGeom prst="ellipse">
              <a:avLst/>
            </a:prstGeom>
            <a:solidFill>
              <a:srgbClr val="FF9200">
                <a:alpha val="45490"/>
              </a:srgbClr>
            </a:solidFill>
            <a:ln w="9000" cap="rnd">
              <a:solidFill>
                <a:srgbClr val="FF9200">
                  <a:alpha val="4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t600"/>
            <p:cNvSpPr/>
            <p:nvPr/>
          </p:nvSpPr>
          <p:spPr>
            <a:xfrm>
              <a:off x="2153470" y="2350437"/>
              <a:ext cx="51684" cy="51684"/>
            </a:xfrm>
            <a:prstGeom prst="ellipse">
              <a:avLst/>
            </a:prstGeom>
            <a:solidFill>
              <a:srgbClr val="FFA000">
                <a:alpha val="41568"/>
              </a:srgbClr>
            </a:solidFill>
            <a:ln w="9000" cap="rnd">
              <a:solidFill>
                <a:srgbClr val="FFA000">
                  <a:alpha val="4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t601"/>
            <p:cNvSpPr/>
            <p:nvPr/>
          </p:nvSpPr>
          <p:spPr>
            <a:xfrm>
              <a:off x="2151853" y="2347231"/>
              <a:ext cx="54920" cy="54920"/>
            </a:xfrm>
            <a:prstGeom prst="ellipse">
              <a:avLst/>
            </a:prstGeom>
            <a:solidFill>
              <a:srgbClr val="FFA920">
                <a:alpha val="38431"/>
              </a:srgbClr>
            </a:solidFill>
            <a:ln w="9000" cap="rnd">
              <a:solidFill>
                <a:srgbClr val="FFA920">
                  <a:alpha val="3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t602"/>
            <p:cNvSpPr/>
            <p:nvPr/>
          </p:nvSpPr>
          <p:spPr>
            <a:xfrm>
              <a:off x="2154233" y="2348770"/>
              <a:ext cx="50158" cy="50158"/>
            </a:xfrm>
            <a:prstGeom prst="ellipse">
              <a:avLst/>
            </a:prstGeom>
            <a:solidFill>
              <a:srgbClr val="FFCF8B">
                <a:alpha val="25882"/>
              </a:srgbClr>
            </a:solidFill>
            <a:ln w="9000" cap="rnd">
              <a:solidFill>
                <a:srgbClr val="FFCF8B">
                  <a:alpha val="2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t603"/>
            <p:cNvSpPr/>
            <p:nvPr/>
          </p:nvSpPr>
          <p:spPr>
            <a:xfrm>
              <a:off x="2153470" y="2347262"/>
              <a:ext cx="51684" cy="51684"/>
            </a:xfrm>
            <a:prstGeom prst="ellipse">
              <a:avLst/>
            </a:prstGeom>
            <a:solidFill>
              <a:srgbClr val="FFBA55">
                <a:alpha val="32941"/>
              </a:srgbClr>
            </a:solidFill>
            <a:ln w="9000" cap="rnd">
              <a:solidFill>
                <a:srgbClr val="FFBA55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t604"/>
            <p:cNvSpPr/>
            <p:nvPr/>
          </p:nvSpPr>
          <p:spPr>
            <a:xfrm>
              <a:off x="2154233" y="2339308"/>
              <a:ext cx="50158" cy="50158"/>
            </a:xfrm>
            <a:prstGeom prst="ellipse">
              <a:avLst/>
            </a:prstGeom>
            <a:solidFill>
              <a:srgbClr val="FFCD88">
                <a:alpha val="26274"/>
              </a:srgbClr>
            </a:solidFill>
            <a:ln w="9000" cap="rnd">
              <a:solidFill>
                <a:srgbClr val="FFCD88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t605"/>
            <p:cNvSpPr/>
            <p:nvPr/>
          </p:nvSpPr>
          <p:spPr>
            <a:xfrm>
              <a:off x="2153470" y="2332105"/>
              <a:ext cx="51684" cy="51684"/>
            </a:xfrm>
            <a:prstGeom prst="ellipse">
              <a:avLst/>
            </a:prstGeom>
            <a:solidFill>
              <a:srgbClr val="FFD08F">
                <a:alpha val="25098"/>
              </a:srgbClr>
            </a:solidFill>
            <a:ln w="9000" cap="rnd">
              <a:solidFill>
                <a:srgbClr val="FFD08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t606"/>
            <p:cNvSpPr/>
            <p:nvPr/>
          </p:nvSpPr>
          <p:spPr>
            <a:xfrm>
              <a:off x="2148746" y="2328897"/>
              <a:ext cx="51684" cy="51684"/>
            </a:xfrm>
            <a:prstGeom prst="ellipse">
              <a:avLst/>
            </a:prstGeom>
            <a:solidFill>
              <a:srgbClr val="FFB952">
                <a:alpha val="33333"/>
              </a:srgbClr>
            </a:solidFill>
            <a:ln w="9000" cap="rnd">
              <a:solidFill>
                <a:srgbClr val="FFB952">
                  <a:alpha val="3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t607"/>
            <p:cNvSpPr/>
            <p:nvPr/>
          </p:nvSpPr>
          <p:spPr>
            <a:xfrm>
              <a:off x="2148746" y="2327301"/>
              <a:ext cx="51684" cy="51684"/>
            </a:xfrm>
            <a:prstGeom prst="ellipse">
              <a:avLst/>
            </a:prstGeom>
            <a:solidFill>
              <a:srgbClr val="FFC26C">
                <a:alpha val="29803"/>
              </a:srgbClr>
            </a:solidFill>
            <a:ln w="9000" cap="rnd">
              <a:solidFill>
                <a:srgbClr val="FFC26C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t608"/>
            <p:cNvSpPr/>
            <p:nvPr/>
          </p:nvSpPr>
          <p:spPr>
            <a:xfrm>
              <a:off x="2149509" y="2326453"/>
              <a:ext cx="50158" cy="50158"/>
            </a:xfrm>
            <a:prstGeom prst="ellipse">
              <a:avLst/>
            </a:prstGeom>
            <a:solidFill>
              <a:srgbClr val="FFAC29">
                <a:alpha val="37647"/>
              </a:srgbClr>
            </a:solidFill>
            <a:ln w="9000" cap="rnd">
              <a:solidFill>
                <a:srgbClr val="FFAC29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t609"/>
            <p:cNvSpPr/>
            <p:nvPr/>
          </p:nvSpPr>
          <p:spPr>
            <a:xfrm>
              <a:off x="2146401" y="2324093"/>
              <a:ext cx="51684" cy="51684"/>
            </a:xfrm>
            <a:prstGeom prst="ellipse">
              <a:avLst/>
            </a:prstGeom>
            <a:solidFill>
              <a:srgbClr val="FFB64C">
                <a:alpha val="34117"/>
              </a:srgbClr>
            </a:solidFill>
            <a:ln w="9000" cap="rnd">
              <a:solidFill>
                <a:srgbClr val="FFB64C">
                  <a:alpha val="3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t610"/>
            <p:cNvSpPr/>
            <p:nvPr/>
          </p:nvSpPr>
          <p:spPr>
            <a:xfrm>
              <a:off x="2146401" y="2322492"/>
              <a:ext cx="51684" cy="51684"/>
            </a:xfrm>
            <a:prstGeom prst="ellipse">
              <a:avLst/>
            </a:prstGeom>
            <a:solidFill>
              <a:srgbClr val="FFC16A">
                <a:alpha val="30196"/>
              </a:srgbClr>
            </a:solidFill>
            <a:ln w="9000" cap="rnd">
              <a:solidFill>
                <a:srgbClr val="FFC16A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t611"/>
            <p:cNvSpPr/>
            <p:nvPr/>
          </p:nvSpPr>
          <p:spPr>
            <a:xfrm>
              <a:off x="2153470" y="2293918"/>
              <a:ext cx="51684" cy="51684"/>
            </a:xfrm>
            <a:prstGeom prst="ellipse">
              <a:avLst/>
            </a:prstGeom>
            <a:solidFill>
              <a:srgbClr val="FFC572">
                <a:alpha val="29019"/>
              </a:srgbClr>
            </a:solidFill>
            <a:ln w="9000" cap="rnd">
              <a:solidFill>
                <a:srgbClr val="FFC572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t612"/>
            <p:cNvSpPr/>
            <p:nvPr/>
          </p:nvSpPr>
          <p:spPr>
            <a:xfrm>
              <a:off x="2151091" y="2289894"/>
              <a:ext cx="51684" cy="51684"/>
            </a:xfrm>
            <a:prstGeom prst="ellipse">
              <a:avLst/>
            </a:prstGeom>
            <a:solidFill>
              <a:srgbClr val="FFC779">
                <a:alpha val="28235"/>
              </a:srgbClr>
            </a:solidFill>
            <a:ln w="9000" cap="rnd">
              <a:solidFill>
                <a:srgbClr val="FFC779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t613"/>
            <p:cNvSpPr/>
            <p:nvPr/>
          </p:nvSpPr>
          <p:spPr>
            <a:xfrm>
              <a:off x="2148746" y="2287479"/>
              <a:ext cx="51684" cy="51684"/>
            </a:xfrm>
            <a:prstGeom prst="ellipse">
              <a:avLst/>
            </a:prstGeom>
            <a:solidFill>
              <a:srgbClr val="FFB74E">
                <a:alpha val="33725"/>
              </a:srgbClr>
            </a:solidFill>
            <a:ln w="9000" cap="rnd">
              <a:solidFill>
                <a:srgbClr val="FFB74E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t614"/>
            <p:cNvSpPr/>
            <p:nvPr/>
          </p:nvSpPr>
          <p:spPr>
            <a:xfrm>
              <a:off x="2148746" y="2285880"/>
              <a:ext cx="51684" cy="51684"/>
            </a:xfrm>
            <a:prstGeom prst="ellipse">
              <a:avLst/>
            </a:prstGeom>
            <a:solidFill>
              <a:srgbClr val="FFC168">
                <a:alpha val="30588"/>
              </a:srgbClr>
            </a:solidFill>
            <a:ln w="9000" cap="rnd">
              <a:solidFill>
                <a:srgbClr val="FFC168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t615"/>
            <p:cNvSpPr/>
            <p:nvPr/>
          </p:nvSpPr>
          <p:spPr>
            <a:xfrm>
              <a:off x="2146401" y="2284270"/>
              <a:ext cx="51684" cy="51684"/>
            </a:xfrm>
            <a:prstGeom prst="ellipse">
              <a:avLst/>
            </a:prstGeom>
            <a:solidFill>
              <a:srgbClr val="FFA91D">
                <a:alpha val="38823"/>
              </a:srgbClr>
            </a:solidFill>
            <a:ln w="9000" cap="rnd">
              <a:solidFill>
                <a:srgbClr val="FFA91D">
                  <a:alpha val="3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t616"/>
            <p:cNvSpPr/>
            <p:nvPr/>
          </p:nvSpPr>
          <p:spPr>
            <a:xfrm>
              <a:off x="2148746" y="2282674"/>
              <a:ext cx="51684" cy="51684"/>
            </a:xfrm>
            <a:prstGeom prst="ellipse">
              <a:avLst/>
            </a:prstGeom>
            <a:solidFill>
              <a:srgbClr val="FFB547">
                <a:alpha val="34509"/>
              </a:srgbClr>
            </a:solidFill>
            <a:ln w="9000" cap="rnd">
              <a:solidFill>
                <a:srgbClr val="FFB547">
                  <a:alpha val="3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t617"/>
            <p:cNvSpPr/>
            <p:nvPr/>
          </p:nvSpPr>
          <p:spPr>
            <a:xfrm>
              <a:off x="2149509" y="2281829"/>
              <a:ext cx="50158" cy="50158"/>
            </a:xfrm>
            <a:prstGeom prst="ellipse">
              <a:avLst/>
            </a:prstGeom>
            <a:solidFill>
              <a:srgbClr val="FFBA57">
                <a:alpha val="32549"/>
              </a:srgbClr>
            </a:solidFill>
            <a:ln w="9000" cap="rnd">
              <a:solidFill>
                <a:srgbClr val="FFBA57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t618"/>
            <p:cNvSpPr/>
            <p:nvPr/>
          </p:nvSpPr>
          <p:spPr>
            <a:xfrm>
              <a:off x="2155864" y="2253294"/>
              <a:ext cx="46898" cy="46898"/>
            </a:xfrm>
            <a:prstGeom prst="ellipse">
              <a:avLst/>
            </a:prstGeom>
            <a:solidFill>
              <a:srgbClr val="FFCC85">
                <a:alpha val="26666"/>
              </a:srgbClr>
            </a:solidFill>
            <a:ln w="9000" cap="rnd">
              <a:solidFill>
                <a:srgbClr val="FFCC85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t619"/>
            <p:cNvSpPr/>
            <p:nvPr/>
          </p:nvSpPr>
          <p:spPr>
            <a:xfrm>
              <a:off x="2151091" y="2249288"/>
              <a:ext cx="51684" cy="51684"/>
            </a:xfrm>
            <a:prstGeom prst="ellipse">
              <a:avLst/>
            </a:prstGeom>
            <a:solidFill>
              <a:srgbClr val="FFB342">
                <a:alpha val="35294"/>
              </a:srgbClr>
            </a:solidFill>
            <a:ln w="9000" cap="rnd">
              <a:solidFill>
                <a:srgbClr val="FFB342">
                  <a:alpha val="3529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t620"/>
            <p:cNvSpPr/>
            <p:nvPr/>
          </p:nvSpPr>
          <p:spPr>
            <a:xfrm>
              <a:off x="2149509" y="2246829"/>
              <a:ext cx="50158" cy="50158"/>
            </a:xfrm>
            <a:prstGeom prst="ellipse">
              <a:avLst/>
            </a:prstGeom>
            <a:solidFill>
              <a:srgbClr val="FFBF64">
                <a:alpha val="30980"/>
              </a:srgbClr>
            </a:solidFill>
            <a:ln w="9000" cap="rnd">
              <a:solidFill>
                <a:srgbClr val="FFBF64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t621"/>
            <p:cNvSpPr/>
            <p:nvPr/>
          </p:nvSpPr>
          <p:spPr>
            <a:xfrm>
              <a:off x="2148746" y="2244465"/>
              <a:ext cx="51684" cy="51684"/>
            </a:xfrm>
            <a:prstGeom prst="ellipse">
              <a:avLst/>
            </a:prstGeom>
            <a:solidFill>
              <a:srgbClr val="FFC87A">
                <a:alpha val="27843"/>
              </a:srgbClr>
            </a:solidFill>
            <a:ln w="9000" cap="rnd">
              <a:solidFill>
                <a:srgbClr val="FFC87A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t622"/>
            <p:cNvSpPr/>
            <p:nvPr/>
          </p:nvSpPr>
          <p:spPr>
            <a:xfrm>
              <a:off x="2148746" y="2242854"/>
              <a:ext cx="51684" cy="51684"/>
            </a:xfrm>
            <a:prstGeom prst="ellipse">
              <a:avLst/>
            </a:prstGeom>
            <a:solidFill>
              <a:srgbClr val="FFB952">
                <a:alpha val="33333"/>
              </a:srgbClr>
            </a:solidFill>
            <a:ln w="9000" cap="rnd">
              <a:solidFill>
                <a:srgbClr val="FFB952">
                  <a:alpha val="3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t623"/>
            <p:cNvSpPr/>
            <p:nvPr/>
          </p:nvSpPr>
          <p:spPr>
            <a:xfrm>
              <a:off x="2146401" y="2241256"/>
              <a:ext cx="51684" cy="51684"/>
            </a:xfrm>
            <a:prstGeom prst="ellipse">
              <a:avLst/>
            </a:prstGeom>
            <a:solidFill>
              <a:srgbClr val="FFC574">
                <a:alpha val="29019"/>
              </a:srgbClr>
            </a:solidFill>
            <a:ln w="9000" cap="rnd">
              <a:solidFill>
                <a:srgbClr val="FFC574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t624"/>
            <p:cNvSpPr/>
            <p:nvPr/>
          </p:nvSpPr>
          <p:spPr>
            <a:xfrm>
              <a:off x="2153470" y="2237369"/>
              <a:ext cx="51684" cy="51684"/>
            </a:xfrm>
            <a:prstGeom prst="ellipse">
              <a:avLst/>
            </a:prstGeom>
            <a:solidFill>
              <a:srgbClr val="FF8A00">
                <a:alpha val="47843"/>
              </a:srgbClr>
            </a:solidFill>
            <a:ln w="9000" cap="rnd">
              <a:solidFill>
                <a:srgbClr val="FF8A00">
                  <a:alpha val="4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t625"/>
            <p:cNvSpPr/>
            <p:nvPr/>
          </p:nvSpPr>
          <p:spPr>
            <a:xfrm>
              <a:off x="2153470" y="2235776"/>
              <a:ext cx="51684" cy="51684"/>
            </a:xfrm>
            <a:prstGeom prst="ellipse">
              <a:avLst/>
            </a:prstGeom>
            <a:solidFill>
              <a:srgbClr val="FF8D00">
                <a:alpha val="46666"/>
              </a:srgbClr>
            </a:solidFill>
            <a:ln w="9000" cap="rnd">
              <a:solidFill>
                <a:srgbClr val="FF8D00">
                  <a:alpha val="4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t626"/>
            <p:cNvSpPr/>
            <p:nvPr/>
          </p:nvSpPr>
          <p:spPr>
            <a:xfrm>
              <a:off x="2154233" y="2233359"/>
              <a:ext cx="50158" cy="50158"/>
            </a:xfrm>
            <a:prstGeom prst="ellipse">
              <a:avLst/>
            </a:prstGeom>
            <a:solidFill>
              <a:srgbClr val="FF9C00">
                <a:alpha val="42352"/>
              </a:srgbClr>
            </a:solidFill>
            <a:ln w="9000" cap="rnd">
              <a:solidFill>
                <a:srgbClr val="FF9C00">
                  <a:alpha val="4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t627"/>
            <p:cNvSpPr/>
            <p:nvPr/>
          </p:nvSpPr>
          <p:spPr>
            <a:xfrm>
              <a:off x="2154233" y="2231771"/>
              <a:ext cx="50158" cy="50158"/>
            </a:xfrm>
            <a:prstGeom prst="ellipse">
              <a:avLst/>
            </a:prstGeom>
            <a:solidFill>
              <a:srgbClr val="FFA816">
                <a:alpha val="39215"/>
              </a:srgbClr>
            </a:solidFill>
            <a:ln w="9000" cap="rnd">
              <a:solidFill>
                <a:srgbClr val="FFA816">
                  <a:alpha val="3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t628"/>
            <p:cNvSpPr/>
            <p:nvPr/>
          </p:nvSpPr>
          <p:spPr>
            <a:xfrm>
              <a:off x="2148746" y="2215003"/>
              <a:ext cx="51684" cy="51684"/>
            </a:xfrm>
            <a:prstGeom prst="ellipse">
              <a:avLst/>
            </a:prstGeom>
            <a:solidFill>
              <a:srgbClr val="FFC97C">
                <a:alpha val="27843"/>
              </a:srgbClr>
            </a:solidFill>
            <a:ln w="9000" cap="rnd">
              <a:solidFill>
                <a:srgbClr val="FFC97C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t629"/>
            <p:cNvSpPr/>
            <p:nvPr/>
          </p:nvSpPr>
          <p:spPr>
            <a:xfrm>
              <a:off x="2146401" y="2212296"/>
              <a:ext cx="51684" cy="51684"/>
            </a:xfrm>
            <a:prstGeom prst="ellipse">
              <a:avLst/>
            </a:prstGeom>
            <a:solidFill>
              <a:srgbClr val="FFB64B">
                <a:alpha val="34117"/>
              </a:srgbClr>
            </a:solidFill>
            <a:ln w="9000" cap="rnd">
              <a:solidFill>
                <a:srgbClr val="FFB64B">
                  <a:alpha val="3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t630"/>
            <p:cNvSpPr/>
            <p:nvPr/>
          </p:nvSpPr>
          <p:spPr>
            <a:xfrm>
              <a:off x="2153470" y="2204670"/>
              <a:ext cx="51684" cy="51684"/>
            </a:xfrm>
            <a:prstGeom prst="ellipse">
              <a:avLst/>
            </a:prstGeom>
            <a:solidFill>
              <a:srgbClr val="FFBE60">
                <a:alpha val="31764"/>
              </a:srgbClr>
            </a:solidFill>
            <a:ln w="9000" cap="rnd">
              <a:solidFill>
                <a:srgbClr val="FFBE60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t631"/>
            <p:cNvSpPr/>
            <p:nvPr/>
          </p:nvSpPr>
          <p:spPr>
            <a:xfrm>
              <a:off x="2153470" y="2203071"/>
              <a:ext cx="51684" cy="51684"/>
            </a:xfrm>
            <a:prstGeom prst="ellipse">
              <a:avLst/>
            </a:prstGeom>
            <a:solidFill>
              <a:srgbClr val="FFC879">
                <a:alpha val="28235"/>
              </a:srgbClr>
            </a:solidFill>
            <a:ln w="9000" cap="rnd">
              <a:solidFill>
                <a:srgbClr val="FFC879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t632"/>
            <p:cNvSpPr/>
            <p:nvPr/>
          </p:nvSpPr>
          <p:spPr>
            <a:xfrm>
              <a:off x="2149509" y="2160807"/>
              <a:ext cx="50158" cy="50158"/>
            </a:xfrm>
            <a:prstGeom prst="ellipse">
              <a:avLst/>
            </a:prstGeom>
            <a:solidFill>
              <a:srgbClr val="FFC778">
                <a:alpha val="28235"/>
              </a:srgbClr>
            </a:solidFill>
            <a:ln w="9000" cap="rnd">
              <a:solidFill>
                <a:srgbClr val="FFC778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t633"/>
            <p:cNvSpPr/>
            <p:nvPr/>
          </p:nvSpPr>
          <p:spPr>
            <a:xfrm>
              <a:off x="2162174" y="2152856"/>
              <a:ext cx="39246" cy="39246"/>
            </a:xfrm>
            <a:prstGeom prst="ellipse">
              <a:avLst/>
            </a:prstGeom>
            <a:solidFill>
              <a:srgbClr val="FFCC84">
                <a:alpha val="26666"/>
              </a:srgbClr>
            </a:solidFill>
            <a:ln w="9000" cap="rnd">
              <a:solidFill>
                <a:srgbClr val="FFCC84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t634"/>
            <p:cNvSpPr/>
            <p:nvPr/>
          </p:nvSpPr>
          <p:spPr>
            <a:xfrm>
              <a:off x="2151091" y="2131483"/>
              <a:ext cx="51684" cy="51684"/>
            </a:xfrm>
            <a:prstGeom prst="ellipse">
              <a:avLst/>
            </a:prstGeom>
            <a:solidFill>
              <a:srgbClr val="FFBF64">
                <a:alpha val="30980"/>
              </a:srgbClr>
            </a:solidFill>
            <a:ln w="9000" cap="rnd">
              <a:solidFill>
                <a:srgbClr val="FFBF64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t635"/>
            <p:cNvSpPr/>
            <p:nvPr/>
          </p:nvSpPr>
          <p:spPr>
            <a:xfrm>
              <a:off x="2153470" y="2119531"/>
              <a:ext cx="51684" cy="51684"/>
            </a:xfrm>
            <a:prstGeom prst="ellipse">
              <a:avLst/>
            </a:prstGeom>
            <a:solidFill>
              <a:srgbClr val="FF9200">
                <a:alpha val="45490"/>
              </a:srgbClr>
            </a:solidFill>
            <a:ln w="9000" cap="rnd">
              <a:solidFill>
                <a:srgbClr val="FF9200">
                  <a:alpha val="4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t636"/>
            <p:cNvSpPr/>
            <p:nvPr/>
          </p:nvSpPr>
          <p:spPr>
            <a:xfrm>
              <a:off x="2153470" y="2117936"/>
              <a:ext cx="51684" cy="51684"/>
            </a:xfrm>
            <a:prstGeom prst="ellipse">
              <a:avLst/>
            </a:prstGeom>
            <a:solidFill>
              <a:srgbClr val="FF9400">
                <a:alpha val="45098"/>
              </a:srgbClr>
            </a:solidFill>
            <a:ln w="9000" cap="rnd">
              <a:solidFill>
                <a:srgbClr val="FF94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t637"/>
            <p:cNvSpPr/>
            <p:nvPr/>
          </p:nvSpPr>
          <p:spPr>
            <a:xfrm>
              <a:off x="2153470" y="2116347"/>
              <a:ext cx="51684" cy="51684"/>
            </a:xfrm>
            <a:prstGeom prst="ellipse">
              <a:avLst/>
            </a:prstGeom>
            <a:solidFill>
              <a:srgbClr val="FF9400">
                <a:alpha val="45098"/>
              </a:srgbClr>
            </a:solidFill>
            <a:ln w="9000" cap="rnd">
              <a:solidFill>
                <a:srgbClr val="FF94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t638"/>
            <p:cNvSpPr/>
            <p:nvPr/>
          </p:nvSpPr>
          <p:spPr>
            <a:xfrm>
              <a:off x="2154233" y="2115518"/>
              <a:ext cx="50158" cy="50158"/>
            </a:xfrm>
            <a:prstGeom prst="ellipse">
              <a:avLst/>
            </a:prstGeom>
            <a:solidFill>
              <a:srgbClr val="FF9F00">
                <a:alpha val="41568"/>
              </a:srgbClr>
            </a:solidFill>
            <a:ln w="9000" cap="rnd">
              <a:solidFill>
                <a:srgbClr val="FF9F00">
                  <a:alpha val="4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t639"/>
            <p:cNvSpPr/>
            <p:nvPr/>
          </p:nvSpPr>
          <p:spPr>
            <a:xfrm>
              <a:off x="2159689" y="2057249"/>
              <a:ext cx="39246" cy="39246"/>
            </a:xfrm>
            <a:prstGeom prst="ellipse">
              <a:avLst/>
            </a:prstGeom>
            <a:solidFill>
              <a:srgbClr val="FFCF8B">
                <a:alpha val="25882"/>
              </a:srgbClr>
            </a:solidFill>
            <a:ln w="9000" cap="rnd">
              <a:solidFill>
                <a:srgbClr val="FFCF8B">
                  <a:alpha val="2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t640"/>
            <p:cNvSpPr/>
            <p:nvPr/>
          </p:nvSpPr>
          <p:spPr>
            <a:xfrm>
              <a:off x="2154233" y="2002452"/>
              <a:ext cx="50158" cy="50158"/>
            </a:xfrm>
            <a:prstGeom prst="ellipse">
              <a:avLst/>
            </a:prstGeom>
            <a:solidFill>
              <a:srgbClr val="FF9F00">
                <a:alpha val="41960"/>
              </a:srgbClr>
            </a:solidFill>
            <a:ln w="9000" cap="rnd">
              <a:solidFill>
                <a:srgbClr val="FF9F00">
                  <a:alpha val="4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t641"/>
            <p:cNvSpPr/>
            <p:nvPr/>
          </p:nvSpPr>
          <p:spPr>
            <a:xfrm>
              <a:off x="2152021" y="1998647"/>
              <a:ext cx="54583" cy="54583"/>
            </a:xfrm>
            <a:prstGeom prst="ellipse">
              <a:avLst/>
            </a:prstGeom>
            <a:solidFill>
              <a:srgbClr val="FF9D00">
                <a:alpha val="42352"/>
              </a:srgbClr>
            </a:solidFill>
            <a:ln w="9000" cap="rnd">
              <a:solidFill>
                <a:srgbClr val="FF9D00">
                  <a:alpha val="4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t642"/>
            <p:cNvSpPr/>
            <p:nvPr/>
          </p:nvSpPr>
          <p:spPr>
            <a:xfrm>
              <a:off x="2152734" y="1997771"/>
              <a:ext cx="53157" cy="53157"/>
            </a:xfrm>
            <a:prstGeom prst="ellipse">
              <a:avLst/>
            </a:prstGeom>
            <a:solidFill>
              <a:srgbClr val="FF9D00">
                <a:alpha val="42352"/>
              </a:srgbClr>
            </a:solidFill>
            <a:ln w="9000" cap="rnd">
              <a:solidFill>
                <a:srgbClr val="FF9D00">
                  <a:alpha val="4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t643"/>
            <p:cNvSpPr/>
            <p:nvPr/>
          </p:nvSpPr>
          <p:spPr>
            <a:xfrm>
              <a:off x="2153470" y="1996917"/>
              <a:ext cx="51684" cy="51684"/>
            </a:xfrm>
            <a:prstGeom prst="ellipse">
              <a:avLst/>
            </a:prstGeom>
            <a:solidFill>
              <a:srgbClr val="FFA60A">
                <a:alpha val="39607"/>
              </a:srgbClr>
            </a:solidFill>
            <a:ln w="9000" cap="rnd">
              <a:solidFill>
                <a:srgbClr val="FFA60A">
                  <a:alpha val="3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t644"/>
            <p:cNvSpPr/>
            <p:nvPr/>
          </p:nvSpPr>
          <p:spPr>
            <a:xfrm>
              <a:off x="2153470" y="1995327"/>
              <a:ext cx="51684" cy="51684"/>
            </a:xfrm>
            <a:prstGeom prst="ellipse">
              <a:avLst/>
            </a:prstGeom>
            <a:solidFill>
              <a:srgbClr val="FFAF34">
                <a:alpha val="36470"/>
              </a:srgbClr>
            </a:solidFill>
            <a:ln w="9000" cap="rnd">
              <a:solidFill>
                <a:srgbClr val="FFAF34">
                  <a:alpha val="3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t645"/>
            <p:cNvSpPr/>
            <p:nvPr/>
          </p:nvSpPr>
          <p:spPr>
            <a:xfrm>
              <a:off x="2156718" y="1884614"/>
              <a:ext cx="50158" cy="50158"/>
            </a:xfrm>
            <a:prstGeom prst="ellipse">
              <a:avLst/>
            </a:prstGeom>
            <a:solidFill>
              <a:srgbClr val="FFA712">
                <a:alpha val="39215"/>
              </a:srgbClr>
            </a:solidFill>
            <a:ln w="9000" cap="rnd">
              <a:solidFill>
                <a:srgbClr val="FFA712">
                  <a:alpha val="3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t646"/>
            <p:cNvSpPr/>
            <p:nvPr/>
          </p:nvSpPr>
          <p:spPr>
            <a:xfrm>
              <a:off x="2155955" y="1882256"/>
              <a:ext cx="51684" cy="51684"/>
            </a:xfrm>
            <a:prstGeom prst="ellipse">
              <a:avLst/>
            </a:prstGeom>
            <a:solidFill>
              <a:srgbClr val="FFA607">
                <a:alpha val="39607"/>
              </a:srgbClr>
            </a:solidFill>
            <a:ln w="9000" cap="rnd">
              <a:solidFill>
                <a:srgbClr val="FFA607">
                  <a:alpha val="3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t647"/>
            <p:cNvSpPr/>
            <p:nvPr/>
          </p:nvSpPr>
          <p:spPr>
            <a:xfrm>
              <a:off x="2145491" y="3132734"/>
              <a:ext cx="53505" cy="53505"/>
            </a:xfrm>
            <a:prstGeom prst="ellipse">
              <a:avLst/>
            </a:prstGeom>
            <a:solidFill>
              <a:srgbClr val="FFC778">
                <a:alpha val="28235"/>
              </a:srgbClr>
            </a:solidFill>
            <a:ln w="9000" cap="rnd">
              <a:solidFill>
                <a:srgbClr val="FFC778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t648"/>
            <p:cNvSpPr/>
            <p:nvPr/>
          </p:nvSpPr>
          <p:spPr>
            <a:xfrm>
              <a:off x="2145491" y="3110420"/>
              <a:ext cx="53505" cy="53505"/>
            </a:xfrm>
            <a:prstGeom prst="ellipse">
              <a:avLst/>
            </a:prstGeom>
            <a:solidFill>
              <a:srgbClr val="FFB341">
                <a:alpha val="35294"/>
              </a:srgbClr>
            </a:solidFill>
            <a:ln w="9000" cap="rnd">
              <a:solidFill>
                <a:srgbClr val="FFB341">
                  <a:alpha val="3529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t649"/>
            <p:cNvSpPr/>
            <p:nvPr/>
          </p:nvSpPr>
          <p:spPr>
            <a:xfrm>
              <a:off x="2140124" y="3003978"/>
              <a:ext cx="68928" cy="68928"/>
            </a:xfrm>
            <a:prstGeom prst="ellipse">
              <a:avLst/>
            </a:prstGeom>
            <a:solidFill>
              <a:srgbClr val="FF8E00">
                <a:alpha val="46666"/>
              </a:srgbClr>
            </a:solidFill>
            <a:ln w="9000" cap="rnd">
              <a:solidFill>
                <a:srgbClr val="FF8E00">
                  <a:alpha val="4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t650"/>
            <p:cNvSpPr/>
            <p:nvPr/>
          </p:nvSpPr>
          <p:spPr>
            <a:xfrm>
              <a:off x="2152560" y="2992951"/>
              <a:ext cx="53505" cy="53505"/>
            </a:xfrm>
            <a:prstGeom prst="ellipse">
              <a:avLst/>
            </a:prstGeom>
            <a:solidFill>
              <a:srgbClr val="FFB13B">
                <a:alpha val="36078"/>
              </a:srgbClr>
            </a:solidFill>
            <a:ln w="9000" cap="rnd">
              <a:solidFill>
                <a:srgbClr val="FFB13B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t651"/>
            <p:cNvSpPr/>
            <p:nvPr/>
          </p:nvSpPr>
          <p:spPr>
            <a:xfrm>
              <a:off x="2145491" y="2981514"/>
              <a:ext cx="53505" cy="53505"/>
            </a:xfrm>
            <a:prstGeom prst="ellipse">
              <a:avLst/>
            </a:prstGeom>
            <a:solidFill>
              <a:srgbClr val="FFCD86">
                <a:alpha val="26274"/>
              </a:srgbClr>
            </a:solidFill>
            <a:ln w="9000" cap="rnd">
              <a:solidFill>
                <a:srgbClr val="FFCD86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t652"/>
            <p:cNvSpPr/>
            <p:nvPr/>
          </p:nvSpPr>
          <p:spPr>
            <a:xfrm>
              <a:off x="2123251" y="2941298"/>
              <a:ext cx="112124" cy="112124"/>
            </a:xfrm>
            <a:prstGeom prst="ellipse">
              <a:avLst/>
            </a:prstGeom>
            <a:solidFill>
              <a:srgbClr val="FF8000">
                <a:alpha val="50588"/>
              </a:srgbClr>
            </a:solidFill>
            <a:ln w="9000" cap="rnd">
              <a:solidFill>
                <a:srgbClr val="FF8000">
                  <a:alpha val="5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t653"/>
            <p:cNvSpPr/>
            <p:nvPr/>
          </p:nvSpPr>
          <p:spPr>
            <a:xfrm>
              <a:off x="2130852" y="2946231"/>
              <a:ext cx="82783" cy="82783"/>
            </a:xfrm>
            <a:prstGeom prst="ellipse">
              <a:avLst/>
            </a:prstGeom>
            <a:solidFill>
              <a:srgbClr val="FFA500">
                <a:alpha val="40000"/>
              </a:srgbClr>
            </a:solidFill>
            <a:ln w="9000" cap="rnd">
              <a:solidFill>
                <a:srgbClr val="FFA5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t654"/>
            <p:cNvSpPr/>
            <p:nvPr/>
          </p:nvSpPr>
          <p:spPr>
            <a:xfrm>
              <a:off x="2122699" y="2905332"/>
              <a:ext cx="103779" cy="103779"/>
            </a:xfrm>
            <a:prstGeom prst="ellipse">
              <a:avLst/>
            </a:prstGeom>
            <a:solidFill>
              <a:srgbClr val="FFAB28">
                <a:alpha val="38039"/>
              </a:srgbClr>
            </a:solidFill>
            <a:ln w="9000" cap="rnd">
              <a:solidFill>
                <a:srgbClr val="FFAB28">
                  <a:alpha val="3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t655"/>
            <p:cNvSpPr/>
            <p:nvPr/>
          </p:nvSpPr>
          <p:spPr>
            <a:xfrm>
              <a:off x="2130703" y="2840901"/>
              <a:ext cx="92460" cy="92460"/>
            </a:xfrm>
            <a:prstGeom prst="ellipse">
              <a:avLst/>
            </a:prstGeom>
            <a:solidFill>
              <a:srgbClr val="FFC676">
                <a:alpha val="28627"/>
              </a:srgbClr>
            </a:solidFill>
            <a:ln w="9000" cap="rnd">
              <a:solidFill>
                <a:srgbClr val="FFC676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t656"/>
            <p:cNvSpPr/>
            <p:nvPr/>
          </p:nvSpPr>
          <p:spPr>
            <a:xfrm>
              <a:off x="2147836" y="2803291"/>
              <a:ext cx="53505" cy="53505"/>
            </a:xfrm>
            <a:prstGeom prst="ellipse">
              <a:avLst/>
            </a:prstGeom>
            <a:solidFill>
              <a:srgbClr val="FFB851">
                <a:alpha val="33333"/>
              </a:srgbClr>
            </a:solidFill>
            <a:ln w="9000" cap="rnd">
              <a:solidFill>
                <a:srgbClr val="FFB851">
                  <a:alpha val="3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t657"/>
            <p:cNvSpPr/>
            <p:nvPr/>
          </p:nvSpPr>
          <p:spPr>
            <a:xfrm>
              <a:off x="2155045" y="2801520"/>
              <a:ext cx="53505" cy="53505"/>
            </a:xfrm>
            <a:prstGeom prst="ellipse">
              <a:avLst/>
            </a:prstGeom>
            <a:solidFill>
              <a:srgbClr val="FFA91F">
                <a:alpha val="38431"/>
              </a:srgbClr>
            </a:solidFill>
            <a:ln w="9000" cap="rnd">
              <a:solidFill>
                <a:srgbClr val="FFA91F">
                  <a:alpha val="3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t658"/>
            <p:cNvSpPr/>
            <p:nvPr/>
          </p:nvSpPr>
          <p:spPr>
            <a:xfrm>
              <a:off x="2161937" y="2805160"/>
              <a:ext cx="39720" cy="39720"/>
            </a:xfrm>
            <a:prstGeom prst="ellipse">
              <a:avLst/>
            </a:prstGeom>
            <a:solidFill>
              <a:srgbClr val="FFAC29">
                <a:alpha val="37647"/>
              </a:srgbClr>
            </a:solidFill>
            <a:ln w="9000" cap="rnd">
              <a:solidFill>
                <a:srgbClr val="FFAC29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t659"/>
            <p:cNvSpPr/>
            <p:nvPr/>
          </p:nvSpPr>
          <p:spPr>
            <a:xfrm>
              <a:off x="2158197" y="2739194"/>
              <a:ext cx="47201" cy="47201"/>
            </a:xfrm>
            <a:prstGeom prst="ellipse">
              <a:avLst/>
            </a:prstGeom>
            <a:solidFill>
              <a:srgbClr val="FFE2BA">
                <a:alpha val="19215"/>
              </a:srgbClr>
            </a:solidFill>
            <a:ln w="9000" cap="rnd">
              <a:solidFill>
                <a:srgbClr val="FFE2BA">
                  <a:alpha val="1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t660"/>
            <p:cNvSpPr/>
            <p:nvPr/>
          </p:nvSpPr>
          <p:spPr>
            <a:xfrm>
              <a:off x="2150180" y="2706228"/>
              <a:ext cx="53505" cy="53505"/>
            </a:xfrm>
            <a:prstGeom prst="ellipse">
              <a:avLst/>
            </a:prstGeom>
            <a:solidFill>
              <a:srgbClr val="FF7700">
                <a:alpha val="52549"/>
              </a:srgbClr>
            </a:solidFill>
            <a:ln w="9000" cap="rnd">
              <a:solidFill>
                <a:srgbClr val="FF7700">
                  <a:alpha val="5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t661"/>
            <p:cNvSpPr/>
            <p:nvPr/>
          </p:nvSpPr>
          <p:spPr>
            <a:xfrm>
              <a:off x="2150180" y="2701462"/>
              <a:ext cx="53505" cy="53505"/>
            </a:xfrm>
            <a:prstGeom prst="ellipse">
              <a:avLst/>
            </a:prstGeom>
            <a:solidFill>
              <a:srgbClr val="FFA400">
                <a:alpha val="40392"/>
              </a:srgbClr>
            </a:solidFill>
            <a:ln w="9000" cap="rnd">
              <a:solidFill>
                <a:srgbClr val="FFA400">
                  <a:alpha val="4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t662"/>
            <p:cNvSpPr/>
            <p:nvPr/>
          </p:nvSpPr>
          <p:spPr>
            <a:xfrm>
              <a:off x="2155775" y="2637901"/>
              <a:ext cx="52044" cy="52044"/>
            </a:xfrm>
            <a:prstGeom prst="ellipse">
              <a:avLst/>
            </a:prstGeom>
            <a:solidFill>
              <a:srgbClr val="FFD9A3">
                <a:alpha val="22352"/>
              </a:srgbClr>
            </a:solidFill>
            <a:ln w="9000" cap="rnd">
              <a:solidFill>
                <a:srgbClr val="FFD9A3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t663"/>
            <p:cNvSpPr/>
            <p:nvPr/>
          </p:nvSpPr>
          <p:spPr>
            <a:xfrm>
              <a:off x="2151177" y="2588596"/>
              <a:ext cx="56272" cy="56272"/>
            </a:xfrm>
            <a:prstGeom prst="ellipse">
              <a:avLst/>
            </a:prstGeom>
            <a:solidFill>
              <a:srgbClr val="FF7D00">
                <a:alpha val="50980"/>
              </a:srgbClr>
            </a:solidFill>
            <a:ln w="9000" cap="rnd">
              <a:solidFill>
                <a:srgbClr val="FF7D00">
                  <a:alpha val="5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t664"/>
            <p:cNvSpPr/>
            <p:nvPr/>
          </p:nvSpPr>
          <p:spPr>
            <a:xfrm>
              <a:off x="2152560" y="2588387"/>
              <a:ext cx="53505" cy="53505"/>
            </a:xfrm>
            <a:prstGeom prst="ellipse">
              <a:avLst/>
            </a:prstGeom>
            <a:solidFill>
              <a:srgbClr val="FF8600">
                <a:alpha val="49019"/>
              </a:srgbClr>
            </a:solidFill>
            <a:ln w="9000" cap="rnd">
              <a:solidFill>
                <a:srgbClr val="FF8600">
                  <a:alpha val="4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t665"/>
            <p:cNvSpPr/>
            <p:nvPr/>
          </p:nvSpPr>
          <p:spPr>
            <a:xfrm>
              <a:off x="2152560" y="2586799"/>
              <a:ext cx="53505" cy="53505"/>
            </a:xfrm>
            <a:prstGeom prst="ellipse">
              <a:avLst/>
            </a:prstGeom>
            <a:solidFill>
              <a:srgbClr val="FF8A00">
                <a:alpha val="47843"/>
              </a:srgbClr>
            </a:solidFill>
            <a:ln w="9000" cap="rnd">
              <a:solidFill>
                <a:srgbClr val="FF8A00">
                  <a:alpha val="4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t666"/>
            <p:cNvSpPr/>
            <p:nvPr/>
          </p:nvSpPr>
          <p:spPr>
            <a:xfrm>
              <a:off x="2153662" y="2526015"/>
              <a:ext cx="56272" cy="56272"/>
            </a:xfrm>
            <a:prstGeom prst="ellipse">
              <a:avLst/>
            </a:prstGeom>
            <a:solidFill>
              <a:srgbClr val="FF9500">
                <a:alpha val="44705"/>
              </a:srgbClr>
            </a:solidFill>
            <a:ln w="9000" cap="rnd">
              <a:solidFill>
                <a:srgbClr val="FF9500">
                  <a:alpha val="4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t667"/>
            <p:cNvSpPr/>
            <p:nvPr/>
          </p:nvSpPr>
          <p:spPr>
            <a:xfrm>
              <a:off x="2161937" y="2386706"/>
              <a:ext cx="39720" cy="39720"/>
            </a:xfrm>
            <a:prstGeom prst="ellipse">
              <a:avLst/>
            </a:prstGeom>
            <a:solidFill>
              <a:srgbClr val="FFC26A">
                <a:alpha val="30196"/>
              </a:srgbClr>
            </a:solidFill>
            <a:ln w="9000" cap="rnd">
              <a:solidFill>
                <a:srgbClr val="FFC26A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t668"/>
            <p:cNvSpPr/>
            <p:nvPr/>
          </p:nvSpPr>
          <p:spPr>
            <a:xfrm>
              <a:off x="2152560" y="2233276"/>
              <a:ext cx="53505" cy="53505"/>
            </a:xfrm>
            <a:prstGeom prst="ellipse">
              <a:avLst/>
            </a:prstGeom>
            <a:solidFill>
              <a:srgbClr val="FF8E00">
                <a:alpha val="46666"/>
              </a:srgbClr>
            </a:solidFill>
            <a:ln w="9000" cap="rnd">
              <a:solidFill>
                <a:srgbClr val="FF8E00">
                  <a:alpha val="4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t669"/>
            <p:cNvSpPr/>
            <p:nvPr/>
          </p:nvSpPr>
          <p:spPr>
            <a:xfrm>
              <a:off x="2104138" y="3320739"/>
              <a:ext cx="66367" cy="66367"/>
            </a:xfrm>
            <a:prstGeom prst="ellipse">
              <a:avLst/>
            </a:prstGeom>
            <a:solidFill>
              <a:srgbClr val="FFAB29">
                <a:alpha val="37647"/>
              </a:srgbClr>
            </a:solidFill>
            <a:ln w="9000" cap="rnd">
              <a:solidFill>
                <a:srgbClr val="FFAB29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t670"/>
            <p:cNvSpPr/>
            <p:nvPr/>
          </p:nvSpPr>
          <p:spPr>
            <a:xfrm>
              <a:off x="2067736" y="3332584"/>
              <a:ext cx="42676" cy="42676"/>
            </a:xfrm>
            <a:prstGeom prst="ellipse">
              <a:avLst/>
            </a:prstGeom>
            <a:solidFill>
              <a:srgbClr val="FFBE60">
                <a:alpha val="31372"/>
              </a:srgbClr>
            </a:solidFill>
            <a:ln w="9000" cap="rnd">
              <a:solidFill>
                <a:srgbClr val="FFBE60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t671"/>
            <p:cNvSpPr/>
            <p:nvPr/>
          </p:nvSpPr>
          <p:spPr>
            <a:xfrm>
              <a:off x="2159468" y="3174855"/>
              <a:ext cx="39688" cy="39688"/>
            </a:xfrm>
            <a:prstGeom prst="ellipse">
              <a:avLst/>
            </a:prstGeom>
            <a:solidFill>
              <a:srgbClr val="FFCA80">
                <a:alpha val="27450"/>
              </a:srgbClr>
            </a:solidFill>
            <a:ln w="9000" cap="rnd">
              <a:solidFill>
                <a:srgbClr val="FFCA80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t672"/>
            <p:cNvSpPr/>
            <p:nvPr/>
          </p:nvSpPr>
          <p:spPr>
            <a:xfrm>
              <a:off x="2142781" y="3064733"/>
              <a:ext cx="58926" cy="58926"/>
            </a:xfrm>
            <a:prstGeom prst="ellipse">
              <a:avLst/>
            </a:prstGeom>
            <a:solidFill>
              <a:srgbClr val="FFA500">
                <a:alpha val="40000"/>
              </a:srgbClr>
            </a:solidFill>
            <a:ln w="9000" cap="rnd">
              <a:solidFill>
                <a:srgbClr val="FFA5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t673"/>
            <p:cNvSpPr/>
            <p:nvPr/>
          </p:nvSpPr>
          <p:spPr>
            <a:xfrm>
              <a:off x="2121677" y="3030157"/>
              <a:ext cx="105823" cy="105823"/>
            </a:xfrm>
            <a:prstGeom prst="ellipse">
              <a:avLst/>
            </a:prstGeom>
            <a:solidFill>
              <a:srgbClr val="FF7D00">
                <a:alpha val="51372"/>
              </a:srgbClr>
            </a:solidFill>
            <a:ln w="9000" cap="rnd">
              <a:solidFill>
                <a:srgbClr val="FF7D00">
                  <a:alpha val="5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t674"/>
            <p:cNvSpPr/>
            <p:nvPr/>
          </p:nvSpPr>
          <p:spPr>
            <a:xfrm>
              <a:off x="2144784" y="3050725"/>
              <a:ext cx="54920" cy="54920"/>
            </a:xfrm>
            <a:prstGeom prst="ellipse">
              <a:avLst/>
            </a:prstGeom>
            <a:solidFill>
              <a:srgbClr val="FFBF64">
                <a:alpha val="30980"/>
              </a:srgbClr>
            </a:solidFill>
            <a:ln w="9000" cap="rnd">
              <a:solidFill>
                <a:srgbClr val="FFBF64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t675"/>
            <p:cNvSpPr/>
            <p:nvPr/>
          </p:nvSpPr>
          <p:spPr>
            <a:xfrm>
              <a:off x="2139728" y="3037718"/>
              <a:ext cx="65030" cy="65030"/>
            </a:xfrm>
            <a:prstGeom prst="ellipse">
              <a:avLst/>
            </a:prstGeom>
            <a:solidFill>
              <a:srgbClr val="FF9800">
                <a:alpha val="43921"/>
              </a:srgbClr>
            </a:solidFill>
            <a:ln w="9000" cap="rnd">
              <a:solidFill>
                <a:srgbClr val="FF9800">
                  <a:alpha val="4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t676"/>
            <p:cNvSpPr/>
            <p:nvPr/>
          </p:nvSpPr>
          <p:spPr>
            <a:xfrm>
              <a:off x="2144784" y="3020459"/>
              <a:ext cx="54920" cy="54920"/>
            </a:xfrm>
            <a:prstGeom prst="ellipse">
              <a:avLst/>
            </a:prstGeom>
            <a:solidFill>
              <a:srgbClr val="FFB23F">
                <a:alpha val="35686"/>
              </a:srgbClr>
            </a:solidFill>
            <a:ln w="9000" cap="rnd">
              <a:solidFill>
                <a:srgbClr val="FFB23F">
                  <a:alpha val="3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t677"/>
            <p:cNvSpPr/>
            <p:nvPr/>
          </p:nvSpPr>
          <p:spPr>
            <a:xfrm>
              <a:off x="2144784" y="2932972"/>
              <a:ext cx="54920" cy="54920"/>
            </a:xfrm>
            <a:prstGeom prst="ellipse">
              <a:avLst/>
            </a:prstGeom>
            <a:solidFill>
              <a:srgbClr val="FFB64A">
                <a:alpha val="34117"/>
              </a:srgbClr>
            </a:solidFill>
            <a:ln w="9000" cap="rnd">
              <a:solidFill>
                <a:srgbClr val="FFB64A">
                  <a:alpha val="3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pt678"/>
            <p:cNvSpPr/>
            <p:nvPr/>
          </p:nvSpPr>
          <p:spPr>
            <a:xfrm>
              <a:off x="2157390" y="2724830"/>
              <a:ext cx="53505" cy="53505"/>
            </a:xfrm>
            <a:prstGeom prst="ellipse">
              <a:avLst/>
            </a:prstGeom>
            <a:solidFill>
              <a:srgbClr val="FFD599">
                <a:alpha val="23921"/>
              </a:srgbClr>
            </a:solidFill>
            <a:ln w="9000" cap="rnd">
              <a:solidFill>
                <a:srgbClr val="FFD599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pt679"/>
            <p:cNvSpPr/>
            <p:nvPr/>
          </p:nvSpPr>
          <p:spPr>
            <a:xfrm>
              <a:off x="2159966" y="2653400"/>
              <a:ext cx="43663" cy="43663"/>
            </a:xfrm>
            <a:prstGeom prst="ellipse">
              <a:avLst/>
            </a:prstGeom>
            <a:solidFill>
              <a:srgbClr val="FFB13B">
                <a:alpha val="36078"/>
              </a:srgbClr>
            </a:solidFill>
            <a:ln w="9000" cap="rnd">
              <a:solidFill>
                <a:srgbClr val="FFB13B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pt680"/>
            <p:cNvSpPr/>
            <p:nvPr/>
          </p:nvSpPr>
          <p:spPr>
            <a:xfrm>
              <a:off x="2121649" y="2616129"/>
              <a:ext cx="105878" cy="105878"/>
            </a:xfrm>
            <a:prstGeom prst="ellipse">
              <a:avLst/>
            </a:prstGeom>
            <a:solidFill>
              <a:srgbClr val="FFB74F">
                <a:alpha val="33725"/>
              </a:srgbClr>
            </a:solidFill>
            <a:ln w="9000" cap="rnd">
              <a:solidFill>
                <a:srgbClr val="FFB74F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pt681"/>
            <p:cNvSpPr/>
            <p:nvPr/>
          </p:nvSpPr>
          <p:spPr>
            <a:xfrm>
              <a:off x="2151853" y="2350411"/>
              <a:ext cx="54920" cy="54920"/>
            </a:xfrm>
            <a:prstGeom prst="ellipse">
              <a:avLst/>
            </a:prstGeom>
            <a:solidFill>
              <a:srgbClr val="FF9200">
                <a:alpha val="45490"/>
              </a:srgbClr>
            </a:solidFill>
            <a:ln w="9000" cap="rnd">
              <a:solidFill>
                <a:srgbClr val="FF9200">
                  <a:alpha val="4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pt682"/>
            <p:cNvSpPr/>
            <p:nvPr/>
          </p:nvSpPr>
          <p:spPr>
            <a:xfrm>
              <a:off x="2151953" y="3058076"/>
              <a:ext cx="68928" cy="68928"/>
            </a:xfrm>
            <a:prstGeom prst="ellipse">
              <a:avLst/>
            </a:prstGeom>
            <a:solidFill>
              <a:srgbClr val="FFCC85">
                <a:alpha val="26666"/>
              </a:srgbClr>
            </a:solidFill>
            <a:ln w="9000" cap="rnd">
              <a:solidFill>
                <a:srgbClr val="FFCC85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pt683"/>
            <p:cNvSpPr/>
            <p:nvPr/>
          </p:nvSpPr>
          <p:spPr>
            <a:xfrm>
              <a:off x="2146452" y="2987993"/>
              <a:ext cx="56272" cy="56272"/>
            </a:xfrm>
            <a:prstGeom prst="ellipse">
              <a:avLst/>
            </a:prstGeom>
            <a:solidFill>
              <a:srgbClr val="FFBF64">
                <a:alpha val="30980"/>
              </a:srgbClr>
            </a:solidFill>
            <a:ln w="9000" cap="rnd">
              <a:solidFill>
                <a:srgbClr val="FFBF64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pt684"/>
            <p:cNvSpPr/>
            <p:nvPr/>
          </p:nvSpPr>
          <p:spPr>
            <a:xfrm>
              <a:off x="2167550" y="2852453"/>
              <a:ext cx="43467" cy="43467"/>
            </a:xfrm>
            <a:prstGeom prst="ellipse">
              <a:avLst/>
            </a:prstGeom>
            <a:solidFill>
              <a:srgbClr val="FFC169">
                <a:alpha val="30196"/>
              </a:srgbClr>
            </a:solidFill>
            <a:ln w="9000" cap="rnd">
              <a:solidFill>
                <a:srgbClr val="FFC169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pt685"/>
            <p:cNvSpPr/>
            <p:nvPr/>
          </p:nvSpPr>
          <p:spPr>
            <a:xfrm>
              <a:off x="2147855" y="2708146"/>
              <a:ext cx="67884" cy="67884"/>
            </a:xfrm>
            <a:prstGeom prst="ellipse">
              <a:avLst/>
            </a:prstGeom>
            <a:solidFill>
              <a:srgbClr val="FFA000">
                <a:alpha val="41176"/>
              </a:srgbClr>
            </a:solidFill>
            <a:ln w="9000" cap="rnd">
              <a:solidFill>
                <a:srgbClr val="FFA000">
                  <a:alpha val="4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pt686"/>
            <p:cNvSpPr/>
            <p:nvPr/>
          </p:nvSpPr>
          <p:spPr>
            <a:xfrm>
              <a:off x="2158016" y="2682208"/>
              <a:ext cx="56802" cy="56802"/>
            </a:xfrm>
            <a:prstGeom prst="ellipse">
              <a:avLst/>
            </a:prstGeom>
            <a:solidFill>
              <a:srgbClr val="FFBC5C">
                <a:alpha val="32156"/>
              </a:srgbClr>
            </a:solidFill>
            <a:ln w="9000" cap="rnd">
              <a:solidFill>
                <a:srgbClr val="FFBC5C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pt687"/>
            <p:cNvSpPr/>
            <p:nvPr/>
          </p:nvSpPr>
          <p:spPr>
            <a:xfrm>
              <a:off x="2155906" y="2498942"/>
              <a:ext cx="66754" cy="66754"/>
            </a:xfrm>
            <a:prstGeom prst="ellipse">
              <a:avLst/>
            </a:prstGeom>
            <a:solidFill>
              <a:srgbClr val="FFC778">
                <a:alpha val="28235"/>
              </a:srgbClr>
            </a:solidFill>
            <a:ln w="9000" cap="rnd">
              <a:solidFill>
                <a:srgbClr val="FFC778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pt688"/>
            <p:cNvSpPr/>
            <p:nvPr/>
          </p:nvSpPr>
          <p:spPr>
            <a:xfrm>
              <a:off x="2164329" y="2144214"/>
              <a:ext cx="39625" cy="39625"/>
            </a:xfrm>
            <a:prstGeom prst="ellipse">
              <a:avLst/>
            </a:prstGeom>
            <a:solidFill>
              <a:srgbClr val="FFC470">
                <a:alpha val="29411"/>
              </a:srgbClr>
            </a:solidFill>
            <a:ln w="9000" cap="rnd">
              <a:solidFill>
                <a:srgbClr val="FFC470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pt689"/>
            <p:cNvSpPr/>
            <p:nvPr/>
          </p:nvSpPr>
          <p:spPr>
            <a:xfrm>
              <a:off x="2160490" y="3279065"/>
              <a:ext cx="66754" cy="66754"/>
            </a:xfrm>
            <a:prstGeom prst="ellipse">
              <a:avLst/>
            </a:prstGeom>
            <a:solidFill>
              <a:srgbClr val="FFAE33">
                <a:alpha val="36862"/>
              </a:srgbClr>
            </a:solidFill>
            <a:ln w="9000" cap="rnd">
              <a:solidFill>
                <a:srgbClr val="FFAE33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pt690"/>
            <p:cNvSpPr/>
            <p:nvPr/>
          </p:nvSpPr>
          <p:spPr>
            <a:xfrm>
              <a:off x="2162843" y="3255957"/>
              <a:ext cx="62048" cy="62048"/>
            </a:xfrm>
            <a:prstGeom prst="ellipse">
              <a:avLst/>
            </a:prstGeom>
            <a:solidFill>
              <a:srgbClr val="FF9F00">
                <a:alpha val="41568"/>
              </a:srgbClr>
            </a:solidFill>
            <a:ln w="9000" cap="rnd">
              <a:solidFill>
                <a:srgbClr val="FF9F00">
                  <a:alpha val="4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pt691"/>
            <p:cNvSpPr/>
            <p:nvPr/>
          </p:nvSpPr>
          <p:spPr>
            <a:xfrm>
              <a:off x="2158775" y="3212716"/>
              <a:ext cx="65636" cy="65636"/>
            </a:xfrm>
            <a:prstGeom prst="ellipse">
              <a:avLst/>
            </a:prstGeom>
            <a:solidFill>
              <a:srgbClr val="FFA81B">
                <a:alpha val="38823"/>
              </a:srgbClr>
            </a:solidFill>
            <a:ln w="9000" cap="rnd">
              <a:solidFill>
                <a:srgbClr val="FFA81B">
                  <a:alpha val="3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pt692"/>
            <p:cNvSpPr/>
            <p:nvPr/>
          </p:nvSpPr>
          <p:spPr>
            <a:xfrm>
              <a:off x="2163881" y="3181128"/>
              <a:ext cx="55423" cy="55423"/>
            </a:xfrm>
            <a:prstGeom prst="ellipse">
              <a:avLst/>
            </a:prstGeom>
            <a:solidFill>
              <a:srgbClr val="FF8A00">
                <a:alpha val="47843"/>
              </a:srgbClr>
            </a:solidFill>
            <a:ln w="9000" cap="rnd">
              <a:solidFill>
                <a:srgbClr val="FF8A00">
                  <a:alpha val="4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pt693"/>
            <p:cNvSpPr/>
            <p:nvPr/>
          </p:nvSpPr>
          <p:spPr>
            <a:xfrm>
              <a:off x="2159387" y="3107486"/>
              <a:ext cx="68961" cy="68961"/>
            </a:xfrm>
            <a:prstGeom prst="ellipse">
              <a:avLst/>
            </a:prstGeom>
            <a:solidFill>
              <a:srgbClr val="FF7500">
                <a:alpha val="53333"/>
              </a:srgbClr>
            </a:solidFill>
            <a:ln w="9000" cap="rnd">
              <a:solidFill>
                <a:srgbClr val="FF7500">
                  <a:alpha val="5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pt694"/>
            <p:cNvSpPr/>
            <p:nvPr/>
          </p:nvSpPr>
          <p:spPr>
            <a:xfrm>
              <a:off x="2163182" y="3092798"/>
              <a:ext cx="56822" cy="56822"/>
            </a:xfrm>
            <a:prstGeom prst="ellipse">
              <a:avLst/>
            </a:prstGeom>
            <a:solidFill>
              <a:srgbClr val="FFA300">
                <a:alpha val="40784"/>
              </a:srgbClr>
            </a:solidFill>
            <a:ln w="9000" cap="rnd">
              <a:solidFill>
                <a:srgbClr val="FFA300">
                  <a:alpha val="4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pt695"/>
            <p:cNvSpPr/>
            <p:nvPr/>
          </p:nvSpPr>
          <p:spPr>
            <a:xfrm>
              <a:off x="2162229" y="3059406"/>
              <a:ext cx="63277" cy="63277"/>
            </a:xfrm>
            <a:prstGeom prst="ellipse">
              <a:avLst/>
            </a:prstGeom>
            <a:solidFill>
              <a:srgbClr val="FF9E00">
                <a:alpha val="41960"/>
              </a:srgbClr>
            </a:solidFill>
            <a:ln w="9000" cap="rnd">
              <a:solidFill>
                <a:srgbClr val="FF9E00">
                  <a:alpha val="4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pt696"/>
            <p:cNvSpPr/>
            <p:nvPr/>
          </p:nvSpPr>
          <p:spPr>
            <a:xfrm>
              <a:off x="2155357" y="2851636"/>
              <a:ext cx="67851" cy="67851"/>
            </a:xfrm>
            <a:prstGeom prst="ellipse">
              <a:avLst/>
            </a:prstGeom>
            <a:solidFill>
              <a:srgbClr val="FF6200">
                <a:alpha val="58039"/>
              </a:srgbClr>
            </a:solidFill>
            <a:ln w="9000" cap="rnd">
              <a:solidFill>
                <a:srgbClr val="FF6200">
                  <a:alpha val="5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pt697"/>
            <p:cNvSpPr/>
            <p:nvPr/>
          </p:nvSpPr>
          <p:spPr>
            <a:xfrm>
              <a:off x="2163766" y="2832620"/>
              <a:ext cx="45302" cy="45302"/>
            </a:xfrm>
            <a:prstGeom prst="ellipse">
              <a:avLst/>
            </a:prstGeom>
            <a:solidFill>
              <a:srgbClr val="FF9A00">
                <a:alpha val="43137"/>
              </a:srgbClr>
            </a:solidFill>
            <a:ln w="9000" cap="rnd">
              <a:solidFill>
                <a:srgbClr val="FF9A00">
                  <a:alpha val="4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pt698"/>
            <p:cNvSpPr/>
            <p:nvPr/>
          </p:nvSpPr>
          <p:spPr>
            <a:xfrm>
              <a:off x="2155349" y="2771793"/>
              <a:ext cx="67868" cy="67868"/>
            </a:xfrm>
            <a:prstGeom prst="ellipse">
              <a:avLst/>
            </a:prstGeom>
            <a:solidFill>
              <a:srgbClr val="FF8400">
                <a:alpha val="49411"/>
              </a:srgbClr>
            </a:solidFill>
            <a:ln w="9000" cap="rnd">
              <a:solidFill>
                <a:srgbClr val="FF8400">
                  <a:alpha val="4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pt699"/>
            <p:cNvSpPr/>
            <p:nvPr/>
          </p:nvSpPr>
          <p:spPr>
            <a:xfrm>
              <a:off x="2157659" y="2727174"/>
              <a:ext cx="67868" cy="67868"/>
            </a:xfrm>
            <a:prstGeom prst="ellipse">
              <a:avLst/>
            </a:prstGeom>
            <a:solidFill>
              <a:srgbClr val="FF9800">
                <a:alpha val="43921"/>
              </a:srgbClr>
            </a:solidFill>
            <a:ln w="9000" cap="rnd">
              <a:solidFill>
                <a:srgbClr val="FF9800">
                  <a:alpha val="4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t700"/>
            <p:cNvSpPr/>
            <p:nvPr/>
          </p:nvSpPr>
          <p:spPr>
            <a:xfrm>
              <a:off x="2164591" y="2732510"/>
              <a:ext cx="54003" cy="54003"/>
            </a:xfrm>
            <a:prstGeom prst="ellipse">
              <a:avLst/>
            </a:prstGeom>
            <a:solidFill>
              <a:srgbClr val="FFA817">
                <a:alpha val="39215"/>
              </a:srgbClr>
            </a:solidFill>
            <a:ln w="9000" cap="rnd">
              <a:solidFill>
                <a:srgbClr val="FFA817">
                  <a:alpha val="3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t701"/>
            <p:cNvSpPr/>
            <p:nvPr/>
          </p:nvSpPr>
          <p:spPr>
            <a:xfrm>
              <a:off x="2159925" y="3339128"/>
              <a:ext cx="67884" cy="67884"/>
            </a:xfrm>
            <a:prstGeom prst="ellipse">
              <a:avLst/>
            </a:prstGeom>
            <a:solidFill>
              <a:srgbClr val="FF7F00">
                <a:alpha val="50588"/>
              </a:srgbClr>
            </a:solidFill>
            <a:ln w="9000" cap="rnd">
              <a:solidFill>
                <a:srgbClr val="FF7F00">
                  <a:alpha val="5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t702"/>
            <p:cNvSpPr/>
            <p:nvPr/>
          </p:nvSpPr>
          <p:spPr>
            <a:xfrm>
              <a:off x="2163870" y="2694808"/>
              <a:ext cx="55444" cy="55444"/>
            </a:xfrm>
            <a:prstGeom prst="ellipse">
              <a:avLst/>
            </a:prstGeom>
            <a:solidFill>
              <a:srgbClr val="FF8B00">
                <a:alpha val="47450"/>
              </a:srgbClr>
            </a:solidFill>
            <a:ln w="9000" cap="rnd">
              <a:solidFill>
                <a:srgbClr val="FF8B00">
                  <a:alpha val="4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t703"/>
            <p:cNvSpPr/>
            <p:nvPr/>
          </p:nvSpPr>
          <p:spPr>
            <a:xfrm>
              <a:off x="2163870" y="2647837"/>
              <a:ext cx="55444" cy="55444"/>
            </a:xfrm>
            <a:prstGeom prst="ellipse">
              <a:avLst/>
            </a:prstGeom>
            <a:solidFill>
              <a:srgbClr val="FF9000">
                <a:alpha val="45882"/>
              </a:srgbClr>
            </a:solidFill>
            <a:ln w="9000" cap="rnd">
              <a:solidFill>
                <a:srgbClr val="FF9000">
                  <a:alpha val="4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pt704"/>
            <p:cNvSpPr/>
            <p:nvPr/>
          </p:nvSpPr>
          <p:spPr>
            <a:xfrm>
              <a:off x="2166106" y="2626221"/>
              <a:ext cx="50972" cy="50972"/>
            </a:xfrm>
            <a:prstGeom prst="ellipse">
              <a:avLst/>
            </a:prstGeom>
            <a:solidFill>
              <a:srgbClr val="FFA100">
                <a:alpha val="41176"/>
              </a:srgbClr>
            </a:solidFill>
            <a:ln w="9000" cap="rnd">
              <a:solidFill>
                <a:srgbClr val="FFA100">
                  <a:alpha val="4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pt705"/>
            <p:cNvSpPr/>
            <p:nvPr/>
          </p:nvSpPr>
          <p:spPr>
            <a:xfrm>
              <a:off x="2172003" y="2628917"/>
              <a:ext cx="39179" cy="39179"/>
            </a:xfrm>
            <a:prstGeom prst="ellipse">
              <a:avLst/>
            </a:prstGeom>
            <a:solidFill>
              <a:srgbClr val="FF5A00">
                <a:alpha val="59607"/>
              </a:srgbClr>
            </a:solidFill>
            <a:ln w="9000" cap="rnd">
              <a:solidFill>
                <a:srgbClr val="FF5A00">
                  <a:alpha val="5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pt706"/>
            <p:cNvSpPr/>
            <p:nvPr/>
          </p:nvSpPr>
          <p:spPr>
            <a:xfrm>
              <a:off x="2162173" y="3264147"/>
              <a:ext cx="67868" cy="67868"/>
            </a:xfrm>
            <a:prstGeom prst="ellipse">
              <a:avLst/>
            </a:prstGeom>
            <a:solidFill>
              <a:srgbClr val="FF8200">
                <a:alpha val="49803"/>
              </a:srgbClr>
            </a:solidFill>
            <a:ln w="9000" cap="rnd">
              <a:solidFill>
                <a:srgbClr val="FF8200">
                  <a:alpha val="4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pt707"/>
            <p:cNvSpPr/>
            <p:nvPr/>
          </p:nvSpPr>
          <p:spPr>
            <a:xfrm>
              <a:off x="2166135" y="3222576"/>
              <a:ext cx="55465" cy="55465"/>
            </a:xfrm>
            <a:prstGeom prst="ellipse">
              <a:avLst/>
            </a:prstGeom>
            <a:solidFill>
              <a:srgbClr val="FF9C00">
                <a:alpha val="42745"/>
              </a:srgbClr>
            </a:solidFill>
            <a:ln w="9000" cap="rnd">
              <a:solidFill>
                <a:srgbClr val="FF9C00">
                  <a:alpha val="4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pt708"/>
            <p:cNvSpPr/>
            <p:nvPr/>
          </p:nvSpPr>
          <p:spPr>
            <a:xfrm>
              <a:off x="2159387" y="3177567"/>
              <a:ext cx="68961" cy="68961"/>
            </a:xfrm>
            <a:prstGeom prst="ellipse">
              <a:avLst/>
            </a:prstGeom>
            <a:solidFill>
              <a:srgbClr val="FF6B00">
                <a:alpha val="55686"/>
              </a:srgbClr>
            </a:solidFill>
            <a:ln w="9000" cap="rnd">
              <a:solidFill>
                <a:srgbClr val="FF6B00">
                  <a:alpha val="5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pt709"/>
            <p:cNvSpPr/>
            <p:nvPr/>
          </p:nvSpPr>
          <p:spPr>
            <a:xfrm>
              <a:off x="2157650" y="3131885"/>
              <a:ext cx="67884" cy="67884"/>
            </a:xfrm>
            <a:prstGeom prst="ellipse">
              <a:avLst/>
            </a:prstGeom>
            <a:solidFill>
              <a:srgbClr val="FF1F00">
                <a:alpha val="68627"/>
              </a:srgbClr>
            </a:solidFill>
            <a:ln w="9000" cap="rnd">
              <a:solidFill>
                <a:srgbClr val="FF1F00">
                  <a:alpha val="6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pt710"/>
            <p:cNvSpPr/>
            <p:nvPr/>
          </p:nvSpPr>
          <p:spPr>
            <a:xfrm>
              <a:off x="2164559" y="3137193"/>
              <a:ext cx="54068" cy="54068"/>
            </a:xfrm>
            <a:prstGeom prst="ellipse">
              <a:avLst/>
            </a:prstGeom>
            <a:solidFill>
              <a:srgbClr val="FF6500">
                <a:alpha val="57254"/>
              </a:srgbClr>
            </a:solidFill>
            <a:ln w="9000" cap="rnd">
              <a:solidFill>
                <a:srgbClr val="FF6500">
                  <a:alpha val="5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pt711"/>
            <p:cNvSpPr/>
            <p:nvPr/>
          </p:nvSpPr>
          <p:spPr>
            <a:xfrm>
              <a:off x="2143723" y="2656571"/>
              <a:ext cx="95740" cy="95740"/>
            </a:xfrm>
            <a:prstGeom prst="ellipse">
              <a:avLst/>
            </a:prstGeom>
            <a:solidFill>
              <a:srgbClr val="FF9000">
                <a:alpha val="45882"/>
              </a:srgbClr>
            </a:solidFill>
            <a:ln w="9000" cap="rnd">
              <a:solidFill>
                <a:srgbClr val="FF9000">
                  <a:alpha val="4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pt712"/>
            <p:cNvSpPr/>
            <p:nvPr/>
          </p:nvSpPr>
          <p:spPr>
            <a:xfrm>
              <a:off x="2167026" y="2638586"/>
              <a:ext cx="58161" cy="58161"/>
            </a:xfrm>
            <a:prstGeom prst="ellipse">
              <a:avLst/>
            </a:prstGeom>
            <a:solidFill>
              <a:srgbClr val="FF9000">
                <a:alpha val="45882"/>
              </a:srgbClr>
            </a:solidFill>
            <a:ln w="9000" cap="rnd">
              <a:solidFill>
                <a:srgbClr val="FF9000">
                  <a:alpha val="4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pt713"/>
            <p:cNvSpPr/>
            <p:nvPr/>
          </p:nvSpPr>
          <p:spPr>
            <a:xfrm>
              <a:off x="2161058" y="2596583"/>
              <a:ext cx="65619" cy="65619"/>
            </a:xfrm>
            <a:prstGeom prst="ellipse">
              <a:avLst/>
            </a:prstGeom>
            <a:solidFill>
              <a:srgbClr val="FF8B00">
                <a:alpha val="47450"/>
              </a:srgbClr>
            </a:solidFill>
            <a:ln w="9000" cap="rnd">
              <a:solidFill>
                <a:srgbClr val="FF8B00">
                  <a:alpha val="4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pt714"/>
            <p:cNvSpPr/>
            <p:nvPr/>
          </p:nvSpPr>
          <p:spPr>
            <a:xfrm>
              <a:off x="2165466" y="2599397"/>
              <a:ext cx="56802" cy="56802"/>
            </a:xfrm>
            <a:prstGeom prst="ellipse">
              <a:avLst/>
            </a:prstGeom>
            <a:solidFill>
              <a:srgbClr val="FFA300">
                <a:alpha val="40784"/>
              </a:srgbClr>
            </a:solidFill>
            <a:ln w="9000" cap="rnd">
              <a:solidFill>
                <a:srgbClr val="FFA300">
                  <a:alpha val="4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pt715"/>
            <p:cNvSpPr/>
            <p:nvPr/>
          </p:nvSpPr>
          <p:spPr>
            <a:xfrm>
              <a:off x="2162165" y="2573168"/>
              <a:ext cx="67884" cy="67884"/>
            </a:xfrm>
            <a:prstGeom prst="ellipse">
              <a:avLst/>
            </a:prstGeom>
            <a:solidFill>
              <a:srgbClr val="FF8700">
                <a:alpha val="48627"/>
              </a:srgbClr>
            </a:solidFill>
            <a:ln w="9000" cap="rnd">
              <a:solidFill>
                <a:srgbClr val="FF8700">
                  <a:alpha val="4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pt716"/>
            <p:cNvSpPr/>
            <p:nvPr/>
          </p:nvSpPr>
          <p:spPr>
            <a:xfrm>
              <a:off x="2161106" y="2570503"/>
              <a:ext cx="70002" cy="70002"/>
            </a:xfrm>
            <a:prstGeom prst="ellipse">
              <a:avLst/>
            </a:prstGeom>
            <a:solidFill>
              <a:srgbClr val="FF9200">
                <a:alpha val="45490"/>
              </a:srgbClr>
            </a:solidFill>
            <a:ln w="9000" cap="rnd">
              <a:solidFill>
                <a:srgbClr val="FF9200">
                  <a:alpha val="4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pt717"/>
            <p:cNvSpPr/>
            <p:nvPr/>
          </p:nvSpPr>
          <p:spPr>
            <a:xfrm>
              <a:off x="2177827" y="2086220"/>
              <a:ext cx="41108" cy="41108"/>
            </a:xfrm>
            <a:prstGeom prst="ellipse">
              <a:avLst/>
            </a:prstGeom>
            <a:solidFill>
              <a:srgbClr val="FFAD2F">
                <a:alpha val="37254"/>
              </a:srgbClr>
            </a:solidFill>
            <a:ln w="9000" cap="rnd">
              <a:solidFill>
                <a:srgbClr val="FFAD2F">
                  <a:alpha val="3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pt718"/>
            <p:cNvSpPr/>
            <p:nvPr/>
          </p:nvSpPr>
          <p:spPr>
            <a:xfrm>
              <a:off x="2157732" y="3191561"/>
              <a:ext cx="85708" cy="85708"/>
            </a:xfrm>
            <a:prstGeom prst="ellipse">
              <a:avLst/>
            </a:prstGeom>
            <a:solidFill>
              <a:srgbClr val="FFA817">
                <a:alpha val="39215"/>
              </a:srgbClr>
            </a:solidFill>
            <a:ln w="9000" cap="rnd">
              <a:solidFill>
                <a:srgbClr val="FFA817">
                  <a:alpha val="3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pt719"/>
            <p:cNvSpPr/>
            <p:nvPr/>
          </p:nvSpPr>
          <p:spPr>
            <a:xfrm>
              <a:off x="2165466" y="3140638"/>
              <a:ext cx="56802" cy="56802"/>
            </a:xfrm>
            <a:prstGeom prst="ellipse">
              <a:avLst/>
            </a:prstGeom>
            <a:solidFill>
              <a:srgbClr val="FF8A00">
                <a:alpha val="47843"/>
              </a:srgbClr>
            </a:solidFill>
            <a:ln w="9000" cap="rnd">
              <a:solidFill>
                <a:srgbClr val="FF8A00">
                  <a:alpha val="4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pt720"/>
            <p:cNvSpPr/>
            <p:nvPr/>
          </p:nvSpPr>
          <p:spPr>
            <a:xfrm>
              <a:off x="2164797" y="3116105"/>
              <a:ext cx="58141" cy="58141"/>
            </a:xfrm>
            <a:prstGeom prst="ellipse">
              <a:avLst/>
            </a:prstGeom>
            <a:solidFill>
              <a:srgbClr val="FF8100">
                <a:alpha val="50196"/>
              </a:srgbClr>
            </a:solidFill>
            <a:ln w="9000" cap="rnd">
              <a:solidFill>
                <a:srgbClr val="FF8100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pt721"/>
            <p:cNvSpPr/>
            <p:nvPr/>
          </p:nvSpPr>
          <p:spPr>
            <a:xfrm>
              <a:off x="2166135" y="2986926"/>
              <a:ext cx="55465" cy="55465"/>
            </a:xfrm>
            <a:prstGeom prst="ellipse">
              <a:avLst/>
            </a:prstGeom>
            <a:solidFill>
              <a:srgbClr val="FF7900">
                <a:alpha val="52156"/>
              </a:srgbClr>
            </a:solidFill>
            <a:ln w="9000" cap="rnd">
              <a:solidFill>
                <a:srgbClr val="FF7900">
                  <a:alpha val="5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pt722"/>
            <p:cNvSpPr/>
            <p:nvPr/>
          </p:nvSpPr>
          <p:spPr>
            <a:xfrm>
              <a:off x="2145335" y="2678721"/>
              <a:ext cx="114842" cy="114842"/>
            </a:xfrm>
            <a:prstGeom prst="ellipse">
              <a:avLst/>
            </a:prstGeom>
            <a:solidFill>
              <a:srgbClr val="FF7700">
                <a:alpha val="52941"/>
              </a:srgbClr>
            </a:solidFill>
            <a:ln w="9000" cap="rnd">
              <a:solidFill>
                <a:srgbClr val="FF7700">
                  <a:alpha val="5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pt723"/>
            <p:cNvSpPr/>
            <p:nvPr/>
          </p:nvSpPr>
          <p:spPr>
            <a:xfrm>
              <a:off x="2139662" y="2648647"/>
              <a:ext cx="108409" cy="108409"/>
            </a:xfrm>
            <a:prstGeom prst="ellipse">
              <a:avLst/>
            </a:prstGeom>
            <a:solidFill>
              <a:srgbClr val="FF9600">
                <a:alpha val="44313"/>
              </a:srgbClr>
            </a:solidFill>
            <a:ln w="9000" cap="rnd">
              <a:solidFill>
                <a:srgbClr val="FF9600">
                  <a:alpha val="4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pt724"/>
            <p:cNvSpPr/>
            <p:nvPr/>
          </p:nvSpPr>
          <p:spPr>
            <a:xfrm>
              <a:off x="2167026" y="2579625"/>
              <a:ext cx="58161" cy="58161"/>
            </a:xfrm>
            <a:prstGeom prst="ellipse">
              <a:avLst/>
            </a:prstGeom>
            <a:solidFill>
              <a:srgbClr val="FF7000">
                <a:alpha val="54509"/>
              </a:srgbClr>
            </a:solidFill>
            <a:ln w="9000" cap="rnd">
              <a:solidFill>
                <a:srgbClr val="FF7000">
                  <a:alpha val="5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pt725"/>
            <p:cNvSpPr/>
            <p:nvPr/>
          </p:nvSpPr>
          <p:spPr>
            <a:xfrm>
              <a:off x="2167706" y="3231476"/>
              <a:ext cx="56802" cy="56802"/>
            </a:xfrm>
            <a:prstGeom prst="ellipse">
              <a:avLst/>
            </a:prstGeom>
            <a:solidFill>
              <a:srgbClr val="FF6A00">
                <a:alpha val="56078"/>
              </a:srgbClr>
            </a:solidFill>
            <a:ln w="9000" cap="rnd">
              <a:solidFill>
                <a:srgbClr val="FF6A00">
                  <a:alpha val="5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pt726"/>
            <p:cNvSpPr/>
            <p:nvPr/>
          </p:nvSpPr>
          <p:spPr>
            <a:xfrm>
              <a:off x="2150980" y="2594140"/>
              <a:ext cx="99212" cy="99212"/>
            </a:xfrm>
            <a:prstGeom prst="ellipse">
              <a:avLst/>
            </a:prstGeom>
            <a:solidFill>
              <a:srgbClr val="FF8200">
                <a:alpha val="49803"/>
              </a:srgbClr>
            </a:solidFill>
            <a:ln w="9000" cap="rnd">
              <a:solidFill>
                <a:srgbClr val="FF8200">
                  <a:alpha val="4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pt727"/>
            <p:cNvSpPr/>
            <p:nvPr/>
          </p:nvSpPr>
          <p:spPr>
            <a:xfrm>
              <a:off x="2169245" y="2596175"/>
              <a:ext cx="53724" cy="53724"/>
            </a:xfrm>
            <a:prstGeom prst="ellipse">
              <a:avLst/>
            </a:prstGeom>
            <a:solidFill>
              <a:srgbClr val="FF8400">
                <a:alpha val="49411"/>
              </a:srgbClr>
            </a:solidFill>
            <a:ln w="9000" cap="rnd">
              <a:solidFill>
                <a:srgbClr val="FF8400">
                  <a:alpha val="4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pt728"/>
            <p:cNvSpPr/>
            <p:nvPr/>
          </p:nvSpPr>
          <p:spPr>
            <a:xfrm>
              <a:off x="2163373" y="2548239"/>
              <a:ext cx="70018" cy="70018"/>
            </a:xfrm>
            <a:prstGeom prst="ellipse">
              <a:avLst/>
            </a:prstGeom>
            <a:solidFill>
              <a:srgbClr val="FF8E00">
                <a:alpha val="46666"/>
              </a:srgbClr>
            </a:solidFill>
            <a:ln w="9000" cap="rnd">
              <a:solidFill>
                <a:srgbClr val="FF8E00">
                  <a:alpha val="4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pt729"/>
            <p:cNvSpPr/>
            <p:nvPr/>
          </p:nvSpPr>
          <p:spPr>
            <a:xfrm>
              <a:off x="2190215" y="2479926"/>
              <a:ext cx="38170" cy="38170"/>
            </a:xfrm>
            <a:prstGeom prst="ellipse">
              <a:avLst/>
            </a:prstGeom>
            <a:solidFill>
              <a:srgbClr val="FFAE33">
                <a:alpha val="36862"/>
              </a:srgbClr>
            </a:solidFill>
            <a:ln w="9000" cap="rnd">
              <a:solidFill>
                <a:srgbClr val="FFAE33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pt730"/>
            <p:cNvSpPr/>
            <p:nvPr/>
          </p:nvSpPr>
          <p:spPr>
            <a:xfrm>
              <a:off x="2185972" y="2425643"/>
              <a:ext cx="51067" cy="51067"/>
            </a:xfrm>
            <a:prstGeom prst="ellipse">
              <a:avLst/>
            </a:prstGeom>
            <a:solidFill>
              <a:srgbClr val="FFC36E">
                <a:alpha val="29803"/>
              </a:srgbClr>
            </a:solidFill>
            <a:ln w="9000" cap="rnd">
              <a:solidFill>
                <a:srgbClr val="FFC36E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pt731"/>
            <p:cNvSpPr/>
            <p:nvPr/>
          </p:nvSpPr>
          <p:spPr>
            <a:xfrm>
              <a:off x="2193306" y="2338529"/>
              <a:ext cx="40808" cy="40808"/>
            </a:xfrm>
            <a:prstGeom prst="ellipse">
              <a:avLst/>
            </a:prstGeom>
            <a:solidFill>
              <a:srgbClr val="FFDFB2">
                <a:alpha val="20392"/>
              </a:srgbClr>
            </a:solidFill>
            <a:ln w="9000" cap="rnd">
              <a:solidFill>
                <a:srgbClr val="FFDFB2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pt732"/>
            <p:cNvSpPr/>
            <p:nvPr/>
          </p:nvSpPr>
          <p:spPr>
            <a:xfrm>
              <a:off x="2200665" y="2781625"/>
              <a:ext cx="44848" cy="44848"/>
            </a:xfrm>
            <a:prstGeom prst="ellipse">
              <a:avLst/>
            </a:prstGeom>
            <a:solidFill>
              <a:srgbClr val="FFE3BB">
                <a:alpha val="19215"/>
              </a:srgbClr>
            </a:solidFill>
            <a:ln w="9000" cap="rnd">
              <a:solidFill>
                <a:srgbClr val="FFE3BB">
                  <a:alpha val="1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pt733"/>
            <p:cNvSpPr/>
            <p:nvPr/>
          </p:nvSpPr>
          <p:spPr>
            <a:xfrm>
              <a:off x="2188154" y="2539475"/>
              <a:ext cx="55590" cy="55590"/>
            </a:xfrm>
            <a:prstGeom prst="ellipse">
              <a:avLst/>
            </a:prstGeom>
            <a:solidFill>
              <a:srgbClr val="FFD18F">
                <a:alpha val="25098"/>
              </a:srgbClr>
            </a:solidFill>
            <a:ln w="9000" cap="rnd">
              <a:solidFill>
                <a:srgbClr val="FFD18F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t734"/>
            <p:cNvSpPr/>
            <p:nvPr/>
          </p:nvSpPr>
          <p:spPr>
            <a:xfrm>
              <a:off x="2169514" y="2450009"/>
              <a:ext cx="88390" cy="88390"/>
            </a:xfrm>
            <a:prstGeom prst="ellipse">
              <a:avLst/>
            </a:prstGeom>
            <a:solidFill>
              <a:srgbClr val="FFC36E">
                <a:alpha val="29803"/>
              </a:srgbClr>
            </a:solidFill>
            <a:ln w="9000" cap="rnd">
              <a:solidFill>
                <a:srgbClr val="FFC36E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t735"/>
            <p:cNvSpPr/>
            <p:nvPr/>
          </p:nvSpPr>
          <p:spPr>
            <a:xfrm>
              <a:off x="2194541" y="2342325"/>
              <a:ext cx="42816" cy="42816"/>
            </a:xfrm>
            <a:prstGeom prst="ellipse">
              <a:avLst/>
            </a:prstGeom>
            <a:solidFill>
              <a:srgbClr val="FFD9A5">
                <a:alpha val="22352"/>
              </a:srgbClr>
            </a:solidFill>
            <a:ln w="9000" cap="rnd">
              <a:solidFill>
                <a:srgbClr val="FFD9A5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t736"/>
            <p:cNvSpPr/>
            <p:nvPr/>
          </p:nvSpPr>
          <p:spPr>
            <a:xfrm>
              <a:off x="2173499" y="2290347"/>
              <a:ext cx="99180" cy="99180"/>
            </a:xfrm>
            <a:prstGeom prst="ellipse">
              <a:avLst/>
            </a:prstGeom>
            <a:solidFill>
              <a:srgbClr val="FFE0B4">
                <a:alpha val="20000"/>
              </a:srgbClr>
            </a:solidFill>
            <a:ln w="9000" cap="rnd">
              <a:solidFill>
                <a:srgbClr val="FFE0B4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t737"/>
            <p:cNvSpPr/>
            <p:nvPr/>
          </p:nvSpPr>
          <p:spPr>
            <a:xfrm>
              <a:off x="2200544" y="2384949"/>
              <a:ext cx="49709" cy="49709"/>
            </a:xfrm>
            <a:prstGeom prst="ellipse">
              <a:avLst/>
            </a:prstGeom>
            <a:solidFill>
              <a:srgbClr val="FFDBA8">
                <a:alpha val="21960"/>
              </a:srgbClr>
            </a:solidFill>
            <a:ln w="9000" cap="rnd">
              <a:solidFill>
                <a:srgbClr val="FFDBA8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t738"/>
            <p:cNvSpPr/>
            <p:nvPr/>
          </p:nvSpPr>
          <p:spPr>
            <a:xfrm>
              <a:off x="2167167" y="2522321"/>
              <a:ext cx="93084" cy="93084"/>
            </a:xfrm>
            <a:prstGeom prst="ellipse">
              <a:avLst/>
            </a:prstGeom>
            <a:solidFill>
              <a:srgbClr val="FFAE33">
                <a:alpha val="36862"/>
              </a:srgbClr>
            </a:solidFill>
            <a:ln w="9000" cap="rnd">
              <a:solidFill>
                <a:srgbClr val="FFAE33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t739"/>
            <p:cNvSpPr/>
            <p:nvPr/>
          </p:nvSpPr>
          <p:spPr>
            <a:xfrm>
              <a:off x="2195160" y="2485272"/>
              <a:ext cx="46409" cy="46409"/>
            </a:xfrm>
            <a:prstGeom prst="ellipse">
              <a:avLst/>
            </a:prstGeom>
            <a:solidFill>
              <a:srgbClr val="FFDDAD">
                <a:alpha val="21176"/>
              </a:srgbClr>
            </a:solidFill>
            <a:ln w="9000" cap="rnd">
              <a:solidFill>
                <a:srgbClr val="FFDDAD">
                  <a:alpha val="2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t740"/>
            <p:cNvSpPr/>
            <p:nvPr/>
          </p:nvSpPr>
          <p:spPr>
            <a:xfrm>
              <a:off x="2160010" y="2726157"/>
              <a:ext cx="89902" cy="89902"/>
            </a:xfrm>
            <a:prstGeom prst="ellipse">
              <a:avLst/>
            </a:prstGeom>
            <a:solidFill>
              <a:srgbClr val="FF9500">
                <a:alpha val="44705"/>
              </a:srgbClr>
            </a:solidFill>
            <a:ln w="9000" cap="rnd">
              <a:solidFill>
                <a:srgbClr val="FF9500">
                  <a:alpha val="4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t741"/>
            <p:cNvSpPr/>
            <p:nvPr/>
          </p:nvSpPr>
          <p:spPr>
            <a:xfrm>
              <a:off x="2164753" y="2506919"/>
              <a:ext cx="89095" cy="89095"/>
            </a:xfrm>
            <a:prstGeom prst="ellipse">
              <a:avLst/>
            </a:prstGeom>
            <a:solidFill>
              <a:srgbClr val="FFA000">
                <a:alpha val="41568"/>
              </a:srgbClr>
            </a:solidFill>
            <a:ln w="9000" cap="rnd">
              <a:solidFill>
                <a:srgbClr val="FFA000">
                  <a:alpha val="4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t742"/>
            <p:cNvSpPr/>
            <p:nvPr/>
          </p:nvSpPr>
          <p:spPr>
            <a:xfrm>
              <a:off x="2176681" y="2499162"/>
              <a:ext cx="56560" cy="56560"/>
            </a:xfrm>
            <a:prstGeom prst="ellipse">
              <a:avLst/>
            </a:prstGeom>
            <a:solidFill>
              <a:srgbClr val="FFA60B">
                <a:alpha val="39607"/>
              </a:srgbClr>
            </a:solidFill>
            <a:ln w="9000" cap="rnd">
              <a:solidFill>
                <a:srgbClr val="FFA60B">
                  <a:alpha val="3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pt743"/>
            <p:cNvSpPr/>
            <p:nvPr/>
          </p:nvSpPr>
          <p:spPr>
            <a:xfrm>
              <a:off x="2173529" y="2553429"/>
              <a:ext cx="62864" cy="62864"/>
            </a:xfrm>
            <a:prstGeom prst="ellipse">
              <a:avLst/>
            </a:prstGeom>
            <a:solidFill>
              <a:srgbClr val="FF9C00">
                <a:alpha val="42745"/>
              </a:srgbClr>
            </a:solidFill>
            <a:ln w="9000" cap="rnd">
              <a:solidFill>
                <a:srgbClr val="FF9C00">
                  <a:alpha val="4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pt744"/>
            <p:cNvSpPr/>
            <p:nvPr/>
          </p:nvSpPr>
          <p:spPr>
            <a:xfrm>
              <a:off x="2171790" y="2534538"/>
              <a:ext cx="75021" cy="75021"/>
            </a:xfrm>
            <a:prstGeom prst="ellipse">
              <a:avLst/>
            </a:prstGeom>
            <a:solidFill>
              <a:srgbClr val="FF9700">
                <a:alpha val="44313"/>
              </a:srgbClr>
            </a:solidFill>
            <a:ln w="9000" cap="rnd">
              <a:solidFill>
                <a:srgbClr val="FF9700">
                  <a:alpha val="4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pt745"/>
            <p:cNvSpPr/>
            <p:nvPr/>
          </p:nvSpPr>
          <p:spPr>
            <a:xfrm>
              <a:off x="2182552" y="2520918"/>
              <a:ext cx="57906" cy="57906"/>
            </a:xfrm>
            <a:prstGeom prst="ellipse">
              <a:avLst/>
            </a:prstGeom>
            <a:solidFill>
              <a:srgbClr val="FFBB59">
                <a:alpha val="32549"/>
              </a:srgbClr>
            </a:solidFill>
            <a:ln w="9000" cap="rnd">
              <a:solidFill>
                <a:srgbClr val="FFBB59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pt746"/>
            <p:cNvSpPr/>
            <p:nvPr/>
          </p:nvSpPr>
          <p:spPr>
            <a:xfrm>
              <a:off x="2173982" y="2498061"/>
              <a:ext cx="61957" cy="61957"/>
            </a:xfrm>
            <a:prstGeom prst="ellipse">
              <a:avLst/>
            </a:prstGeom>
            <a:solidFill>
              <a:srgbClr val="FF9000">
                <a:alpha val="45882"/>
              </a:srgbClr>
            </a:solidFill>
            <a:ln w="9000" cap="rnd">
              <a:solidFill>
                <a:srgbClr val="FF9000">
                  <a:alpha val="4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pt747"/>
            <p:cNvSpPr/>
            <p:nvPr/>
          </p:nvSpPr>
          <p:spPr>
            <a:xfrm>
              <a:off x="2202920" y="2314258"/>
              <a:ext cx="44956" cy="44956"/>
            </a:xfrm>
            <a:prstGeom prst="ellipse">
              <a:avLst/>
            </a:prstGeom>
            <a:solidFill>
              <a:srgbClr val="FFDEAF">
                <a:alpha val="20784"/>
              </a:srgbClr>
            </a:solidFill>
            <a:ln w="9000" cap="rnd">
              <a:solidFill>
                <a:srgbClr val="FFDEAF">
                  <a:alpha val="2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pt748"/>
            <p:cNvSpPr/>
            <p:nvPr/>
          </p:nvSpPr>
          <p:spPr>
            <a:xfrm>
              <a:off x="2207424" y="1865854"/>
              <a:ext cx="49946" cy="49946"/>
            </a:xfrm>
            <a:prstGeom prst="ellipse">
              <a:avLst/>
            </a:prstGeom>
            <a:solidFill>
              <a:srgbClr val="FFE1B6">
                <a:alpha val="20000"/>
              </a:srgbClr>
            </a:solidFill>
            <a:ln w="9000" cap="rnd">
              <a:solidFill>
                <a:srgbClr val="FFE1B6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pt749"/>
            <p:cNvSpPr/>
            <p:nvPr/>
          </p:nvSpPr>
          <p:spPr>
            <a:xfrm>
              <a:off x="2188205" y="2598541"/>
              <a:ext cx="55488" cy="55488"/>
            </a:xfrm>
            <a:prstGeom prst="ellipse">
              <a:avLst/>
            </a:prstGeom>
            <a:solidFill>
              <a:srgbClr val="FFB03A">
                <a:alpha val="36078"/>
              </a:srgbClr>
            </a:solidFill>
            <a:ln w="9000" cap="rnd">
              <a:solidFill>
                <a:srgbClr val="FFB03A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pt750"/>
            <p:cNvSpPr/>
            <p:nvPr/>
          </p:nvSpPr>
          <p:spPr>
            <a:xfrm>
              <a:off x="2173484" y="2532432"/>
              <a:ext cx="76042" cy="76042"/>
            </a:xfrm>
            <a:prstGeom prst="ellipse">
              <a:avLst/>
            </a:prstGeom>
            <a:solidFill>
              <a:srgbClr val="FFAC2A">
                <a:alpha val="37647"/>
              </a:srgbClr>
            </a:solidFill>
            <a:ln w="9000" cap="rnd">
              <a:solidFill>
                <a:srgbClr val="FFAC2A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pt751"/>
            <p:cNvSpPr/>
            <p:nvPr/>
          </p:nvSpPr>
          <p:spPr>
            <a:xfrm>
              <a:off x="2198152" y="2756799"/>
              <a:ext cx="49873" cy="49873"/>
            </a:xfrm>
            <a:prstGeom prst="ellipse">
              <a:avLst/>
            </a:prstGeom>
            <a:solidFill>
              <a:srgbClr val="FFD292">
                <a:alpha val="24705"/>
              </a:srgbClr>
            </a:solidFill>
            <a:ln w="9000" cap="rnd">
              <a:solidFill>
                <a:srgbClr val="FFD292">
                  <a:alpha val="2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pt752"/>
            <p:cNvSpPr/>
            <p:nvPr/>
          </p:nvSpPr>
          <p:spPr>
            <a:xfrm>
              <a:off x="2191996" y="2386620"/>
              <a:ext cx="52736" cy="52736"/>
            </a:xfrm>
            <a:prstGeom prst="ellipse">
              <a:avLst/>
            </a:prstGeom>
            <a:solidFill>
              <a:srgbClr val="FFC674">
                <a:alpha val="29019"/>
              </a:srgbClr>
            </a:solidFill>
            <a:ln w="9000" cap="rnd">
              <a:solidFill>
                <a:srgbClr val="FFC674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pt753"/>
            <p:cNvSpPr/>
            <p:nvPr/>
          </p:nvSpPr>
          <p:spPr>
            <a:xfrm>
              <a:off x="2201223" y="1988450"/>
              <a:ext cx="48350" cy="48350"/>
            </a:xfrm>
            <a:prstGeom prst="ellipse">
              <a:avLst/>
            </a:prstGeom>
            <a:solidFill>
              <a:srgbClr val="FFE0B4">
                <a:alpha val="20392"/>
              </a:srgbClr>
            </a:solidFill>
            <a:ln w="9000" cap="rnd">
              <a:solidFill>
                <a:srgbClr val="FFE0B4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pt754"/>
            <p:cNvSpPr/>
            <p:nvPr/>
          </p:nvSpPr>
          <p:spPr>
            <a:xfrm>
              <a:off x="2202072" y="2689096"/>
              <a:ext cx="51411" cy="51411"/>
            </a:xfrm>
            <a:prstGeom prst="ellipse">
              <a:avLst/>
            </a:prstGeom>
            <a:solidFill>
              <a:srgbClr val="FFC97C">
                <a:alpha val="27843"/>
              </a:srgbClr>
            </a:solidFill>
            <a:ln w="9000" cap="rnd">
              <a:solidFill>
                <a:srgbClr val="FFC97C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pt755"/>
            <p:cNvSpPr/>
            <p:nvPr/>
          </p:nvSpPr>
          <p:spPr>
            <a:xfrm>
              <a:off x="2202072" y="1984535"/>
              <a:ext cx="51411" cy="51411"/>
            </a:xfrm>
            <a:prstGeom prst="ellipse">
              <a:avLst/>
            </a:prstGeom>
            <a:solidFill>
              <a:srgbClr val="FFD498">
                <a:alpha val="23921"/>
              </a:srgbClr>
            </a:solidFill>
            <a:ln w="9000" cap="rnd">
              <a:solidFill>
                <a:srgbClr val="FFD498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pt756"/>
            <p:cNvSpPr/>
            <p:nvPr/>
          </p:nvSpPr>
          <p:spPr>
            <a:xfrm>
              <a:off x="2169546" y="3073841"/>
              <a:ext cx="79508" cy="79508"/>
            </a:xfrm>
            <a:prstGeom prst="ellipse">
              <a:avLst/>
            </a:prstGeom>
            <a:solidFill>
              <a:srgbClr val="FF0000">
                <a:alpha val="91764"/>
              </a:srgbClr>
            </a:solidFill>
            <a:ln w="9000" cap="rnd">
              <a:solidFill>
                <a:srgbClr val="FF0000">
                  <a:alpha val="9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pt757"/>
            <p:cNvSpPr/>
            <p:nvPr/>
          </p:nvSpPr>
          <p:spPr>
            <a:xfrm>
              <a:off x="2149657" y="2618278"/>
              <a:ext cx="101859" cy="101859"/>
            </a:xfrm>
            <a:prstGeom prst="ellipse">
              <a:avLst/>
            </a:prstGeom>
            <a:solidFill>
              <a:srgbClr val="FF6F00">
                <a:alpha val="54901"/>
              </a:srgbClr>
            </a:solidFill>
            <a:ln w="9000" cap="rnd">
              <a:solidFill>
                <a:srgbClr val="FF6F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pt758"/>
            <p:cNvSpPr/>
            <p:nvPr/>
          </p:nvSpPr>
          <p:spPr>
            <a:xfrm>
              <a:off x="2206647" y="1868258"/>
              <a:ext cx="51500" cy="51500"/>
            </a:xfrm>
            <a:prstGeom prst="ellipse">
              <a:avLst/>
            </a:prstGeom>
            <a:solidFill>
              <a:srgbClr val="FFDAA5">
                <a:alpha val="21960"/>
              </a:srgbClr>
            </a:solidFill>
            <a:ln w="9000" cap="rnd">
              <a:solidFill>
                <a:srgbClr val="FFDAA5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pt759"/>
            <p:cNvSpPr/>
            <p:nvPr/>
          </p:nvSpPr>
          <p:spPr>
            <a:xfrm>
              <a:off x="2148360" y="3208920"/>
              <a:ext cx="95495" cy="95495"/>
            </a:xfrm>
            <a:prstGeom prst="ellipse">
              <a:avLst/>
            </a:prstGeom>
            <a:solidFill>
              <a:srgbClr val="FF3000">
                <a:alpha val="66666"/>
              </a:srgbClr>
            </a:solidFill>
            <a:ln w="9000" cap="rnd">
              <a:solidFill>
                <a:srgbClr val="FF3000">
                  <a:alpha val="6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pt760"/>
            <p:cNvSpPr/>
            <p:nvPr/>
          </p:nvSpPr>
          <p:spPr>
            <a:xfrm>
              <a:off x="2149128" y="3123657"/>
              <a:ext cx="93957" cy="93957"/>
            </a:xfrm>
            <a:prstGeom prst="ellipse">
              <a:avLst/>
            </a:prstGeom>
            <a:solidFill>
              <a:srgbClr val="FF6A00">
                <a:alpha val="56078"/>
              </a:srgbClr>
            </a:solidFill>
            <a:ln w="9000" cap="rnd">
              <a:solidFill>
                <a:srgbClr val="FF6A00">
                  <a:alpha val="5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pt761"/>
            <p:cNvSpPr/>
            <p:nvPr/>
          </p:nvSpPr>
          <p:spPr>
            <a:xfrm>
              <a:off x="2224504" y="3094488"/>
              <a:ext cx="38953" cy="38953"/>
            </a:xfrm>
            <a:prstGeom prst="ellipse">
              <a:avLst/>
            </a:prstGeom>
            <a:solidFill>
              <a:srgbClr val="FFDEB0">
                <a:alpha val="20784"/>
              </a:srgbClr>
            </a:solidFill>
            <a:ln w="9000" cap="rnd">
              <a:solidFill>
                <a:srgbClr val="FFDEB0">
                  <a:alpha val="2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pt762"/>
            <p:cNvSpPr/>
            <p:nvPr/>
          </p:nvSpPr>
          <p:spPr>
            <a:xfrm>
              <a:off x="2159115" y="2726861"/>
              <a:ext cx="91691" cy="91691"/>
            </a:xfrm>
            <a:prstGeom prst="ellipse">
              <a:avLst/>
            </a:prstGeom>
            <a:solidFill>
              <a:srgbClr val="FF7A00">
                <a:alpha val="52156"/>
              </a:srgbClr>
            </a:solidFill>
            <a:ln w="9000" cap="rnd">
              <a:solidFill>
                <a:srgbClr val="FF7A00">
                  <a:alpha val="5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pt763"/>
            <p:cNvSpPr/>
            <p:nvPr/>
          </p:nvSpPr>
          <p:spPr>
            <a:xfrm>
              <a:off x="2164469" y="2691690"/>
              <a:ext cx="63277" cy="63277"/>
            </a:xfrm>
            <a:prstGeom prst="ellipse">
              <a:avLst/>
            </a:prstGeom>
            <a:solidFill>
              <a:srgbClr val="FF0000">
                <a:alpha val="76470"/>
              </a:srgbClr>
            </a:solidFill>
            <a:ln w="9000" cap="rnd">
              <a:solidFill>
                <a:srgbClr val="FF0000">
                  <a:alpha val="7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pt764"/>
            <p:cNvSpPr/>
            <p:nvPr/>
          </p:nvSpPr>
          <p:spPr>
            <a:xfrm>
              <a:off x="2149406" y="2663583"/>
              <a:ext cx="106700" cy="106700"/>
            </a:xfrm>
            <a:prstGeom prst="ellipse">
              <a:avLst/>
            </a:prstGeom>
            <a:solidFill>
              <a:srgbClr val="FF1100">
                <a:alpha val="69411"/>
              </a:srgbClr>
            </a:solidFill>
            <a:ln w="9000" cap="rnd">
              <a:solidFill>
                <a:srgbClr val="FF1100">
                  <a:alpha val="6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pt765"/>
            <p:cNvSpPr/>
            <p:nvPr/>
          </p:nvSpPr>
          <p:spPr>
            <a:xfrm>
              <a:off x="2168678" y="2664965"/>
              <a:ext cx="59407" cy="59407"/>
            </a:xfrm>
            <a:prstGeom prst="ellipse">
              <a:avLst/>
            </a:prstGeom>
            <a:solidFill>
              <a:srgbClr val="FF5C00">
                <a:alpha val="59215"/>
              </a:srgbClr>
            </a:solidFill>
            <a:ln w="9000" cap="rnd">
              <a:solidFill>
                <a:srgbClr val="FF5C00">
                  <a:alpha val="5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pt766"/>
            <p:cNvSpPr/>
            <p:nvPr/>
          </p:nvSpPr>
          <p:spPr>
            <a:xfrm>
              <a:off x="2168678" y="2663371"/>
              <a:ext cx="59407" cy="59407"/>
            </a:xfrm>
            <a:prstGeom prst="ellipse">
              <a:avLst/>
            </a:prstGeom>
            <a:solidFill>
              <a:srgbClr val="FF8400">
                <a:alpha val="49411"/>
              </a:srgbClr>
            </a:solidFill>
            <a:ln w="9000" cap="rnd">
              <a:solidFill>
                <a:srgbClr val="FF8400">
                  <a:alpha val="4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pt767"/>
            <p:cNvSpPr/>
            <p:nvPr/>
          </p:nvSpPr>
          <p:spPr>
            <a:xfrm>
              <a:off x="2156173" y="2637949"/>
              <a:ext cx="97575" cy="97575"/>
            </a:xfrm>
            <a:prstGeom prst="ellipse">
              <a:avLst/>
            </a:prstGeom>
            <a:solidFill>
              <a:srgbClr val="FF8D00">
                <a:alpha val="47058"/>
              </a:srgbClr>
            </a:solidFill>
            <a:ln w="9000" cap="rnd">
              <a:solidFill>
                <a:srgbClr val="FF8D00">
                  <a:alpha val="4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pt768"/>
            <p:cNvSpPr/>
            <p:nvPr/>
          </p:nvSpPr>
          <p:spPr>
            <a:xfrm>
              <a:off x="2142253" y="2596262"/>
              <a:ext cx="107707" cy="107707"/>
            </a:xfrm>
            <a:prstGeom prst="ellipse">
              <a:avLst/>
            </a:prstGeom>
            <a:solidFill>
              <a:srgbClr val="FF4D00">
                <a:alpha val="62352"/>
              </a:srgbClr>
            </a:solidFill>
            <a:ln w="9000" cap="rnd">
              <a:solidFill>
                <a:srgbClr val="FF4D00">
                  <a:alpha val="6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pt769"/>
            <p:cNvSpPr/>
            <p:nvPr/>
          </p:nvSpPr>
          <p:spPr>
            <a:xfrm>
              <a:off x="2177663" y="2595624"/>
              <a:ext cx="67685" cy="67685"/>
            </a:xfrm>
            <a:prstGeom prst="ellipse">
              <a:avLst/>
            </a:prstGeom>
            <a:solidFill>
              <a:srgbClr val="FF9800">
                <a:alpha val="43921"/>
              </a:srgbClr>
            </a:solidFill>
            <a:ln w="9000" cap="rnd">
              <a:solidFill>
                <a:srgbClr val="FF9800">
                  <a:alpha val="4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pt770"/>
            <p:cNvSpPr/>
            <p:nvPr/>
          </p:nvSpPr>
          <p:spPr>
            <a:xfrm>
              <a:off x="2215172" y="2604739"/>
              <a:ext cx="48301" cy="48301"/>
            </a:xfrm>
            <a:prstGeom prst="ellipse">
              <a:avLst/>
            </a:prstGeom>
            <a:solidFill>
              <a:srgbClr val="FFE5C1">
                <a:alpha val="18431"/>
              </a:srgbClr>
            </a:solidFill>
            <a:ln w="9000" cap="rnd">
              <a:solidFill>
                <a:srgbClr val="FFE5C1">
                  <a:alpha val="1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pt771"/>
            <p:cNvSpPr/>
            <p:nvPr/>
          </p:nvSpPr>
          <p:spPr>
            <a:xfrm>
              <a:off x="2149854" y="2547029"/>
              <a:ext cx="78858" cy="78858"/>
            </a:xfrm>
            <a:prstGeom prst="ellipse">
              <a:avLst/>
            </a:prstGeom>
            <a:solidFill>
              <a:srgbClr val="FF5F00">
                <a:alpha val="58431"/>
              </a:srgbClr>
            </a:solidFill>
            <a:ln w="9000" cap="rnd">
              <a:solidFill>
                <a:srgbClr val="FF5F00">
                  <a:alpha val="5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pt772"/>
            <p:cNvSpPr/>
            <p:nvPr/>
          </p:nvSpPr>
          <p:spPr>
            <a:xfrm>
              <a:off x="2155839" y="3129396"/>
              <a:ext cx="76056" cy="76056"/>
            </a:xfrm>
            <a:prstGeom prst="ellipse">
              <a:avLst/>
            </a:prstGeom>
            <a:solidFill>
              <a:srgbClr val="FF0000">
                <a:alpha val="78039"/>
              </a:srgbClr>
            </a:solidFill>
            <a:ln w="9000" cap="rnd">
              <a:solidFill>
                <a:srgbClr val="FF0000">
                  <a:alpha val="7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pt773"/>
            <p:cNvSpPr/>
            <p:nvPr/>
          </p:nvSpPr>
          <p:spPr>
            <a:xfrm>
              <a:off x="2199715" y="3046186"/>
              <a:ext cx="83906" cy="83906"/>
            </a:xfrm>
            <a:prstGeom prst="ellipse">
              <a:avLst/>
            </a:prstGeom>
            <a:solidFill>
              <a:srgbClr val="FFB038">
                <a:alpha val="36078"/>
              </a:srgbClr>
            </a:solidFill>
            <a:ln w="9000" cap="rnd">
              <a:solidFill>
                <a:srgbClr val="FFB038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pt774"/>
            <p:cNvSpPr/>
            <p:nvPr/>
          </p:nvSpPr>
          <p:spPr>
            <a:xfrm>
              <a:off x="2150018" y="2620235"/>
              <a:ext cx="101137" cy="101137"/>
            </a:xfrm>
            <a:prstGeom prst="ellipse">
              <a:avLst/>
            </a:prstGeom>
            <a:solidFill>
              <a:srgbClr val="FF4C00">
                <a:alpha val="62352"/>
              </a:srgbClr>
            </a:solidFill>
            <a:ln w="9000" cap="rnd">
              <a:solidFill>
                <a:srgbClr val="FF4C00">
                  <a:alpha val="6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pt775"/>
            <p:cNvSpPr/>
            <p:nvPr/>
          </p:nvSpPr>
          <p:spPr>
            <a:xfrm>
              <a:off x="2185910" y="3205240"/>
              <a:ext cx="116142" cy="116142"/>
            </a:xfrm>
            <a:prstGeom prst="ellipse">
              <a:avLst/>
            </a:prstGeom>
            <a:solidFill>
              <a:srgbClr val="FFB64B">
                <a:alpha val="34117"/>
              </a:srgbClr>
            </a:solidFill>
            <a:ln w="9000" cap="rnd">
              <a:solidFill>
                <a:srgbClr val="FFB64B">
                  <a:alpha val="3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pt776"/>
            <p:cNvSpPr/>
            <p:nvPr/>
          </p:nvSpPr>
          <p:spPr>
            <a:xfrm>
              <a:off x="2214092" y="2990626"/>
              <a:ext cx="64460" cy="64460"/>
            </a:xfrm>
            <a:prstGeom prst="ellipse">
              <a:avLst/>
            </a:prstGeom>
            <a:solidFill>
              <a:srgbClr val="FFAC2A">
                <a:alpha val="37647"/>
              </a:srgbClr>
            </a:solidFill>
            <a:ln w="9000" cap="rnd">
              <a:solidFill>
                <a:srgbClr val="FFAC2A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pt777"/>
            <p:cNvSpPr/>
            <p:nvPr/>
          </p:nvSpPr>
          <p:spPr>
            <a:xfrm>
              <a:off x="2202451" y="2956706"/>
              <a:ext cx="87741" cy="87741"/>
            </a:xfrm>
            <a:prstGeom prst="ellipse">
              <a:avLst/>
            </a:prstGeom>
            <a:solidFill>
              <a:srgbClr val="FFAA23">
                <a:alpha val="38039"/>
              </a:srgbClr>
            </a:solidFill>
            <a:ln w="9000" cap="rnd">
              <a:solidFill>
                <a:srgbClr val="FFAA23">
                  <a:alpha val="3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pt778"/>
            <p:cNvSpPr/>
            <p:nvPr/>
          </p:nvSpPr>
          <p:spPr>
            <a:xfrm>
              <a:off x="2214657" y="2967312"/>
              <a:ext cx="63330" cy="63330"/>
            </a:xfrm>
            <a:prstGeom prst="ellipse">
              <a:avLst/>
            </a:prstGeom>
            <a:solidFill>
              <a:srgbClr val="FFBC5B">
                <a:alpha val="32156"/>
              </a:srgbClr>
            </a:solidFill>
            <a:ln w="9000" cap="rnd">
              <a:solidFill>
                <a:srgbClr val="FFBC5B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pt779"/>
            <p:cNvSpPr/>
            <p:nvPr/>
          </p:nvSpPr>
          <p:spPr>
            <a:xfrm>
              <a:off x="2211825" y="2849851"/>
              <a:ext cx="68993" cy="68993"/>
            </a:xfrm>
            <a:prstGeom prst="ellipse">
              <a:avLst/>
            </a:prstGeom>
            <a:solidFill>
              <a:srgbClr val="FFA60E">
                <a:alpha val="39607"/>
              </a:srgbClr>
            </a:solidFill>
            <a:ln w="9000" cap="rnd">
              <a:solidFill>
                <a:srgbClr val="FFA60E">
                  <a:alpha val="3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pt780"/>
            <p:cNvSpPr/>
            <p:nvPr/>
          </p:nvSpPr>
          <p:spPr>
            <a:xfrm>
              <a:off x="2209719" y="2844565"/>
              <a:ext cx="73206" cy="73206"/>
            </a:xfrm>
            <a:prstGeom prst="ellipse">
              <a:avLst/>
            </a:prstGeom>
            <a:solidFill>
              <a:srgbClr val="FFB74D">
                <a:alpha val="33725"/>
              </a:srgbClr>
            </a:solidFill>
            <a:ln w="9000" cap="rnd">
              <a:solidFill>
                <a:srgbClr val="FFB74D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pt781"/>
            <p:cNvSpPr/>
            <p:nvPr/>
          </p:nvSpPr>
          <p:spPr>
            <a:xfrm>
              <a:off x="2205632" y="2869121"/>
              <a:ext cx="81379" cy="81379"/>
            </a:xfrm>
            <a:prstGeom prst="ellipse">
              <a:avLst/>
            </a:prstGeom>
            <a:solidFill>
              <a:srgbClr val="FFA100">
                <a:alpha val="41176"/>
              </a:srgbClr>
            </a:solidFill>
            <a:ln w="9000" cap="rnd">
              <a:solidFill>
                <a:srgbClr val="FFA100">
                  <a:alpha val="4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pt782"/>
            <p:cNvSpPr/>
            <p:nvPr/>
          </p:nvSpPr>
          <p:spPr>
            <a:xfrm>
              <a:off x="2163858" y="3030961"/>
              <a:ext cx="95294" cy="95294"/>
            </a:xfrm>
            <a:prstGeom prst="ellipse">
              <a:avLst/>
            </a:prstGeom>
            <a:solidFill>
              <a:srgbClr val="FF9000">
                <a:alpha val="46274"/>
              </a:srgbClr>
            </a:solidFill>
            <a:ln w="9000" cap="rnd">
              <a:solidFill>
                <a:srgbClr val="FF9000">
                  <a:alpha val="4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pt783"/>
            <p:cNvSpPr/>
            <p:nvPr/>
          </p:nvSpPr>
          <p:spPr>
            <a:xfrm>
              <a:off x="2232597" y="2996069"/>
              <a:ext cx="40747" cy="40747"/>
            </a:xfrm>
            <a:prstGeom prst="ellipse">
              <a:avLst/>
            </a:prstGeom>
            <a:solidFill>
              <a:srgbClr val="FF6A00">
                <a:alpha val="56078"/>
              </a:srgbClr>
            </a:solidFill>
            <a:ln w="9000" cap="rnd">
              <a:solidFill>
                <a:srgbClr val="FF6A00">
                  <a:alpha val="5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pt784"/>
            <p:cNvSpPr/>
            <p:nvPr/>
          </p:nvSpPr>
          <p:spPr>
            <a:xfrm>
              <a:off x="2216838" y="3369364"/>
              <a:ext cx="67933" cy="67933"/>
            </a:xfrm>
            <a:prstGeom prst="ellipse">
              <a:avLst/>
            </a:prstGeom>
            <a:solidFill>
              <a:srgbClr val="FFBA56">
                <a:alpha val="32941"/>
              </a:srgbClr>
            </a:solidFill>
            <a:ln w="9000" cap="rnd">
              <a:solidFill>
                <a:srgbClr val="FFBA56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pt785"/>
            <p:cNvSpPr/>
            <p:nvPr/>
          </p:nvSpPr>
          <p:spPr>
            <a:xfrm>
              <a:off x="2203753" y="2929339"/>
              <a:ext cx="85138" cy="85138"/>
            </a:xfrm>
            <a:prstGeom prst="ellipse">
              <a:avLst/>
            </a:prstGeom>
            <a:solidFill>
              <a:srgbClr val="FFA100">
                <a:alpha val="41176"/>
              </a:srgbClr>
            </a:solidFill>
            <a:ln w="9000" cap="rnd">
              <a:solidFill>
                <a:srgbClr val="FFA100">
                  <a:alpha val="4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pt786"/>
            <p:cNvSpPr/>
            <p:nvPr/>
          </p:nvSpPr>
          <p:spPr>
            <a:xfrm>
              <a:off x="2232385" y="3218947"/>
              <a:ext cx="49920" cy="49920"/>
            </a:xfrm>
            <a:prstGeom prst="ellipse">
              <a:avLst/>
            </a:prstGeom>
            <a:solidFill>
              <a:srgbClr val="FFD396">
                <a:alpha val="24313"/>
              </a:srgbClr>
            </a:solidFill>
            <a:ln w="9000" cap="rnd">
              <a:solidFill>
                <a:srgbClr val="FFD396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pt787"/>
            <p:cNvSpPr/>
            <p:nvPr/>
          </p:nvSpPr>
          <p:spPr>
            <a:xfrm>
              <a:off x="2195264" y="3142603"/>
              <a:ext cx="119754" cy="119754"/>
            </a:xfrm>
            <a:prstGeom prst="ellipse">
              <a:avLst/>
            </a:prstGeom>
            <a:solidFill>
              <a:srgbClr val="FFB851">
                <a:alpha val="33333"/>
              </a:srgbClr>
            </a:solidFill>
            <a:ln w="9000" cap="rnd">
              <a:solidFill>
                <a:srgbClr val="FFB851">
                  <a:alpha val="3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pt788"/>
            <p:cNvSpPr/>
            <p:nvPr/>
          </p:nvSpPr>
          <p:spPr>
            <a:xfrm>
              <a:off x="2200716" y="3186460"/>
              <a:ext cx="118088" cy="118088"/>
            </a:xfrm>
            <a:prstGeom prst="ellipse">
              <a:avLst/>
            </a:prstGeom>
            <a:solidFill>
              <a:srgbClr val="FFA200">
                <a:alpha val="40784"/>
              </a:srgbClr>
            </a:solidFill>
            <a:ln w="9000" cap="rnd">
              <a:solidFill>
                <a:srgbClr val="FFA200">
                  <a:alpha val="4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pt789"/>
            <p:cNvSpPr/>
            <p:nvPr/>
          </p:nvSpPr>
          <p:spPr>
            <a:xfrm>
              <a:off x="2194779" y="3067605"/>
              <a:ext cx="98403" cy="98403"/>
            </a:xfrm>
            <a:prstGeom prst="ellipse">
              <a:avLst/>
            </a:prstGeom>
            <a:solidFill>
              <a:srgbClr val="FF7900">
                <a:alpha val="52156"/>
              </a:srgbClr>
            </a:solidFill>
            <a:ln w="9000" cap="rnd">
              <a:solidFill>
                <a:srgbClr val="FF7900">
                  <a:alpha val="5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pt790"/>
            <p:cNvSpPr/>
            <p:nvPr/>
          </p:nvSpPr>
          <p:spPr>
            <a:xfrm>
              <a:off x="2219753" y="3074577"/>
              <a:ext cx="62103" cy="62103"/>
            </a:xfrm>
            <a:prstGeom prst="ellipse">
              <a:avLst/>
            </a:prstGeom>
            <a:solidFill>
              <a:srgbClr val="FFA000">
                <a:alpha val="41568"/>
              </a:srgbClr>
            </a:solidFill>
            <a:ln w="9000" cap="rnd">
              <a:solidFill>
                <a:srgbClr val="FFA000">
                  <a:alpha val="4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pt791"/>
            <p:cNvSpPr/>
            <p:nvPr/>
          </p:nvSpPr>
          <p:spPr>
            <a:xfrm>
              <a:off x="2171127" y="3073999"/>
              <a:ext cx="63259" cy="63259"/>
            </a:xfrm>
            <a:prstGeom prst="ellipse">
              <a:avLst/>
            </a:prstGeom>
            <a:solidFill>
              <a:srgbClr val="FFA100">
                <a:alpha val="41176"/>
              </a:srgbClr>
            </a:solidFill>
            <a:ln w="9000" cap="rnd">
              <a:solidFill>
                <a:srgbClr val="FFA100">
                  <a:alpha val="4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pt792"/>
            <p:cNvSpPr/>
            <p:nvPr/>
          </p:nvSpPr>
          <p:spPr>
            <a:xfrm>
              <a:off x="2249605" y="2154037"/>
              <a:ext cx="39278" cy="39278"/>
            </a:xfrm>
            <a:prstGeom prst="ellipse">
              <a:avLst/>
            </a:prstGeom>
            <a:solidFill>
              <a:srgbClr val="FFE6C2">
                <a:alpha val="18039"/>
              </a:srgbClr>
            </a:solidFill>
            <a:ln w="9000" cap="rnd">
              <a:solidFill>
                <a:srgbClr val="FFE6C2">
                  <a:alpha val="1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pt793"/>
            <p:cNvSpPr/>
            <p:nvPr/>
          </p:nvSpPr>
          <p:spPr>
            <a:xfrm>
              <a:off x="2252304" y="2531272"/>
              <a:ext cx="43328" cy="43328"/>
            </a:xfrm>
            <a:prstGeom prst="ellipse">
              <a:avLst/>
            </a:prstGeom>
            <a:solidFill>
              <a:srgbClr val="FFDFB3">
                <a:alpha val="20392"/>
              </a:srgbClr>
            </a:solidFill>
            <a:ln w="9000" cap="rnd">
              <a:solidFill>
                <a:srgbClr val="FFDFB3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pt794"/>
            <p:cNvSpPr/>
            <p:nvPr/>
          </p:nvSpPr>
          <p:spPr>
            <a:xfrm>
              <a:off x="2249003" y="2217853"/>
              <a:ext cx="45171" cy="45171"/>
            </a:xfrm>
            <a:prstGeom prst="ellipse">
              <a:avLst/>
            </a:prstGeom>
            <a:solidFill>
              <a:srgbClr val="FFD9A4">
                <a:alpha val="22352"/>
              </a:srgbClr>
            </a:solidFill>
            <a:ln w="9000" cap="rnd">
              <a:solidFill>
                <a:srgbClr val="FFD9A4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pt795"/>
            <p:cNvSpPr/>
            <p:nvPr/>
          </p:nvSpPr>
          <p:spPr>
            <a:xfrm>
              <a:off x="2247761" y="2097185"/>
              <a:ext cx="57105" cy="57105"/>
            </a:xfrm>
            <a:prstGeom prst="ellipse">
              <a:avLst/>
            </a:prstGeom>
            <a:solidFill>
              <a:srgbClr val="FFCD85">
                <a:alpha val="26666"/>
              </a:srgbClr>
            </a:solidFill>
            <a:ln w="9000" cap="rnd">
              <a:solidFill>
                <a:srgbClr val="FFCD85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pt796"/>
            <p:cNvSpPr/>
            <p:nvPr/>
          </p:nvSpPr>
          <p:spPr>
            <a:xfrm>
              <a:off x="2255637" y="2103465"/>
              <a:ext cx="41352" cy="41352"/>
            </a:xfrm>
            <a:prstGeom prst="ellipse">
              <a:avLst/>
            </a:prstGeom>
            <a:solidFill>
              <a:srgbClr val="FFD8A0">
                <a:alpha val="22745"/>
              </a:srgbClr>
            </a:solidFill>
            <a:ln w="9000" cap="rnd">
              <a:solidFill>
                <a:srgbClr val="FFD8A0">
                  <a:alpha val="2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pt797"/>
            <p:cNvSpPr/>
            <p:nvPr/>
          </p:nvSpPr>
          <p:spPr>
            <a:xfrm>
              <a:off x="2261398" y="2276658"/>
              <a:ext cx="39278" cy="39278"/>
            </a:xfrm>
            <a:prstGeom prst="ellipse">
              <a:avLst/>
            </a:prstGeom>
            <a:solidFill>
              <a:srgbClr val="FFDAA5">
                <a:alpha val="22352"/>
              </a:srgbClr>
            </a:solidFill>
            <a:ln w="9000" cap="rnd">
              <a:solidFill>
                <a:srgbClr val="FFDAA5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pt798"/>
            <p:cNvSpPr/>
            <p:nvPr/>
          </p:nvSpPr>
          <p:spPr>
            <a:xfrm>
              <a:off x="2263794" y="2821537"/>
              <a:ext cx="39246" cy="39246"/>
            </a:xfrm>
            <a:prstGeom prst="ellipse">
              <a:avLst/>
            </a:prstGeom>
            <a:solidFill>
              <a:srgbClr val="FFE5C1">
                <a:alpha val="18431"/>
              </a:srgbClr>
            </a:solidFill>
            <a:ln w="9000" cap="rnd">
              <a:solidFill>
                <a:srgbClr val="FFE5C1">
                  <a:alpha val="1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pt799"/>
            <p:cNvSpPr/>
            <p:nvPr/>
          </p:nvSpPr>
          <p:spPr>
            <a:xfrm>
              <a:off x="2261754" y="2844016"/>
              <a:ext cx="43326" cy="43326"/>
            </a:xfrm>
            <a:prstGeom prst="ellipse">
              <a:avLst/>
            </a:prstGeom>
            <a:solidFill>
              <a:srgbClr val="FFCD86">
                <a:alpha val="26666"/>
              </a:srgbClr>
            </a:solidFill>
            <a:ln w="9000" cap="rnd">
              <a:solidFill>
                <a:srgbClr val="FFCD86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pt800"/>
            <p:cNvSpPr/>
            <p:nvPr/>
          </p:nvSpPr>
          <p:spPr>
            <a:xfrm>
              <a:off x="2248495" y="2297137"/>
              <a:ext cx="65086" cy="65086"/>
            </a:xfrm>
            <a:prstGeom prst="ellipse">
              <a:avLst/>
            </a:prstGeom>
            <a:solidFill>
              <a:srgbClr val="FFD292">
                <a:alpha val="24705"/>
              </a:srgbClr>
            </a:solidFill>
            <a:ln w="9000" cap="rnd">
              <a:solidFill>
                <a:srgbClr val="FFD292">
                  <a:alpha val="2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pt801"/>
            <p:cNvSpPr/>
            <p:nvPr/>
          </p:nvSpPr>
          <p:spPr>
            <a:xfrm>
              <a:off x="2263779" y="2036016"/>
              <a:ext cx="39275" cy="39275"/>
            </a:xfrm>
            <a:prstGeom prst="ellipse">
              <a:avLst/>
            </a:prstGeom>
            <a:solidFill>
              <a:srgbClr val="FFCF8C">
                <a:alpha val="25882"/>
              </a:srgbClr>
            </a:solidFill>
            <a:ln w="9000" cap="rnd">
              <a:solidFill>
                <a:srgbClr val="FFCF8C">
                  <a:alpha val="2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pt802"/>
            <p:cNvSpPr/>
            <p:nvPr/>
          </p:nvSpPr>
          <p:spPr>
            <a:xfrm>
              <a:off x="2263779" y="2034420"/>
              <a:ext cx="39275" cy="39275"/>
            </a:xfrm>
            <a:prstGeom prst="ellipse">
              <a:avLst/>
            </a:prstGeom>
            <a:solidFill>
              <a:srgbClr val="FFD79E">
                <a:alpha val="23137"/>
              </a:srgbClr>
            </a:solidFill>
            <a:ln w="9000" cap="rnd">
              <a:solidFill>
                <a:srgbClr val="FFD79E">
                  <a:alpha val="2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pt803"/>
            <p:cNvSpPr/>
            <p:nvPr/>
          </p:nvSpPr>
          <p:spPr>
            <a:xfrm>
              <a:off x="2189204" y="3087129"/>
              <a:ext cx="40193" cy="40193"/>
            </a:xfrm>
            <a:prstGeom prst="ellipse">
              <a:avLst/>
            </a:prstGeom>
            <a:solidFill>
              <a:srgbClr val="FF6A00">
                <a:alpha val="56078"/>
              </a:srgbClr>
            </a:solidFill>
            <a:ln w="9000" cap="rnd">
              <a:solidFill>
                <a:srgbClr val="FF6A00">
                  <a:alpha val="5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pt804"/>
            <p:cNvSpPr/>
            <p:nvPr/>
          </p:nvSpPr>
          <p:spPr>
            <a:xfrm>
              <a:off x="2219149" y="3075569"/>
              <a:ext cx="63312" cy="63312"/>
            </a:xfrm>
            <a:prstGeom prst="ellipse">
              <a:avLst/>
            </a:prstGeom>
            <a:solidFill>
              <a:srgbClr val="FF6B00">
                <a:alpha val="55686"/>
              </a:srgbClr>
            </a:solidFill>
            <a:ln w="9000" cap="rnd">
              <a:solidFill>
                <a:srgbClr val="FF6B00">
                  <a:alpha val="5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pt805"/>
            <p:cNvSpPr/>
            <p:nvPr/>
          </p:nvSpPr>
          <p:spPr>
            <a:xfrm>
              <a:off x="2268536" y="2206612"/>
              <a:ext cx="39211" cy="39211"/>
            </a:xfrm>
            <a:prstGeom prst="ellipse">
              <a:avLst/>
            </a:prstGeom>
            <a:solidFill>
              <a:srgbClr val="FFE5C0">
                <a:alpha val="18431"/>
              </a:srgbClr>
            </a:solidFill>
            <a:ln w="9000" cap="rnd">
              <a:solidFill>
                <a:srgbClr val="FFE5C0">
                  <a:alpha val="1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pt806"/>
            <p:cNvSpPr/>
            <p:nvPr/>
          </p:nvSpPr>
          <p:spPr>
            <a:xfrm>
              <a:off x="2269842" y="2146560"/>
              <a:ext cx="41289" cy="41289"/>
            </a:xfrm>
            <a:prstGeom prst="ellipse">
              <a:avLst/>
            </a:prstGeom>
            <a:solidFill>
              <a:srgbClr val="FFE8C7">
                <a:alpha val="17647"/>
              </a:srgbClr>
            </a:solidFill>
            <a:ln w="9000" cap="rnd">
              <a:solidFill>
                <a:srgbClr val="FFE8C7">
                  <a:alpha val="1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pt807"/>
            <p:cNvSpPr/>
            <p:nvPr/>
          </p:nvSpPr>
          <p:spPr>
            <a:xfrm>
              <a:off x="2257379" y="1952465"/>
              <a:ext cx="66215" cy="66215"/>
            </a:xfrm>
            <a:prstGeom prst="ellipse">
              <a:avLst/>
            </a:prstGeom>
            <a:solidFill>
              <a:srgbClr val="FFD08E">
                <a:alpha val="25490"/>
              </a:srgbClr>
            </a:solidFill>
            <a:ln w="9000" cap="rnd">
              <a:solidFill>
                <a:srgbClr val="FFD08E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pt808"/>
            <p:cNvSpPr/>
            <p:nvPr/>
          </p:nvSpPr>
          <p:spPr>
            <a:xfrm>
              <a:off x="2268850" y="2809001"/>
              <a:ext cx="43272" cy="43272"/>
            </a:xfrm>
            <a:prstGeom prst="ellipse">
              <a:avLst/>
            </a:prstGeom>
            <a:solidFill>
              <a:srgbClr val="FFC778">
                <a:alpha val="28235"/>
              </a:srgbClr>
            </a:solidFill>
            <a:ln w="9000" cap="rnd">
              <a:solidFill>
                <a:srgbClr val="FFC778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pt809"/>
            <p:cNvSpPr/>
            <p:nvPr/>
          </p:nvSpPr>
          <p:spPr>
            <a:xfrm>
              <a:off x="2275565" y="2010589"/>
              <a:ext cx="39214" cy="39214"/>
            </a:xfrm>
            <a:prstGeom prst="ellipse">
              <a:avLst/>
            </a:prstGeom>
            <a:solidFill>
              <a:srgbClr val="FFDDAD">
                <a:alpha val="21176"/>
              </a:srgbClr>
            </a:solidFill>
            <a:ln w="9000" cap="rnd">
              <a:solidFill>
                <a:srgbClr val="FFDDAD">
                  <a:alpha val="2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pt810"/>
            <p:cNvSpPr/>
            <p:nvPr/>
          </p:nvSpPr>
          <p:spPr>
            <a:xfrm>
              <a:off x="2221730" y="2979853"/>
              <a:ext cx="66821" cy="66821"/>
            </a:xfrm>
            <a:prstGeom prst="ellipse">
              <a:avLst/>
            </a:prstGeom>
            <a:solidFill>
              <a:srgbClr val="FF7300">
                <a:alpha val="53725"/>
              </a:srgbClr>
            </a:solidFill>
            <a:ln w="9000" cap="rnd">
              <a:solidFill>
                <a:srgbClr val="FF7300">
                  <a:alpha val="5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pt811"/>
            <p:cNvSpPr/>
            <p:nvPr/>
          </p:nvSpPr>
          <p:spPr>
            <a:xfrm>
              <a:off x="2276906" y="3360453"/>
              <a:ext cx="41292" cy="41292"/>
            </a:xfrm>
            <a:prstGeom prst="ellipse">
              <a:avLst/>
            </a:prstGeom>
            <a:solidFill>
              <a:srgbClr val="FFD79F">
                <a:alpha val="23137"/>
              </a:srgbClr>
            </a:solidFill>
            <a:ln w="9000" cap="rnd">
              <a:solidFill>
                <a:srgbClr val="FFD79F">
                  <a:alpha val="2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pt812"/>
            <p:cNvSpPr/>
            <p:nvPr/>
          </p:nvSpPr>
          <p:spPr>
            <a:xfrm>
              <a:off x="2276439" y="2426451"/>
              <a:ext cx="46844" cy="46844"/>
            </a:xfrm>
            <a:prstGeom prst="ellipse">
              <a:avLst/>
            </a:prstGeom>
            <a:solidFill>
              <a:srgbClr val="FFDFB3">
                <a:alpha val="20392"/>
              </a:srgbClr>
            </a:solidFill>
            <a:ln w="9000" cap="rnd">
              <a:solidFill>
                <a:srgbClr val="FFDFB3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pt813"/>
            <p:cNvSpPr/>
            <p:nvPr/>
          </p:nvSpPr>
          <p:spPr>
            <a:xfrm>
              <a:off x="2277264" y="3069496"/>
              <a:ext cx="45195" cy="45195"/>
            </a:xfrm>
            <a:prstGeom prst="ellipse">
              <a:avLst/>
            </a:prstGeom>
            <a:solidFill>
              <a:srgbClr val="FFE8C8">
                <a:alpha val="17254"/>
              </a:srgbClr>
            </a:solidFill>
            <a:ln w="9000" cap="rnd">
              <a:solidFill>
                <a:srgbClr val="FFE8C8">
                  <a:alpha val="1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pt814"/>
            <p:cNvSpPr/>
            <p:nvPr/>
          </p:nvSpPr>
          <p:spPr>
            <a:xfrm>
              <a:off x="2216838" y="3057378"/>
              <a:ext cx="67933" cy="67933"/>
            </a:xfrm>
            <a:prstGeom prst="ellipse">
              <a:avLst/>
            </a:prstGeom>
            <a:solidFill>
              <a:srgbClr val="FF9200">
                <a:alpha val="45490"/>
              </a:srgbClr>
            </a:solidFill>
            <a:ln w="9000" cap="rnd">
              <a:solidFill>
                <a:srgbClr val="FF9200">
                  <a:alpha val="4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pt815"/>
            <p:cNvSpPr/>
            <p:nvPr/>
          </p:nvSpPr>
          <p:spPr>
            <a:xfrm>
              <a:off x="2284915" y="2798237"/>
              <a:ext cx="39342" cy="39342"/>
            </a:xfrm>
            <a:prstGeom prst="ellipse">
              <a:avLst/>
            </a:prstGeom>
            <a:solidFill>
              <a:srgbClr val="FFD59A">
                <a:alpha val="23529"/>
              </a:srgbClr>
            </a:solidFill>
            <a:ln w="9000" cap="rnd">
              <a:solidFill>
                <a:srgbClr val="FFD59A">
                  <a:alpha val="2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pt816"/>
            <p:cNvSpPr/>
            <p:nvPr/>
          </p:nvSpPr>
          <p:spPr>
            <a:xfrm>
              <a:off x="2271797" y="2767531"/>
              <a:ext cx="56128" cy="56128"/>
            </a:xfrm>
            <a:prstGeom prst="ellipse">
              <a:avLst/>
            </a:prstGeom>
            <a:solidFill>
              <a:srgbClr val="FFC26A">
                <a:alpha val="30196"/>
              </a:srgbClr>
            </a:solidFill>
            <a:ln w="9000" cap="rnd">
              <a:solidFill>
                <a:srgbClr val="FFC26A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pt817"/>
            <p:cNvSpPr/>
            <p:nvPr/>
          </p:nvSpPr>
          <p:spPr>
            <a:xfrm>
              <a:off x="2276401" y="3026000"/>
              <a:ext cx="46921" cy="46921"/>
            </a:xfrm>
            <a:prstGeom prst="ellipse">
              <a:avLst/>
            </a:prstGeom>
            <a:solidFill>
              <a:srgbClr val="FFDDAE">
                <a:alpha val="20784"/>
              </a:srgbClr>
            </a:solidFill>
            <a:ln w="9000" cap="rnd">
              <a:solidFill>
                <a:srgbClr val="FFDDAE">
                  <a:alpha val="2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pt818"/>
            <p:cNvSpPr/>
            <p:nvPr/>
          </p:nvSpPr>
          <p:spPr>
            <a:xfrm>
              <a:off x="2283895" y="1939423"/>
              <a:ext cx="41382" cy="41382"/>
            </a:xfrm>
            <a:prstGeom prst="ellipse">
              <a:avLst/>
            </a:prstGeom>
            <a:solidFill>
              <a:srgbClr val="FFE0B3">
                <a:alpha val="20392"/>
              </a:srgbClr>
            </a:solidFill>
            <a:ln w="9000" cap="rnd">
              <a:solidFill>
                <a:srgbClr val="FFE0B3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pt819"/>
            <p:cNvSpPr/>
            <p:nvPr/>
          </p:nvSpPr>
          <p:spPr>
            <a:xfrm>
              <a:off x="2288554" y="3116382"/>
              <a:ext cx="41442" cy="41442"/>
            </a:xfrm>
            <a:prstGeom prst="ellipse">
              <a:avLst/>
            </a:prstGeom>
            <a:solidFill>
              <a:srgbClr val="FFEACC">
                <a:alpha val="16862"/>
              </a:srgbClr>
            </a:solidFill>
            <a:ln w="9000" cap="rnd">
              <a:solidFill>
                <a:srgbClr val="FFEACC">
                  <a:alpha val="1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pt820"/>
            <p:cNvSpPr/>
            <p:nvPr/>
          </p:nvSpPr>
          <p:spPr>
            <a:xfrm>
              <a:off x="2288554" y="3117979"/>
              <a:ext cx="41442" cy="41442"/>
            </a:xfrm>
            <a:prstGeom prst="ellipse">
              <a:avLst/>
            </a:prstGeom>
            <a:solidFill>
              <a:srgbClr val="FFCF8A">
                <a:alpha val="25882"/>
              </a:srgbClr>
            </a:solidFill>
            <a:ln w="9000" cap="rnd">
              <a:solidFill>
                <a:srgbClr val="FFCF8A">
                  <a:alpha val="2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pt821"/>
            <p:cNvSpPr/>
            <p:nvPr/>
          </p:nvSpPr>
          <p:spPr>
            <a:xfrm>
              <a:off x="2288554" y="1824690"/>
              <a:ext cx="41442" cy="41442"/>
            </a:xfrm>
            <a:prstGeom prst="ellipse">
              <a:avLst/>
            </a:prstGeom>
            <a:solidFill>
              <a:srgbClr val="FFD8A1">
                <a:alpha val="22745"/>
              </a:srgbClr>
            </a:solidFill>
            <a:ln w="9000" cap="rnd">
              <a:solidFill>
                <a:srgbClr val="FFD8A1">
                  <a:alpha val="2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pt822"/>
            <p:cNvSpPr/>
            <p:nvPr/>
          </p:nvSpPr>
          <p:spPr>
            <a:xfrm>
              <a:off x="2287597" y="1822138"/>
              <a:ext cx="43357" cy="43357"/>
            </a:xfrm>
            <a:prstGeom prst="ellipse">
              <a:avLst/>
            </a:prstGeom>
            <a:solidFill>
              <a:srgbClr val="FFE0B5">
                <a:alpha val="20000"/>
              </a:srgbClr>
            </a:solidFill>
            <a:ln w="9000" cap="rnd">
              <a:solidFill>
                <a:srgbClr val="FFE0B5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pt823"/>
            <p:cNvSpPr/>
            <p:nvPr/>
          </p:nvSpPr>
          <p:spPr>
            <a:xfrm>
              <a:off x="2262806" y="3408523"/>
              <a:ext cx="69492" cy="69492"/>
            </a:xfrm>
            <a:prstGeom prst="ellipse">
              <a:avLst/>
            </a:prstGeom>
            <a:solidFill>
              <a:srgbClr val="FFAB27">
                <a:alpha val="38039"/>
              </a:srgbClr>
            </a:solidFill>
            <a:ln w="9000" cap="rnd">
              <a:solidFill>
                <a:srgbClr val="FFAB27">
                  <a:alpha val="3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pt824"/>
            <p:cNvSpPr/>
            <p:nvPr/>
          </p:nvSpPr>
          <p:spPr>
            <a:xfrm>
              <a:off x="2280502" y="2730986"/>
              <a:ext cx="57546" cy="57546"/>
            </a:xfrm>
            <a:prstGeom prst="ellipse">
              <a:avLst/>
            </a:prstGeom>
            <a:solidFill>
              <a:srgbClr val="FFCD87">
                <a:alpha val="26274"/>
              </a:srgbClr>
            </a:solidFill>
            <a:ln w="9000" cap="rnd">
              <a:solidFill>
                <a:srgbClr val="FFCD87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pt825"/>
            <p:cNvSpPr/>
            <p:nvPr/>
          </p:nvSpPr>
          <p:spPr>
            <a:xfrm>
              <a:off x="2288556" y="2738239"/>
              <a:ext cx="41439" cy="41439"/>
            </a:xfrm>
            <a:prstGeom prst="ellipse">
              <a:avLst/>
            </a:prstGeom>
            <a:solidFill>
              <a:srgbClr val="FFEDD3">
                <a:alpha val="16078"/>
              </a:srgbClr>
            </a:solidFill>
            <a:ln w="9000" cap="rnd">
              <a:solidFill>
                <a:srgbClr val="FFEDD3">
                  <a:alpha val="1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pt826"/>
            <p:cNvSpPr/>
            <p:nvPr/>
          </p:nvSpPr>
          <p:spPr>
            <a:xfrm>
              <a:off x="2215770" y="3399174"/>
              <a:ext cx="65653" cy="65653"/>
            </a:xfrm>
            <a:prstGeom prst="ellipse">
              <a:avLst/>
            </a:prstGeom>
            <a:solidFill>
              <a:srgbClr val="FF9C00">
                <a:alpha val="42745"/>
              </a:srgbClr>
            </a:solidFill>
            <a:ln w="9000" cap="rnd">
              <a:solidFill>
                <a:srgbClr val="FF9C00">
                  <a:alpha val="4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pt827"/>
            <p:cNvSpPr/>
            <p:nvPr/>
          </p:nvSpPr>
          <p:spPr>
            <a:xfrm>
              <a:off x="2281220" y="2732501"/>
              <a:ext cx="56109" cy="56109"/>
            </a:xfrm>
            <a:prstGeom prst="ellipse">
              <a:avLst/>
            </a:prstGeom>
            <a:solidFill>
              <a:srgbClr val="FFBD5F">
                <a:alpha val="31764"/>
              </a:srgbClr>
            </a:solidFill>
            <a:ln w="9000" cap="rnd">
              <a:solidFill>
                <a:srgbClr val="FFBD5F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pt828"/>
            <p:cNvSpPr/>
            <p:nvPr/>
          </p:nvSpPr>
          <p:spPr>
            <a:xfrm>
              <a:off x="2292976" y="3300609"/>
              <a:ext cx="51775" cy="51775"/>
            </a:xfrm>
            <a:prstGeom prst="ellipse">
              <a:avLst/>
            </a:prstGeom>
            <a:solidFill>
              <a:srgbClr val="FFD9A4">
                <a:alpha val="22352"/>
              </a:srgbClr>
            </a:solidFill>
            <a:ln w="9000" cap="rnd">
              <a:solidFill>
                <a:srgbClr val="FFD9A4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pt829"/>
            <p:cNvSpPr/>
            <p:nvPr/>
          </p:nvSpPr>
          <p:spPr>
            <a:xfrm>
              <a:off x="2295850" y="3301429"/>
              <a:ext cx="41409" cy="41409"/>
            </a:xfrm>
            <a:prstGeom prst="ellipse">
              <a:avLst/>
            </a:prstGeom>
            <a:solidFill>
              <a:srgbClr val="FFC067">
                <a:alpha val="30588"/>
              </a:srgbClr>
            </a:solidFill>
            <a:ln w="9000" cap="rnd">
              <a:solidFill>
                <a:srgbClr val="FFC067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pt830"/>
            <p:cNvSpPr/>
            <p:nvPr/>
          </p:nvSpPr>
          <p:spPr>
            <a:xfrm>
              <a:off x="2291451" y="3472334"/>
              <a:ext cx="50206" cy="50206"/>
            </a:xfrm>
            <a:prstGeom prst="ellipse">
              <a:avLst/>
            </a:prstGeom>
            <a:solidFill>
              <a:srgbClr val="FFDAA7">
                <a:alpha val="21960"/>
              </a:srgbClr>
            </a:solidFill>
            <a:ln w="9000" cap="rnd">
              <a:solidFill>
                <a:srgbClr val="FFDAA7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pt831"/>
            <p:cNvSpPr/>
            <p:nvPr/>
          </p:nvSpPr>
          <p:spPr>
            <a:xfrm>
              <a:off x="2282642" y="2734720"/>
              <a:ext cx="53267" cy="53267"/>
            </a:xfrm>
            <a:prstGeom prst="ellipse">
              <a:avLst/>
            </a:prstGeom>
            <a:solidFill>
              <a:srgbClr val="FFB547">
                <a:alpha val="34509"/>
              </a:srgbClr>
            </a:solidFill>
            <a:ln w="9000" cap="rnd">
              <a:solidFill>
                <a:srgbClr val="FFB547">
                  <a:alpha val="3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pt832"/>
            <p:cNvSpPr/>
            <p:nvPr/>
          </p:nvSpPr>
          <p:spPr>
            <a:xfrm>
              <a:off x="2299581" y="2722764"/>
              <a:ext cx="43326" cy="43326"/>
            </a:xfrm>
            <a:prstGeom prst="ellipse">
              <a:avLst/>
            </a:prstGeom>
            <a:solidFill>
              <a:srgbClr val="FFDFB3">
                <a:alpha val="20392"/>
              </a:srgbClr>
            </a:solidFill>
            <a:ln w="9000" cap="rnd">
              <a:solidFill>
                <a:srgbClr val="FFDFB3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pt833"/>
            <p:cNvSpPr/>
            <p:nvPr/>
          </p:nvSpPr>
          <p:spPr>
            <a:xfrm>
              <a:off x="2295345" y="2602161"/>
              <a:ext cx="51798" cy="51798"/>
            </a:xfrm>
            <a:prstGeom prst="ellipse">
              <a:avLst/>
            </a:prstGeom>
            <a:solidFill>
              <a:srgbClr val="FFE1B8">
                <a:alpha val="19607"/>
              </a:srgbClr>
            </a:solidFill>
            <a:ln w="9000" cap="rnd">
              <a:solidFill>
                <a:srgbClr val="FFE1B8">
                  <a:alpha val="1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pt834"/>
            <p:cNvSpPr/>
            <p:nvPr/>
          </p:nvSpPr>
          <p:spPr>
            <a:xfrm>
              <a:off x="2302922" y="2511665"/>
              <a:ext cx="41262" cy="41262"/>
            </a:xfrm>
            <a:prstGeom prst="ellipse">
              <a:avLst/>
            </a:prstGeom>
            <a:solidFill>
              <a:srgbClr val="FFECD1">
                <a:alpha val="16078"/>
              </a:srgbClr>
            </a:solidFill>
            <a:ln w="9000" cap="rnd">
              <a:solidFill>
                <a:srgbClr val="FFECD1">
                  <a:alpha val="1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pt835"/>
            <p:cNvSpPr/>
            <p:nvPr/>
          </p:nvSpPr>
          <p:spPr>
            <a:xfrm>
              <a:off x="2298632" y="2184885"/>
              <a:ext cx="54602" cy="54602"/>
            </a:xfrm>
            <a:prstGeom prst="ellipse">
              <a:avLst/>
            </a:prstGeom>
            <a:solidFill>
              <a:srgbClr val="FFD79F">
                <a:alpha val="23137"/>
              </a:srgbClr>
            </a:solidFill>
            <a:ln w="9000" cap="rnd">
              <a:solidFill>
                <a:srgbClr val="FFD79F">
                  <a:alpha val="2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pt836"/>
            <p:cNvSpPr/>
            <p:nvPr/>
          </p:nvSpPr>
          <p:spPr>
            <a:xfrm>
              <a:off x="2300092" y="1938973"/>
              <a:ext cx="46923" cy="46923"/>
            </a:xfrm>
            <a:prstGeom prst="ellipse">
              <a:avLst/>
            </a:prstGeom>
            <a:solidFill>
              <a:srgbClr val="FFE1B6">
                <a:alpha val="20000"/>
              </a:srgbClr>
            </a:solidFill>
            <a:ln w="9000" cap="rnd">
              <a:solidFill>
                <a:srgbClr val="FFE1B6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pt837"/>
            <p:cNvSpPr/>
            <p:nvPr/>
          </p:nvSpPr>
          <p:spPr>
            <a:xfrm>
              <a:off x="2298658" y="2787029"/>
              <a:ext cx="45171" cy="45171"/>
            </a:xfrm>
            <a:prstGeom prst="ellipse">
              <a:avLst/>
            </a:prstGeom>
            <a:solidFill>
              <a:srgbClr val="FFDFB2">
                <a:alpha val="20392"/>
              </a:srgbClr>
            </a:solidFill>
            <a:ln w="9000" cap="rnd">
              <a:solidFill>
                <a:srgbClr val="FFDFB2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pt838"/>
            <p:cNvSpPr/>
            <p:nvPr/>
          </p:nvSpPr>
          <p:spPr>
            <a:xfrm>
              <a:off x="2273740" y="2702484"/>
              <a:ext cx="90249" cy="90249"/>
            </a:xfrm>
            <a:prstGeom prst="ellipse">
              <a:avLst/>
            </a:prstGeom>
            <a:solidFill>
              <a:srgbClr val="FFCB81">
                <a:alpha val="27058"/>
              </a:srgbClr>
            </a:solidFill>
            <a:ln w="9000" cap="rnd">
              <a:solidFill>
                <a:srgbClr val="FFCB81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pt839"/>
            <p:cNvSpPr/>
            <p:nvPr/>
          </p:nvSpPr>
          <p:spPr>
            <a:xfrm>
              <a:off x="2297796" y="2647624"/>
              <a:ext cx="46895" cy="46895"/>
            </a:xfrm>
            <a:prstGeom prst="ellipse">
              <a:avLst/>
            </a:prstGeom>
            <a:solidFill>
              <a:srgbClr val="FFE0B5">
                <a:alpha val="20000"/>
              </a:srgbClr>
            </a:solidFill>
            <a:ln w="9000" cap="rnd">
              <a:solidFill>
                <a:srgbClr val="FFE0B5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pt840"/>
            <p:cNvSpPr/>
            <p:nvPr/>
          </p:nvSpPr>
          <p:spPr>
            <a:xfrm>
              <a:off x="2298658" y="2645302"/>
              <a:ext cx="45171" cy="45171"/>
            </a:xfrm>
            <a:prstGeom prst="ellipse">
              <a:avLst/>
            </a:prstGeom>
            <a:solidFill>
              <a:srgbClr val="FFD8A2">
                <a:alpha val="22745"/>
              </a:srgbClr>
            </a:solidFill>
            <a:ln w="9000" cap="rnd">
              <a:solidFill>
                <a:srgbClr val="FFD8A2">
                  <a:alpha val="2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pt841"/>
            <p:cNvSpPr/>
            <p:nvPr/>
          </p:nvSpPr>
          <p:spPr>
            <a:xfrm>
              <a:off x="2299340" y="2175202"/>
              <a:ext cx="48427" cy="48427"/>
            </a:xfrm>
            <a:prstGeom prst="ellipse">
              <a:avLst/>
            </a:prstGeom>
            <a:solidFill>
              <a:srgbClr val="FFE4BE">
                <a:alpha val="18823"/>
              </a:srgbClr>
            </a:solidFill>
            <a:ln w="9000" cap="rnd">
              <a:solidFill>
                <a:srgbClr val="FFE4BE">
                  <a:alpha val="1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pt842"/>
            <p:cNvSpPr/>
            <p:nvPr/>
          </p:nvSpPr>
          <p:spPr>
            <a:xfrm>
              <a:off x="2304010" y="2054166"/>
              <a:ext cx="39086" cy="39086"/>
            </a:xfrm>
            <a:prstGeom prst="ellipse">
              <a:avLst/>
            </a:prstGeom>
            <a:solidFill>
              <a:srgbClr val="FFEACC">
                <a:alpha val="16862"/>
              </a:srgbClr>
            </a:solidFill>
            <a:ln w="9000" cap="rnd">
              <a:solidFill>
                <a:srgbClr val="FFEACC">
                  <a:alpha val="1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pt843"/>
            <p:cNvSpPr/>
            <p:nvPr/>
          </p:nvSpPr>
          <p:spPr>
            <a:xfrm>
              <a:off x="2303415" y="1997128"/>
              <a:ext cx="45036" cy="45036"/>
            </a:xfrm>
            <a:prstGeom prst="ellipse">
              <a:avLst/>
            </a:prstGeom>
            <a:solidFill>
              <a:srgbClr val="FFDBA7">
                <a:alpha val="21960"/>
              </a:srgbClr>
            </a:solidFill>
            <a:ln w="9000" cap="rnd">
              <a:solidFill>
                <a:srgbClr val="FFDBA7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pt844"/>
            <p:cNvSpPr/>
            <p:nvPr/>
          </p:nvSpPr>
          <p:spPr>
            <a:xfrm>
              <a:off x="2302922" y="1997427"/>
              <a:ext cx="41262" cy="41262"/>
            </a:xfrm>
            <a:prstGeom prst="ellipse">
              <a:avLst/>
            </a:prstGeom>
            <a:solidFill>
              <a:srgbClr val="FFDEAF">
                <a:alpha val="20784"/>
              </a:srgbClr>
            </a:solidFill>
            <a:ln w="9000" cap="rnd">
              <a:solidFill>
                <a:srgbClr val="FFDEAF">
                  <a:alpha val="2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pt845"/>
            <p:cNvSpPr/>
            <p:nvPr/>
          </p:nvSpPr>
          <p:spPr>
            <a:xfrm>
              <a:off x="2300156" y="1934265"/>
              <a:ext cx="46795" cy="46795"/>
            </a:xfrm>
            <a:prstGeom prst="ellipse">
              <a:avLst/>
            </a:prstGeom>
            <a:solidFill>
              <a:srgbClr val="FFEED5">
                <a:alpha val="15686"/>
              </a:srgbClr>
            </a:solidFill>
            <a:ln w="9000" cap="rnd">
              <a:solidFill>
                <a:srgbClr val="FFEED5">
                  <a:alpha val="1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pt846"/>
            <p:cNvSpPr/>
            <p:nvPr/>
          </p:nvSpPr>
          <p:spPr>
            <a:xfrm>
              <a:off x="2306390" y="1914034"/>
              <a:ext cx="39086" cy="39086"/>
            </a:xfrm>
            <a:prstGeom prst="ellipse">
              <a:avLst/>
            </a:prstGeom>
            <a:solidFill>
              <a:srgbClr val="FFEACD">
                <a:alpha val="16862"/>
              </a:srgbClr>
            </a:solidFill>
            <a:ln w="9000" cap="rnd">
              <a:solidFill>
                <a:srgbClr val="FFEACD">
                  <a:alpha val="1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pt847"/>
            <p:cNvSpPr/>
            <p:nvPr/>
          </p:nvSpPr>
          <p:spPr>
            <a:xfrm>
              <a:off x="2222825" y="3212579"/>
              <a:ext cx="69041" cy="69041"/>
            </a:xfrm>
            <a:prstGeom prst="ellipse">
              <a:avLst/>
            </a:prstGeom>
            <a:solidFill>
              <a:srgbClr val="FF7B00">
                <a:alpha val="51764"/>
              </a:srgbClr>
            </a:solidFill>
            <a:ln w="9000" cap="rnd">
              <a:solidFill>
                <a:srgbClr val="FF7B00">
                  <a:alpha val="5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pt848"/>
            <p:cNvSpPr/>
            <p:nvPr/>
          </p:nvSpPr>
          <p:spPr>
            <a:xfrm>
              <a:off x="2293899" y="2783862"/>
              <a:ext cx="54689" cy="54689"/>
            </a:xfrm>
            <a:prstGeom prst="ellipse">
              <a:avLst/>
            </a:prstGeom>
            <a:solidFill>
              <a:srgbClr val="FFC36D">
                <a:alpha val="29803"/>
              </a:srgbClr>
            </a:solidFill>
            <a:ln w="9000" cap="rnd">
              <a:solidFill>
                <a:srgbClr val="FFC36D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pt849"/>
            <p:cNvSpPr/>
            <p:nvPr/>
          </p:nvSpPr>
          <p:spPr>
            <a:xfrm>
              <a:off x="2306374" y="1915620"/>
              <a:ext cx="39118" cy="39118"/>
            </a:xfrm>
            <a:prstGeom prst="ellipse">
              <a:avLst/>
            </a:prstGeom>
            <a:solidFill>
              <a:srgbClr val="FFDCAA">
                <a:alpha val="21568"/>
              </a:srgbClr>
            </a:solidFill>
            <a:ln w="9000" cap="rnd">
              <a:solidFill>
                <a:srgbClr val="FFDCAA">
                  <a:alpha val="2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pt850"/>
            <p:cNvSpPr/>
            <p:nvPr/>
          </p:nvSpPr>
          <p:spPr>
            <a:xfrm>
              <a:off x="2300924" y="3310185"/>
              <a:ext cx="50017" cy="50017"/>
            </a:xfrm>
            <a:prstGeom prst="ellipse">
              <a:avLst/>
            </a:prstGeom>
            <a:solidFill>
              <a:srgbClr val="FFE9CA">
                <a:alpha val="17254"/>
              </a:srgbClr>
            </a:solidFill>
            <a:ln w="9000" cap="rnd">
              <a:solidFill>
                <a:srgbClr val="FFE9CA">
                  <a:alpha val="1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pt851"/>
            <p:cNvSpPr/>
            <p:nvPr/>
          </p:nvSpPr>
          <p:spPr>
            <a:xfrm>
              <a:off x="2304382" y="2922408"/>
              <a:ext cx="43102" cy="43102"/>
            </a:xfrm>
            <a:prstGeom prst="ellipse">
              <a:avLst/>
            </a:prstGeom>
            <a:solidFill>
              <a:srgbClr val="FFE9CB">
                <a:alpha val="17254"/>
              </a:srgbClr>
            </a:solidFill>
            <a:ln w="9000" cap="rnd">
              <a:solidFill>
                <a:srgbClr val="FFE9CB">
                  <a:alpha val="1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pt852"/>
            <p:cNvSpPr/>
            <p:nvPr/>
          </p:nvSpPr>
          <p:spPr>
            <a:xfrm>
              <a:off x="2287683" y="2779232"/>
              <a:ext cx="67122" cy="67122"/>
            </a:xfrm>
            <a:prstGeom prst="ellipse">
              <a:avLst/>
            </a:prstGeom>
            <a:solidFill>
              <a:srgbClr val="FFAE31">
                <a:alpha val="36862"/>
              </a:srgbClr>
            </a:solidFill>
            <a:ln w="9000" cap="rnd">
              <a:solidFill>
                <a:srgbClr val="FFAE31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pt853"/>
            <p:cNvSpPr/>
            <p:nvPr/>
          </p:nvSpPr>
          <p:spPr>
            <a:xfrm>
              <a:off x="2284081" y="2750392"/>
              <a:ext cx="64947" cy="64947"/>
            </a:xfrm>
            <a:prstGeom prst="ellipse">
              <a:avLst/>
            </a:prstGeom>
            <a:solidFill>
              <a:srgbClr val="FFCD86">
                <a:alpha val="26274"/>
              </a:srgbClr>
            </a:solidFill>
            <a:ln w="9000" cap="rnd">
              <a:solidFill>
                <a:srgbClr val="FFCD86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pt854"/>
            <p:cNvSpPr/>
            <p:nvPr/>
          </p:nvSpPr>
          <p:spPr>
            <a:xfrm>
              <a:off x="2300168" y="2700534"/>
              <a:ext cx="46770" cy="46770"/>
            </a:xfrm>
            <a:prstGeom prst="ellipse">
              <a:avLst/>
            </a:prstGeom>
            <a:solidFill>
              <a:srgbClr val="FFE7C5">
                <a:alpha val="17647"/>
              </a:srgbClr>
            </a:solidFill>
            <a:ln w="9000" cap="rnd">
              <a:solidFill>
                <a:srgbClr val="FFE7C5">
                  <a:alpha val="1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pt855"/>
            <p:cNvSpPr/>
            <p:nvPr/>
          </p:nvSpPr>
          <p:spPr>
            <a:xfrm>
              <a:off x="2303415" y="2159397"/>
              <a:ext cx="45036" cy="45036"/>
            </a:xfrm>
            <a:prstGeom prst="ellipse">
              <a:avLst/>
            </a:prstGeom>
            <a:solidFill>
              <a:srgbClr val="FFD08E">
                <a:alpha val="25490"/>
              </a:srgbClr>
            </a:solidFill>
            <a:ln w="9000" cap="rnd">
              <a:solidFill>
                <a:srgbClr val="FFD08E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pt856"/>
            <p:cNvSpPr/>
            <p:nvPr/>
          </p:nvSpPr>
          <p:spPr>
            <a:xfrm>
              <a:off x="2301646" y="2111545"/>
              <a:ext cx="48574" cy="48574"/>
            </a:xfrm>
            <a:prstGeom prst="ellipse">
              <a:avLst/>
            </a:prstGeom>
            <a:solidFill>
              <a:srgbClr val="FFE3BD">
                <a:alpha val="18823"/>
              </a:srgbClr>
            </a:solidFill>
            <a:ln w="9000" cap="rnd">
              <a:solidFill>
                <a:srgbClr val="FFE3BD">
                  <a:alpha val="1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pt857"/>
            <p:cNvSpPr/>
            <p:nvPr/>
          </p:nvSpPr>
          <p:spPr>
            <a:xfrm>
              <a:off x="2304382" y="2026700"/>
              <a:ext cx="43102" cy="43102"/>
            </a:xfrm>
            <a:prstGeom prst="ellipse">
              <a:avLst/>
            </a:prstGeom>
            <a:solidFill>
              <a:srgbClr val="FFE4BF">
                <a:alpha val="18823"/>
              </a:srgbClr>
            </a:solidFill>
            <a:ln w="9000" cap="rnd">
              <a:solidFill>
                <a:srgbClr val="FFE4BF">
                  <a:alpha val="1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pt858"/>
            <p:cNvSpPr/>
            <p:nvPr/>
          </p:nvSpPr>
          <p:spPr>
            <a:xfrm>
              <a:off x="2300149" y="1965262"/>
              <a:ext cx="51568" cy="51568"/>
            </a:xfrm>
            <a:prstGeom prst="ellipse">
              <a:avLst/>
            </a:prstGeom>
            <a:solidFill>
              <a:srgbClr val="FFD294">
                <a:alpha val="24705"/>
              </a:srgbClr>
            </a:solidFill>
            <a:ln w="9000" cap="rnd">
              <a:solidFill>
                <a:srgbClr val="FFD294">
                  <a:alpha val="2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pt859"/>
            <p:cNvSpPr/>
            <p:nvPr/>
          </p:nvSpPr>
          <p:spPr>
            <a:xfrm>
              <a:off x="2294839" y="2181861"/>
              <a:ext cx="57428" cy="57428"/>
            </a:xfrm>
            <a:prstGeom prst="ellipse">
              <a:avLst/>
            </a:prstGeom>
            <a:solidFill>
              <a:srgbClr val="FFB74E">
                <a:alpha val="33725"/>
              </a:srgbClr>
            </a:solidFill>
            <a:ln w="9000" cap="rnd">
              <a:solidFill>
                <a:srgbClr val="FFB74E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pt860"/>
            <p:cNvSpPr/>
            <p:nvPr/>
          </p:nvSpPr>
          <p:spPr>
            <a:xfrm>
              <a:off x="2300081" y="2175157"/>
              <a:ext cx="51705" cy="51705"/>
            </a:xfrm>
            <a:prstGeom prst="ellipse">
              <a:avLst/>
            </a:prstGeom>
            <a:solidFill>
              <a:srgbClr val="FFC776">
                <a:alpha val="28627"/>
              </a:srgbClr>
            </a:solidFill>
            <a:ln w="9000" cap="rnd">
              <a:solidFill>
                <a:srgbClr val="FFC776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pt861"/>
            <p:cNvSpPr/>
            <p:nvPr/>
          </p:nvSpPr>
          <p:spPr>
            <a:xfrm>
              <a:off x="2300942" y="2025728"/>
              <a:ext cx="54602" cy="54602"/>
            </a:xfrm>
            <a:prstGeom prst="ellipse">
              <a:avLst/>
            </a:prstGeom>
            <a:solidFill>
              <a:srgbClr val="FFC777">
                <a:alpha val="28235"/>
              </a:srgbClr>
            </a:solidFill>
            <a:ln w="9000" cap="rnd">
              <a:solidFill>
                <a:srgbClr val="FFC777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pt862"/>
            <p:cNvSpPr/>
            <p:nvPr/>
          </p:nvSpPr>
          <p:spPr>
            <a:xfrm>
              <a:off x="2304845" y="2028034"/>
              <a:ext cx="46795" cy="46795"/>
            </a:xfrm>
            <a:prstGeom prst="ellipse">
              <a:avLst/>
            </a:prstGeom>
            <a:solidFill>
              <a:srgbClr val="FFD497">
                <a:alpha val="23921"/>
              </a:srgbClr>
            </a:solidFill>
            <a:ln w="9000" cap="rnd">
              <a:solidFill>
                <a:srgbClr val="FFD497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pt863"/>
            <p:cNvSpPr/>
            <p:nvPr/>
          </p:nvSpPr>
          <p:spPr>
            <a:xfrm>
              <a:off x="2304845" y="2026448"/>
              <a:ext cx="46795" cy="46795"/>
            </a:xfrm>
            <a:prstGeom prst="ellipse">
              <a:avLst/>
            </a:prstGeom>
            <a:solidFill>
              <a:srgbClr val="FFD292">
                <a:alpha val="24705"/>
              </a:srgbClr>
            </a:solidFill>
            <a:ln w="9000" cap="rnd">
              <a:solidFill>
                <a:srgbClr val="FFD292">
                  <a:alpha val="2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pt864"/>
            <p:cNvSpPr/>
            <p:nvPr/>
          </p:nvSpPr>
          <p:spPr>
            <a:xfrm>
              <a:off x="2302535" y="1997845"/>
              <a:ext cx="46795" cy="46795"/>
            </a:xfrm>
            <a:prstGeom prst="ellipse">
              <a:avLst/>
            </a:prstGeom>
            <a:solidFill>
              <a:srgbClr val="FFD191">
                <a:alpha val="25098"/>
              </a:srgbClr>
            </a:solidFill>
            <a:ln w="9000" cap="rnd">
              <a:solidFill>
                <a:srgbClr val="FFD191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pt865"/>
            <p:cNvSpPr/>
            <p:nvPr/>
          </p:nvSpPr>
          <p:spPr>
            <a:xfrm>
              <a:off x="2303152" y="1964366"/>
              <a:ext cx="50182" cy="50182"/>
            </a:xfrm>
            <a:prstGeom prst="ellipse">
              <a:avLst/>
            </a:prstGeom>
            <a:solidFill>
              <a:srgbClr val="FFCD86">
                <a:alpha val="26274"/>
              </a:srgbClr>
            </a:solidFill>
            <a:ln w="9000" cap="rnd">
              <a:solidFill>
                <a:srgbClr val="FFCD86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pt866"/>
            <p:cNvSpPr/>
            <p:nvPr/>
          </p:nvSpPr>
          <p:spPr>
            <a:xfrm>
              <a:off x="2300842" y="1962777"/>
              <a:ext cx="50182" cy="50182"/>
            </a:xfrm>
            <a:prstGeom prst="ellipse">
              <a:avLst/>
            </a:prstGeom>
            <a:solidFill>
              <a:srgbClr val="FFDDAE">
                <a:alpha val="21176"/>
              </a:srgbClr>
            </a:solidFill>
            <a:ln w="9000" cap="rnd">
              <a:solidFill>
                <a:srgbClr val="FFDDAE">
                  <a:alpha val="2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pt867"/>
            <p:cNvSpPr/>
            <p:nvPr/>
          </p:nvSpPr>
          <p:spPr>
            <a:xfrm>
              <a:off x="2280832" y="3262498"/>
              <a:ext cx="71445" cy="71445"/>
            </a:xfrm>
            <a:prstGeom prst="ellipse">
              <a:avLst/>
            </a:prstGeom>
            <a:solidFill>
              <a:srgbClr val="FF9900">
                <a:alpha val="43529"/>
              </a:srgbClr>
            </a:solidFill>
            <a:ln w="9000" cap="rnd">
              <a:solidFill>
                <a:srgbClr val="FF9900">
                  <a:alpha val="4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pt868"/>
            <p:cNvSpPr/>
            <p:nvPr/>
          </p:nvSpPr>
          <p:spPr>
            <a:xfrm>
              <a:off x="2297229" y="2924798"/>
              <a:ext cx="57408" cy="57408"/>
            </a:xfrm>
            <a:prstGeom prst="ellipse">
              <a:avLst/>
            </a:prstGeom>
            <a:solidFill>
              <a:srgbClr val="FFBE61">
                <a:alpha val="31372"/>
              </a:srgbClr>
            </a:solidFill>
            <a:ln w="9000" cap="rnd">
              <a:solidFill>
                <a:srgbClr val="FFBE61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pt869"/>
            <p:cNvSpPr/>
            <p:nvPr/>
          </p:nvSpPr>
          <p:spPr>
            <a:xfrm>
              <a:off x="2293602" y="2695563"/>
              <a:ext cx="59902" cy="59902"/>
            </a:xfrm>
            <a:prstGeom prst="ellipse">
              <a:avLst/>
            </a:prstGeom>
            <a:solidFill>
              <a:srgbClr val="FFBB58">
                <a:alpha val="32549"/>
              </a:srgbClr>
            </a:solidFill>
            <a:ln w="9000" cap="rnd">
              <a:solidFill>
                <a:srgbClr val="FFBB58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pt870"/>
            <p:cNvSpPr/>
            <p:nvPr/>
          </p:nvSpPr>
          <p:spPr>
            <a:xfrm>
              <a:off x="2301665" y="2125130"/>
              <a:ext cx="53155" cy="53155"/>
            </a:xfrm>
            <a:prstGeom prst="ellipse">
              <a:avLst/>
            </a:prstGeom>
            <a:solidFill>
              <a:srgbClr val="FFC26A">
                <a:alpha val="30196"/>
              </a:srgbClr>
            </a:solidFill>
            <a:ln w="9000" cap="rnd">
              <a:solidFill>
                <a:srgbClr val="FFC26A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pt871"/>
            <p:cNvSpPr/>
            <p:nvPr/>
          </p:nvSpPr>
          <p:spPr>
            <a:xfrm>
              <a:off x="2297921" y="2122094"/>
              <a:ext cx="56025" cy="56025"/>
            </a:xfrm>
            <a:prstGeom prst="ellipse">
              <a:avLst/>
            </a:prstGeom>
            <a:solidFill>
              <a:srgbClr val="FFCF8B">
                <a:alpha val="25882"/>
              </a:srgbClr>
            </a:solidFill>
            <a:ln w="9000" cap="rnd">
              <a:solidFill>
                <a:srgbClr val="FFCF8B">
                  <a:alpha val="2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pt872"/>
            <p:cNvSpPr/>
            <p:nvPr/>
          </p:nvSpPr>
          <p:spPr>
            <a:xfrm>
              <a:off x="2304029" y="2122716"/>
              <a:ext cx="48427" cy="48427"/>
            </a:xfrm>
            <a:prstGeom prst="ellipse">
              <a:avLst/>
            </a:prstGeom>
            <a:solidFill>
              <a:srgbClr val="FFD293">
                <a:alpha val="24705"/>
              </a:srgbClr>
            </a:solidFill>
            <a:ln w="9000" cap="rnd">
              <a:solidFill>
                <a:srgbClr val="FFD293">
                  <a:alpha val="2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pt873"/>
            <p:cNvSpPr/>
            <p:nvPr/>
          </p:nvSpPr>
          <p:spPr>
            <a:xfrm>
              <a:off x="2303234" y="2078912"/>
              <a:ext cx="50017" cy="50017"/>
            </a:xfrm>
            <a:prstGeom prst="ellipse">
              <a:avLst/>
            </a:prstGeom>
            <a:solidFill>
              <a:srgbClr val="FFD599">
                <a:alpha val="23921"/>
              </a:srgbClr>
            </a:solidFill>
            <a:ln w="9000" cap="rnd">
              <a:solidFill>
                <a:srgbClr val="FFD599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pt874"/>
            <p:cNvSpPr/>
            <p:nvPr/>
          </p:nvSpPr>
          <p:spPr>
            <a:xfrm>
              <a:off x="2300924" y="1967637"/>
              <a:ext cx="50017" cy="50017"/>
            </a:xfrm>
            <a:prstGeom prst="ellipse">
              <a:avLst/>
            </a:prstGeom>
            <a:solidFill>
              <a:srgbClr val="FFCA7E">
                <a:alpha val="27450"/>
              </a:srgbClr>
            </a:solidFill>
            <a:ln w="9000" cap="rnd">
              <a:solidFill>
                <a:srgbClr val="FFCA7E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pt875"/>
            <p:cNvSpPr/>
            <p:nvPr/>
          </p:nvSpPr>
          <p:spPr>
            <a:xfrm>
              <a:off x="2292979" y="2921345"/>
              <a:ext cx="65909" cy="65909"/>
            </a:xfrm>
            <a:prstGeom prst="ellipse">
              <a:avLst/>
            </a:prstGeom>
            <a:solidFill>
              <a:srgbClr val="FFA70F">
                <a:alpha val="39607"/>
              </a:srgbClr>
            </a:solidFill>
            <a:ln w="9000" cap="rnd">
              <a:solidFill>
                <a:srgbClr val="FFA70F">
                  <a:alpha val="3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pt876"/>
            <p:cNvSpPr/>
            <p:nvPr/>
          </p:nvSpPr>
          <p:spPr>
            <a:xfrm>
              <a:off x="2297919" y="2155499"/>
              <a:ext cx="56027" cy="56027"/>
            </a:xfrm>
            <a:prstGeom prst="ellipse">
              <a:avLst/>
            </a:prstGeom>
            <a:solidFill>
              <a:srgbClr val="FFC36D">
                <a:alpha val="29803"/>
              </a:srgbClr>
            </a:solidFill>
            <a:ln w="9000" cap="rnd">
              <a:solidFill>
                <a:srgbClr val="FFC36D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pt877"/>
            <p:cNvSpPr/>
            <p:nvPr/>
          </p:nvSpPr>
          <p:spPr>
            <a:xfrm>
              <a:off x="2299550" y="2119833"/>
              <a:ext cx="57386" cy="57386"/>
            </a:xfrm>
            <a:prstGeom prst="ellipse">
              <a:avLst/>
            </a:prstGeom>
            <a:solidFill>
              <a:srgbClr val="FFC572">
                <a:alpha val="29019"/>
              </a:srgbClr>
            </a:solidFill>
            <a:ln w="9000" cap="rnd">
              <a:solidFill>
                <a:srgbClr val="FFC572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pt878"/>
            <p:cNvSpPr/>
            <p:nvPr/>
          </p:nvSpPr>
          <p:spPr>
            <a:xfrm>
              <a:off x="2303222" y="2120323"/>
              <a:ext cx="50041" cy="50041"/>
            </a:xfrm>
            <a:prstGeom prst="ellipse">
              <a:avLst/>
            </a:prstGeom>
            <a:solidFill>
              <a:srgbClr val="FFDDAE">
                <a:alpha val="20784"/>
              </a:srgbClr>
            </a:solidFill>
            <a:ln w="9000" cap="rnd">
              <a:solidFill>
                <a:srgbClr val="FFDDAE">
                  <a:alpha val="2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pt879"/>
            <p:cNvSpPr/>
            <p:nvPr/>
          </p:nvSpPr>
          <p:spPr>
            <a:xfrm>
              <a:off x="2298877" y="2079330"/>
              <a:ext cx="58731" cy="58731"/>
            </a:xfrm>
            <a:prstGeom prst="ellipse">
              <a:avLst/>
            </a:prstGeom>
            <a:solidFill>
              <a:srgbClr val="FFB954">
                <a:alpha val="32941"/>
              </a:srgbClr>
            </a:solidFill>
            <a:ln w="9000" cap="rnd">
              <a:solidFill>
                <a:srgbClr val="FFB954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pt880"/>
            <p:cNvSpPr/>
            <p:nvPr/>
          </p:nvSpPr>
          <p:spPr>
            <a:xfrm>
              <a:off x="2300942" y="2078210"/>
              <a:ext cx="54602" cy="54602"/>
            </a:xfrm>
            <a:prstGeom prst="ellipse">
              <a:avLst/>
            </a:prstGeom>
            <a:solidFill>
              <a:srgbClr val="FFC573">
                <a:alpha val="29019"/>
              </a:srgbClr>
            </a:solidFill>
            <a:ln w="9000" cap="rnd">
              <a:solidFill>
                <a:srgbClr val="FFC573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pt881"/>
            <p:cNvSpPr/>
            <p:nvPr/>
          </p:nvSpPr>
          <p:spPr>
            <a:xfrm>
              <a:off x="2306373" y="2721301"/>
              <a:ext cx="53047" cy="53047"/>
            </a:xfrm>
            <a:prstGeom prst="ellipse">
              <a:avLst/>
            </a:prstGeom>
            <a:solidFill>
              <a:srgbClr val="FFCC84">
                <a:alpha val="26666"/>
              </a:srgbClr>
            </a:solidFill>
            <a:ln w="9000" cap="rnd">
              <a:solidFill>
                <a:srgbClr val="FFCC84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pt882"/>
            <p:cNvSpPr/>
            <p:nvPr/>
          </p:nvSpPr>
          <p:spPr>
            <a:xfrm>
              <a:off x="2319371" y="2668352"/>
              <a:ext cx="41051" cy="41051"/>
            </a:xfrm>
            <a:prstGeom prst="ellipse">
              <a:avLst/>
            </a:prstGeom>
            <a:solidFill>
              <a:srgbClr val="FFECD2">
                <a:alpha val="16078"/>
              </a:srgbClr>
            </a:solidFill>
            <a:ln w="9000" cap="rnd">
              <a:solidFill>
                <a:srgbClr val="FFECD2">
                  <a:alpha val="1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pt883"/>
            <p:cNvSpPr/>
            <p:nvPr/>
          </p:nvSpPr>
          <p:spPr>
            <a:xfrm>
              <a:off x="2293519" y="2170188"/>
              <a:ext cx="64827" cy="64827"/>
            </a:xfrm>
            <a:prstGeom prst="ellipse">
              <a:avLst/>
            </a:prstGeom>
            <a:solidFill>
              <a:srgbClr val="FFAC29">
                <a:alpha val="37647"/>
              </a:srgbClr>
            </a:solidFill>
            <a:ln w="9000" cap="rnd">
              <a:solidFill>
                <a:srgbClr val="FFAC29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pt884"/>
            <p:cNvSpPr/>
            <p:nvPr/>
          </p:nvSpPr>
          <p:spPr>
            <a:xfrm>
              <a:off x="2290491" y="3096526"/>
              <a:ext cx="75503" cy="75503"/>
            </a:xfrm>
            <a:prstGeom prst="ellipse">
              <a:avLst/>
            </a:prstGeom>
            <a:solidFill>
              <a:srgbClr val="FFA920">
                <a:alpha val="38431"/>
              </a:srgbClr>
            </a:solidFill>
            <a:ln w="9000" cap="rnd">
              <a:solidFill>
                <a:srgbClr val="FFA920">
                  <a:alpha val="3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pt885"/>
            <p:cNvSpPr/>
            <p:nvPr/>
          </p:nvSpPr>
          <p:spPr>
            <a:xfrm>
              <a:off x="2291324" y="2920487"/>
              <a:ext cx="69219" cy="69219"/>
            </a:xfrm>
            <a:prstGeom prst="ellipse">
              <a:avLst/>
            </a:prstGeom>
            <a:solidFill>
              <a:srgbClr val="FF9400">
                <a:alpha val="45098"/>
              </a:srgbClr>
            </a:solidFill>
            <a:ln w="9000" cap="rnd">
              <a:solidFill>
                <a:srgbClr val="FF94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pt886"/>
            <p:cNvSpPr/>
            <p:nvPr/>
          </p:nvSpPr>
          <p:spPr>
            <a:xfrm>
              <a:off x="2280832" y="3289600"/>
              <a:ext cx="71445" cy="71445"/>
            </a:xfrm>
            <a:prstGeom prst="ellipse">
              <a:avLst/>
            </a:prstGeom>
            <a:solidFill>
              <a:srgbClr val="FF6400">
                <a:alpha val="57254"/>
              </a:srgbClr>
            </a:solidFill>
            <a:ln w="9000" cap="rnd">
              <a:solidFill>
                <a:srgbClr val="FF6400">
                  <a:alpha val="5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pt887"/>
            <p:cNvSpPr/>
            <p:nvPr/>
          </p:nvSpPr>
          <p:spPr>
            <a:xfrm>
              <a:off x="2318229" y="3103764"/>
              <a:ext cx="57185" cy="57185"/>
            </a:xfrm>
            <a:prstGeom prst="ellipse">
              <a:avLst/>
            </a:prstGeom>
            <a:solidFill>
              <a:srgbClr val="FFDCAA">
                <a:alpha val="21568"/>
              </a:srgbClr>
            </a:solidFill>
            <a:ln w="9000" cap="rnd">
              <a:solidFill>
                <a:srgbClr val="FFDCAA">
                  <a:alpha val="2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pt888"/>
            <p:cNvSpPr/>
            <p:nvPr/>
          </p:nvSpPr>
          <p:spPr>
            <a:xfrm>
              <a:off x="2286061" y="2787168"/>
              <a:ext cx="70365" cy="70365"/>
            </a:xfrm>
            <a:prstGeom prst="ellipse">
              <a:avLst/>
            </a:prstGeom>
            <a:solidFill>
              <a:srgbClr val="FF9E00">
                <a:alpha val="41960"/>
              </a:srgbClr>
            </a:solidFill>
            <a:ln w="9000" cap="rnd">
              <a:solidFill>
                <a:srgbClr val="FF9E00">
                  <a:alpha val="4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pt889"/>
            <p:cNvSpPr/>
            <p:nvPr/>
          </p:nvSpPr>
          <p:spPr>
            <a:xfrm>
              <a:off x="2328656" y="3177572"/>
              <a:ext cx="40957" cy="40957"/>
            </a:xfrm>
            <a:prstGeom prst="ellipse">
              <a:avLst/>
            </a:prstGeom>
            <a:solidFill>
              <a:srgbClr val="FFC572">
                <a:alpha val="29019"/>
              </a:srgbClr>
            </a:solidFill>
            <a:ln w="9000" cap="rnd">
              <a:solidFill>
                <a:srgbClr val="FFC572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pt890"/>
            <p:cNvSpPr/>
            <p:nvPr/>
          </p:nvSpPr>
          <p:spPr>
            <a:xfrm>
              <a:off x="2290782" y="2920738"/>
              <a:ext cx="70302" cy="70302"/>
            </a:xfrm>
            <a:prstGeom prst="ellipse">
              <a:avLst/>
            </a:prstGeom>
            <a:solidFill>
              <a:srgbClr val="FF9100">
                <a:alpha val="45882"/>
              </a:srgbClr>
            </a:solidFill>
            <a:ln w="9000" cap="rnd">
              <a:solidFill>
                <a:srgbClr val="FF9100">
                  <a:alpha val="4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pt891"/>
            <p:cNvSpPr/>
            <p:nvPr/>
          </p:nvSpPr>
          <p:spPr>
            <a:xfrm>
              <a:off x="2314293" y="2662595"/>
              <a:ext cx="55756" cy="55756"/>
            </a:xfrm>
            <a:prstGeom prst="ellipse">
              <a:avLst/>
            </a:prstGeom>
            <a:solidFill>
              <a:srgbClr val="FFBB57">
                <a:alpha val="32549"/>
              </a:srgbClr>
            </a:solidFill>
            <a:ln w="9000" cap="rnd">
              <a:solidFill>
                <a:srgbClr val="FFBB57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pt892"/>
            <p:cNvSpPr/>
            <p:nvPr/>
          </p:nvSpPr>
          <p:spPr>
            <a:xfrm>
              <a:off x="2287146" y="2785055"/>
              <a:ext cx="68194" cy="68194"/>
            </a:xfrm>
            <a:prstGeom prst="ellipse">
              <a:avLst/>
            </a:prstGeom>
            <a:solidFill>
              <a:srgbClr val="FF8200">
                <a:alpha val="49803"/>
              </a:srgbClr>
            </a:solidFill>
            <a:ln w="9000" cap="rnd">
              <a:solidFill>
                <a:srgbClr val="FF8200">
                  <a:alpha val="4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pt893"/>
            <p:cNvSpPr/>
            <p:nvPr/>
          </p:nvSpPr>
          <p:spPr>
            <a:xfrm>
              <a:off x="2286061" y="2782384"/>
              <a:ext cx="70365" cy="70365"/>
            </a:xfrm>
            <a:prstGeom prst="ellipse">
              <a:avLst/>
            </a:prstGeom>
            <a:solidFill>
              <a:srgbClr val="FF7200">
                <a:alpha val="54117"/>
              </a:srgbClr>
            </a:solidFill>
            <a:ln w="9000" cap="rnd">
              <a:solidFill>
                <a:srgbClr val="FF7200">
                  <a:alpha val="5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pt894"/>
            <p:cNvSpPr/>
            <p:nvPr/>
          </p:nvSpPr>
          <p:spPr>
            <a:xfrm>
              <a:off x="2286061" y="2780789"/>
              <a:ext cx="70365" cy="70365"/>
            </a:xfrm>
            <a:prstGeom prst="ellipse">
              <a:avLst/>
            </a:prstGeom>
            <a:solidFill>
              <a:srgbClr val="FF8D00">
                <a:alpha val="47058"/>
              </a:srgbClr>
            </a:solidFill>
            <a:ln w="9000" cap="rnd">
              <a:solidFill>
                <a:srgbClr val="FF8D00">
                  <a:alpha val="4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pt895"/>
            <p:cNvSpPr/>
            <p:nvPr/>
          </p:nvSpPr>
          <p:spPr>
            <a:xfrm>
              <a:off x="2286061" y="2779204"/>
              <a:ext cx="70365" cy="70365"/>
            </a:xfrm>
            <a:prstGeom prst="ellipse">
              <a:avLst/>
            </a:prstGeom>
            <a:solidFill>
              <a:srgbClr val="FF9400">
                <a:alpha val="45098"/>
              </a:srgbClr>
            </a:solidFill>
            <a:ln w="9000" cap="rnd">
              <a:solidFill>
                <a:srgbClr val="FF94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pt896"/>
            <p:cNvSpPr/>
            <p:nvPr/>
          </p:nvSpPr>
          <p:spPr>
            <a:xfrm>
              <a:off x="2290273" y="2171715"/>
              <a:ext cx="71321" cy="71321"/>
            </a:xfrm>
            <a:prstGeom prst="ellipse">
              <a:avLst/>
            </a:prstGeom>
            <a:solidFill>
              <a:srgbClr val="FF8100">
                <a:alpha val="50196"/>
              </a:srgbClr>
            </a:solidFill>
            <a:ln w="9000" cap="rnd">
              <a:solidFill>
                <a:srgbClr val="FF8100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pt897"/>
            <p:cNvSpPr/>
            <p:nvPr/>
          </p:nvSpPr>
          <p:spPr>
            <a:xfrm>
              <a:off x="2291332" y="2171188"/>
              <a:ext cx="69202" cy="69202"/>
            </a:xfrm>
            <a:prstGeom prst="ellipse">
              <a:avLst/>
            </a:prstGeom>
            <a:solidFill>
              <a:srgbClr val="FF8300">
                <a:alpha val="49803"/>
              </a:srgbClr>
            </a:solidFill>
            <a:ln w="9000" cap="rnd">
              <a:solidFill>
                <a:srgbClr val="FF8300">
                  <a:alpha val="4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pt898"/>
            <p:cNvSpPr/>
            <p:nvPr/>
          </p:nvSpPr>
          <p:spPr>
            <a:xfrm>
              <a:off x="2291332" y="2169594"/>
              <a:ext cx="69202" cy="69202"/>
            </a:xfrm>
            <a:prstGeom prst="ellipse">
              <a:avLst/>
            </a:prstGeom>
            <a:solidFill>
              <a:srgbClr val="FF9500">
                <a:alpha val="44705"/>
              </a:srgbClr>
            </a:solidFill>
            <a:ln w="9000" cap="rnd">
              <a:solidFill>
                <a:srgbClr val="FF9500">
                  <a:alpha val="4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pt899"/>
            <p:cNvSpPr/>
            <p:nvPr/>
          </p:nvSpPr>
          <p:spPr>
            <a:xfrm>
              <a:off x="2308572" y="3195218"/>
              <a:ext cx="62648" cy="62648"/>
            </a:xfrm>
            <a:prstGeom prst="ellipse">
              <a:avLst/>
            </a:prstGeom>
            <a:solidFill>
              <a:srgbClr val="FF9900">
                <a:alpha val="43529"/>
              </a:srgbClr>
            </a:solidFill>
            <a:ln w="9000" cap="rnd">
              <a:solidFill>
                <a:srgbClr val="FF9900">
                  <a:alpha val="4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pt900"/>
            <p:cNvSpPr/>
            <p:nvPr/>
          </p:nvSpPr>
          <p:spPr>
            <a:xfrm>
              <a:off x="2312344" y="3097161"/>
              <a:ext cx="73583" cy="73583"/>
            </a:xfrm>
            <a:prstGeom prst="ellipse">
              <a:avLst/>
            </a:prstGeom>
            <a:solidFill>
              <a:srgbClr val="FFB23F">
                <a:alpha val="35686"/>
              </a:srgbClr>
            </a:solidFill>
            <a:ln w="9000" cap="rnd">
              <a:solidFill>
                <a:srgbClr val="FFB23F">
                  <a:alpha val="3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pt901"/>
            <p:cNvSpPr/>
            <p:nvPr/>
          </p:nvSpPr>
          <p:spPr>
            <a:xfrm>
              <a:off x="2328917" y="3038361"/>
              <a:ext cx="54218" cy="54218"/>
            </a:xfrm>
            <a:prstGeom prst="ellipse">
              <a:avLst/>
            </a:prstGeom>
            <a:solidFill>
              <a:srgbClr val="FFD9A3">
                <a:alpha val="22352"/>
              </a:srgbClr>
            </a:solidFill>
            <a:ln w="9000" cap="rnd">
              <a:solidFill>
                <a:srgbClr val="FFD9A3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pt902"/>
            <p:cNvSpPr/>
            <p:nvPr/>
          </p:nvSpPr>
          <p:spPr>
            <a:xfrm>
              <a:off x="2291324" y="2922078"/>
              <a:ext cx="69219" cy="69219"/>
            </a:xfrm>
            <a:prstGeom prst="ellipse">
              <a:avLst/>
            </a:prstGeom>
            <a:solidFill>
              <a:srgbClr val="FF8400">
                <a:alpha val="49411"/>
              </a:srgbClr>
            </a:solidFill>
            <a:ln w="9000" cap="rnd">
              <a:solidFill>
                <a:srgbClr val="FF8400">
                  <a:alpha val="4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pt903"/>
            <p:cNvSpPr/>
            <p:nvPr/>
          </p:nvSpPr>
          <p:spPr>
            <a:xfrm>
              <a:off x="2286061" y="2785563"/>
              <a:ext cx="70365" cy="70365"/>
            </a:xfrm>
            <a:prstGeom prst="ellipse">
              <a:avLst/>
            </a:prstGeom>
            <a:solidFill>
              <a:srgbClr val="FF6B00">
                <a:alpha val="55686"/>
              </a:srgbClr>
            </a:solidFill>
            <a:ln w="9000" cap="rnd">
              <a:solidFill>
                <a:srgbClr val="FF6B00">
                  <a:alpha val="5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pt904"/>
            <p:cNvSpPr/>
            <p:nvPr/>
          </p:nvSpPr>
          <p:spPr>
            <a:xfrm>
              <a:off x="2146310" y="2662082"/>
              <a:ext cx="112891" cy="112891"/>
            </a:xfrm>
            <a:prstGeom prst="ellipse">
              <a:avLst/>
            </a:prstGeom>
            <a:solidFill>
              <a:srgbClr val="FF0000">
                <a:alpha val="80784"/>
              </a:srgbClr>
            </a:solidFill>
            <a:ln w="9000" cap="rnd">
              <a:solidFill>
                <a:srgbClr val="FF0000">
                  <a:alpha val="8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pt905"/>
            <p:cNvSpPr/>
            <p:nvPr/>
          </p:nvSpPr>
          <p:spPr>
            <a:xfrm>
              <a:off x="2168678" y="2666562"/>
              <a:ext cx="59407" cy="59407"/>
            </a:xfrm>
            <a:prstGeom prst="ellipse">
              <a:avLst/>
            </a:prstGeom>
            <a:solidFill>
              <a:srgbClr val="FF3500">
                <a:alpha val="66274"/>
              </a:srgbClr>
            </a:solidFill>
            <a:ln w="9000" cap="rnd">
              <a:solidFill>
                <a:srgbClr val="FF3500">
                  <a:alpha val="6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pt906"/>
            <p:cNvSpPr/>
            <p:nvPr/>
          </p:nvSpPr>
          <p:spPr>
            <a:xfrm>
              <a:off x="2290273" y="2173311"/>
              <a:ext cx="71321" cy="71321"/>
            </a:xfrm>
            <a:prstGeom prst="ellipse">
              <a:avLst/>
            </a:prstGeom>
            <a:solidFill>
              <a:srgbClr val="FF7200">
                <a:alpha val="54117"/>
              </a:srgbClr>
            </a:solidFill>
            <a:ln w="9000" cap="rnd">
              <a:solidFill>
                <a:srgbClr val="FF7200">
                  <a:alpha val="5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pt907"/>
            <p:cNvSpPr/>
            <p:nvPr/>
          </p:nvSpPr>
          <p:spPr>
            <a:xfrm>
              <a:off x="2325997" y="2625406"/>
              <a:ext cx="60056" cy="60056"/>
            </a:xfrm>
            <a:prstGeom prst="ellipse">
              <a:avLst/>
            </a:prstGeom>
            <a:solidFill>
              <a:srgbClr val="FFC168">
                <a:alpha val="30588"/>
              </a:srgbClr>
            </a:solidFill>
            <a:ln w="9000" cap="rnd">
              <a:solidFill>
                <a:srgbClr val="FFC168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pt908"/>
            <p:cNvSpPr/>
            <p:nvPr/>
          </p:nvSpPr>
          <p:spPr>
            <a:xfrm>
              <a:off x="2189204" y="3091903"/>
              <a:ext cx="40193" cy="40193"/>
            </a:xfrm>
            <a:prstGeom prst="ellipse">
              <a:avLst/>
            </a:prstGeom>
            <a:solidFill>
              <a:srgbClr val="FF0000">
                <a:alpha val="78039"/>
              </a:srgbClr>
            </a:solidFill>
            <a:ln w="9000" cap="rnd">
              <a:solidFill>
                <a:srgbClr val="FF0000">
                  <a:alpha val="7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pt909"/>
            <p:cNvSpPr/>
            <p:nvPr/>
          </p:nvSpPr>
          <p:spPr>
            <a:xfrm>
              <a:off x="2218549" y="3079743"/>
              <a:ext cx="64512" cy="64512"/>
            </a:xfrm>
            <a:prstGeom prst="ellipse">
              <a:avLst/>
            </a:prstGeom>
            <a:solidFill>
              <a:srgbClr val="FF0000">
                <a:alpha val="78039"/>
              </a:srgbClr>
            </a:solidFill>
            <a:ln w="9000" cap="rnd">
              <a:solidFill>
                <a:srgbClr val="FF0000">
                  <a:alpha val="7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pt910"/>
            <p:cNvSpPr/>
            <p:nvPr/>
          </p:nvSpPr>
          <p:spPr>
            <a:xfrm>
              <a:off x="2179549" y="3079070"/>
              <a:ext cx="59503" cy="59503"/>
            </a:xfrm>
            <a:prstGeom prst="ellipse">
              <a:avLst/>
            </a:prstGeom>
            <a:solidFill>
              <a:srgbClr val="FF0000">
                <a:alpha val="70588"/>
              </a:srgbClr>
            </a:solidFill>
            <a:ln w="9000" cap="rnd">
              <a:solidFill>
                <a:srgbClr val="FF0000">
                  <a:alpha val="7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pt911"/>
            <p:cNvSpPr/>
            <p:nvPr/>
          </p:nvSpPr>
          <p:spPr>
            <a:xfrm>
              <a:off x="2218549" y="3076565"/>
              <a:ext cx="64512" cy="64512"/>
            </a:xfrm>
            <a:prstGeom prst="ellipse">
              <a:avLst/>
            </a:prstGeom>
            <a:solidFill>
              <a:srgbClr val="FF0000">
                <a:alpha val="70196"/>
              </a:srgbClr>
            </a:solidFill>
            <a:ln w="9000" cap="rnd">
              <a:solidFill>
                <a:srgbClr val="FF0000">
                  <a:alpha val="7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pt912"/>
            <p:cNvSpPr/>
            <p:nvPr/>
          </p:nvSpPr>
          <p:spPr>
            <a:xfrm>
              <a:off x="2340104" y="2192513"/>
              <a:ext cx="45491" cy="45491"/>
            </a:xfrm>
            <a:prstGeom prst="ellipse">
              <a:avLst/>
            </a:prstGeom>
            <a:solidFill>
              <a:srgbClr val="FFCA7E">
                <a:alpha val="27450"/>
              </a:srgbClr>
            </a:solidFill>
            <a:ln w="9000" cap="rnd">
              <a:solidFill>
                <a:srgbClr val="FFCA7E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pt913"/>
            <p:cNvSpPr/>
            <p:nvPr/>
          </p:nvSpPr>
          <p:spPr>
            <a:xfrm>
              <a:off x="2314947" y="3101361"/>
              <a:ext cx="68376" cy="68376"/>
            </a:xfrm>
            <a:prstGeom prst="ellipse">
              <a:avLst/>
            </a:prstGeom>
            <a:solidFill>
              <a:srgbClr val="FF9500">
                <a:alpha val="44705"/>
              </a:srgbClr>
            </a:solidFill>
            <a:ln w="9000" cap="rnd">
              <a:solidFill>
                <a:srgbClr val="FF9500">
                  <a:alpha val="4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pt914"/>
            <p:cNvSpPr/>
            <p:nvPr/>
          </p:nvSpPr>
          <p:spPr>
            <a:xfrm>
              <a:off x="2327613" y="3012106"/>
              <a:ext cx="65994" cy="65994"/>
            </a:xfrm>
            <a:prstGeom prst="ellipse">
              <a:avLst/>
            </a:prstGeom>
            <a:solidFill>
              <a:srgbClr val="FFA920">
                <a:alpha val="38431"/>
              </a:srgbClr>
            </a:solidFill>
            <a:ln w="9000" cap="rnd">
              <a:solidFill>
                <a:srgbClr val="FFA920">
                  <a:alpha val="3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pt915"/>
            <p:cNvSpPr/>
            <p:nvPr/>
          </p:nvSpPr>
          <p:spPr>
            <a:xfrm>
              <a:off x="2340656" y="3509091"/>
              <a:ext cx="56089" cy="56089"/>
            </a:xfrm>
            <a:prstGeom prst="ellipse">
              <a:avLst/>
            </a:prstGeom>
            <a:solidFill>
              <a:srgbClr val="FFD79F">
                <a:alpha val="23137"/>
              </a:srgbClr>
            </a:solidFill>
            <a:ln w="9000" cap="rnd">
              <a:solidFill>
                <a:srgbClr val="FFD79F">
                  <a:alpha val="2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pt916"/>
            <p:cNvSpPr/>
            <p:nvPr/>
          </p:nvSpPr>
          <p:spPr>
            <a:xfrm>
              <a:off x="2259878" y="3360111"/>
              <a:ext cx="70587" cy="70587"/>
            </a:xfrm>
            <a:prstGeom prst="ellipse">
              <a:avLst/>
            </a:prstGeom>
            <a:solidFill>
              <a:srgbClr val="FF7E00">
                <a:alpha val="50980"/>
              </a:srgbClr>
            </a:solidFill>
            <a:ln w="9000" cap="rnd">
              <a:solidFill>
                <a:srgbClr val="FF7E00">
                  <a:alpha val="5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pt917"/>
            <p:cNvSpPr/>
            <p:nvPr/>
          </p:nvSpPr>
          <p:spPr>
            <a:xfrm>
              <a:off x="2305644" y="3220989"/>
              <a:ext cx="68505" cy="68505"/>
            </a:xfrm>
            <a:prstGeom prst="ellipse">
              <a:avLst/>
            </a:prstGeom>
            <a:solidFill>
              <a:srgbClr val="FF6500">
                <a:alpha val="57254"/>
              </a:srgbClr>
            </a:solidFill>
            <a:ln w="9000" cap="rnd">
              <a:solidFill>
                <a:srgbClr val="FF6500">
                  <a:alpha val="5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pt918"/>
            <p:cNvSpPr/>
            <p:nvPr/>
          </p:nvSpPr>
          <p:spPr>
            <a:xfrm>
              <a:off x="2360668" y="3214936"/>
              <a:ext cx="38729" cy="38729"/>
            </a:xfrm>
            <a:prstGeom prst="ellipse">
              <a:avLst/>
            </a:prstGeom>
            <a:solidFill>
              <a:srgbClr val="FFE0B5">
                <a:alpha val="20000"/>
              </a:srgbClr>
            </a:solidFill>
            <a:ln w="9000" cap="rnd">
              <a:solidFill>
                <a:srgbClr val="FFE0B5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pt919"/>
            <p:cNvSpPr/>
            <p:nvPr/>
          </p:nvSpPr>
          <p:spPr>
            <a:xfrm>
              <a:off x="2301602" y="3189844"/>
              <a:ext cx="76589" cy="76589"/>
            </a:xfrm>
            <a:prstGeom prst="ellipse">
              <a:avLst/>
            </a:prstGeom>
            <a:solidFill>
              <a:srgbClr val="FF6700">
                <a:alpha val="56470"/>
              </a:srgbClr>
            </a:solidFill>
            <a:ln w="9000" cap="rnd">
              <a:solidFill>
                <a:srgbClr val="FF6700">
                  <a:alpha val="5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pt920"/>
            <p:cNvSpPr/>
            <p:nvPr/>
          </p:nvSpPr>
          <p:spPr>
            <a:xfrm>
              <a:off x="2341347" y="3127511"/>
              <a:ext cx="54708" cy="54708"/>
            </a:xfrm>
            <a:prstGeom prst="ellipse">
              <a:avLst/>
            </a:prstGeom>
            <a:solidFill>
              <a:srgbClr val="FFC169">
                <a:alpha val="30196"/>
              </a:srgbClr>
            </a:solidFill>
            <a:ln w="9000" cap="rnd">
              <a:solidFill>
                <a:srgbClr val="FFC169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pt921"/>
            <p:cNvSpPr/>
            <p:nvPr/>
          </p:nvSpPr>
          <p:spPr>
            <a:xfrm>
              <a:off x="2176508" y="3077623"/>
              <a:ext cx="65584" cy="65584"/>
            </a:xfrm>
            <a:prstGeom prst="ellipse">
              <a:avLst/>
            </a:prstGeom>
            <a:solidFill>
              <a:srgbClr val="FF0000">
                <a:alpha val="81176"/>
              </a:srgbClr>
            </a:solidFill>
            <a:ln w="9000" cap="rnd">
              <a:solidFill>
                <a:srgbClr val="FF0000">
                  <a:alpha val="8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pt922"/>
            <p:cNvSpPr/>
            <p:nvPr/>
          </p:nvSpPr>
          <p:spPr>
            <a:xfrm>
              <a:off x="2218549" y="3078158"/>
              <a:ext cx="64512" cy="64512"/>
            </a:xfrm>
            <a:prstGeom prst="ellipse">
              <a:avLst/>
            </a:prstGeom>
            <a:solidFill>
              <a:srgbClr val="FF0000">
                <a:alpha val="80784"/>
              </a:srgbClr>
            </a:solidFill>
            <a:ln w="9000" cap="rnd">
              <a:solidFill>
                <a:srgbClr val="FF0000">
                  <a:alpha val="8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pt923"/>
            <p:cNvSpPr/>
            <p:nvPr/>
          </p:nvSpPr>
          <p:spPr>
            <a:xfrm>
              <a:off x="2148755" y="2666124"/>
              <a:ext cx="108002" cy="108002"/>
            </a:xfrm>
            <a:prstGeom prst="ellipse">
              <a:avLst/>
            </a:prstGeom>
            <a:solidFill>
              <a:srgbClr val="FF0000">
                <a:alpha val="91372"/>
              </a:srgbClr>
            </a:solidFill>
            <a:ln w="9000" cap="rnd">
              <a:solidFill>
                <a:srgbClr val="FF0000">
                  <a:alpha val="9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pt924"/>
            <p:cNvSpPr/>
            <p:nvPr/>
          </p:nvSpPr>
          <p:spPr>
            <a:xfrm>
              <a:off x="2352596" y="2595230"/>
              <a:ext cx="50323" cy="50323"/>
            </a:xfrm>
            <a:prstGeom prst="ellipse">
              <a:avLst/>
            </a:prstGeom>
            <a:solidFill>
              <a:srgbClr val="FFC169">
                <a:alpha val="30196"/>
              </a:srgbClr>
            </a:solidFill>
            <a:ln w="9000" cap="rnd">
              <a:solidFill>
                <a:srgbClr val="FFC169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pt925"/>
            <p:cNvSpPr/>
            <p:nvPr/>
          </p:nvSpPr>
          <p:spPr>
            <a:xfrm>
              <a:off x="2152913" y="3299564"/>
              <a:ext cx="86388" cy="86388"/>
            </a:xfrm>
            <a:prstGeom prst="ellipse">
              <a:avLst/>
            </a:prstGeom>
            <a:solidFill>
              <a:srgbClr val="FF4000">
                <a:alpha val="64313"/>
              </a:srgbClr>
            </a:solidFill>
            <a:ln w="9000" cap="rnd">
              <a:solidFill>
                <a:srgbClr val="FF4000">
                  <a:alpha val="6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pt926"/>
            <p:cNvSpPr/>
            <p:nvPr/>
          </p:nvSpPr>
          <p:spPr>
            <a:xfrm>
              <a:off x="2335341" y="3159885"/>
              <a:ext cx="66721" cy="66721"/>
            </a:xfrm>
            <a:prstGeom prst="ellipse">
              <a:avLst/>
            </a:prstGeom>
            <a:solidFill>
              <a:srgbClr val="FF7C00">
                <a:alpha val="51764"/>
              </a:srgbClr>
            </a:solidFill>
            <a:ln w="9000" cap="rnd">
              <a:solidFill>
                <a:srgbClr val="FF7C00">
                  <a:alpha val="5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pt927"/>
            <p:cNvSpPr/>
            <p:nvPr/>
          </p:nvSpPr>
          <p:spPr>
            <a:xfrm>
              <a:off x="2353584" y="3232737"/>
              <a:ext cx="70885" cy="70885"/>
            </a:xfrm>
            <a:prstGeom prst="ellipse">
              <a:avLst/>
            </a:prstGeom>
            <a:solidFill>
              <a:srgbClr val="FFB038">
                <a:alpha val="36470"/>
              </a:srgbClr>
            </a:solidFill>
            <a:ln w="9000" cap="rnd">
              <a:solidFill>
                <a:srgbClr val="FFB038">
                  <a:alpha val="3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pt928"/>
            <p:cNvSpPr/>
            <p:nvPr/>
          </p:nvSpPr>
          <p:spPr>
            <a:xfrm>
              <a:off x="2336401" y="3125757"/>
              <a:ext cx="64600" cy="64600"/>
            </a:xfrm>
            <a:prstGeom prst="ellipse">
              <a:avLst/>
            </a:prstGeom>
            <a:solidFill>
              <a:srgbClr val="FF7400">
                <a:alpha val="53725"/>
              </a:srgbClr>
            </a:solidFill>
            <a:ln w="9000" cap="rnd">
              <a:solidFill>
                <a:srgbClr val="FF7400">
                  <a:alpha val="5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pt929"/>
            <p:cNvSpPr/>
            <p:nvPr/>
          </p:nvSpPr>
          <p:spPr>
            <a:xfrm>
              <a:off x="2364290" y="3046916"/>
              <a:ext cx="53811" cy="53811"/>
            </a:xfrm>
            <a:prstGeom prst="ellipse">
              <a:avLst/>
            </a:prstGeom>
            <a:solidFill>
              <a:srgbClr val="FFB547">
                <a:alpha val="34509"/>
              </a:srgbClr>
            </a:solidFill>
            <a:ln w="9000" cap="rnd">
              <a:solidFill>
                <a:srgbClr val="FFB547">
                  <a:alpha val="3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pt930"/>
            <p:cNvSpPr/>
            <p:nvPr/>
          </p:nvSpPr>
          <p:spPr>
            <a:xfrm>
              <a:off x="2266459" y="3364337"/>
              <a:ext cx="71571" cy="71571"/>
            </a:xfrm>
            <a:prstGeom prst="ellipse">
              <a:avLst/>
            </a:prstGeom>
            <a:solidFill>
              <a:srgbClr val="FF5600">
                <a:alpha val="60392"/>
              </a:srgbClr>
            </a:solidFill>
            <a:ln w="9000" cap="rnd">
              <a:solidFill>
                <a:srgbClr val="FF5600">
                  <a:alpha val="6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pt931"/>
            <p:cNvSpPr/>
            <p:nvPr/>
          </p:nvSpPr>
          <p:spPr>
            <a:xfrm>
              <a:off x="2345742" y="3301730"/>
              <a:ext cx="95247" cy="95247"/>
            </a:xfrm>
            <a:prstGeom prst="ellipse">
              <a:avLst/>
            </a:prstGeom>
            <a:solidFill>
              <a:srgbClr val="FFBB59">
                <a:alpha val="32549"/>
              </a:srgbClr>
            </a:solidFill>
            <a:ln w="9000" cap="rnd">
              <a:solidFill>
                <a:srgbClr val="FFBB59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pt932"/>
            <p:cNvSpPr/>
            <p:nvPr/>
          </p:nvSpPr>
          <p:spPr>
            <a:xfrm>
              <a:off x="2371445" y="2492008"/>
              <a:ext cx="39502" cy="39502"/>
            </a:xfrm>
            <a:prstGeom prst="ellipse">
              <a:avLst/>
            </a:prstGeom>
            <a:solidFill>
              <a:srgbClr val="FFB548">
                <a:alpha val="34509"/>
              </a:srgbClr>
            </a:solidFill>
            <a:ln w="9000" cap="rnd">
              <a:solidFill>
                <a:srgbClr val="FFB548">
                  <a:alpha val="3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pt933"/>
            <p:cNvSpPr/>
            <p:nvPr/>
          </p:nvSpPr>
          <p:spPr>
            <a:xfrm>
              <a:off x="2369968" y="2459756"/>
              <a:ext cx="46795" cy="46795"/>
            </a:xfrm>
            <a:prstGeom prst="ellipse">
              <a:avLst/>
            </a:prstGeom>
            <a:solidFill>
              <a:srgbClr val="FFAE33">
                <a:alpha val="36862"/>
              </a:srgbClr>
            </a:solidFill>
            <a:ln w="9000" cap="rnd">
              <a:solidFill>
                <a:srgbClr val="FFAE33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pt934"/>
            <p:cNvSpPr/>
            <p:nvPr/>
          </p:nvSpPr>
          <p:spPr>
            <a:xfrm>
              <a:off x="2366414" y="3346881"/>
              <a:ext cx="49563" cy="49563"/>
            </a:xfrm>
            <a:prstGeom prst="ellipse">
              <a:avLst/>
            </a:prstGeom>
            <a:solidFill>
              <a:srgbClr val="FFBA57">
                <a:alpha val="32549"/>
              </a:srgbClr>
            </a:solidFill>
            <a:ln w="9000" cap="rnd">
              <a:solidFill>
                <a:srgbClr val="FFBA57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pt935"/>
            <p:cNvSpPr/>
            <p:nvPr/>
          </p:nvSpPr>
          <p:spPr>
            <a:xfrm>
              <a:off x="2338132" y="3314828"/>
              <a:ext cx="110467" cy="110467"/>
            </a:xfrm>
            <a:prstGeom prst="ellipse">
              <a:avLst/>
            </a:prstGeom>
            <a:solidFill>
              <a:srgbClr val="FFAC29">
                <a:alpha val="37647"/>
              </a:srgbClr>
            </a:solidFill>
            <a:ln w="9000" cap="rnd">
              <a:solidFill>
                <a:srgbClr val="FFAC29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pt936"/>
            <p:cNvSpPr/>
            <p:nvPr/>
          </p:nvSpPr>
          <p:spPr>
            <a:xfrm>
              <a:off x="2366414" y="3342111"/>
              <a:ext cx="49563" cy="49563"/>
            </a:xfrm>
            <a:prstGeom prst="ellipse">
              <a:avLst/>
            </a:prstGeom>
            <a:solidFill>
              <a:srgbClr val="FFC87A">
                <a:alpha val="28235"/>
              </a:srgbClr>
            </a:solidFill>
            <a:ln w="9000" cap="rnd">
              <a:solidFill>
                <a:srgbClr val="FFC87A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pt937"/>
            <p:cNvSpPr/>
            <p:nvPr/>
          </p:nvSpPr>
          <p:spPr>
            <a:xfrm>
              <a:off x="2359460" y="3300192"/>
              <a:ext cx="63473" cy="63473"/>
            </a:xfrm>
            <a:prstGeom prst="ellipse">
              <a:avLst/>
            </a:prstGeom>
            <a:solidFill>
              <a:srgbClr val="FFAB26">
                <a:alpha val="38039"/>
              </a:srgbClr>
            </a:solidFill>
            <a:ln w="9000" cap="rnd">
              <a:solidFill>
                <a:srgbClr val="FFAB26">
                  <a:alpha val="3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pt938"/>
            <p:cNvSpPr/>
            <p:nvPr/>
          </p:nvSpPr>
          <p:spPr>
            <a:xfrm>
              <a:off x="2353568" y="2507626"/>
              <a:ext cx="75257" cy="75257"/>
            </a:xfrm>
            <a:prstGeom prst="ellipse">
              <a:avLst/>
            </a:prstGeom>
            <a:solidFill>
              <a:srgbClr val="FFC572">
                <a:alpha val="29019"/>
              </a:srgbClr>
            </a:solidFill>
            <a:ln w="9000" cap="rnd">
              <a:solidFill>
                <a:srgbClr val="FFC572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pt939"/>
            <p:cNvSpPr/>
            <p:nvPr/>
          </p:nvSpPr>
          <p:spPr>
            <a:xfrm>
              <a:off x="2371716" y="2493288"/>
              <a:ext cx="43300" cy="43300"/>
            </a:xfrm>
            <a:prstGeom prst="ellipse">
              <a:avLst/>
            </a:prstGeom>
            <a:solidFill>
              <a:srgbClr val="FFAC2C">
                <a:alpha val="37647"/>
              </a:srgbClr>
            </a:solidFill>
            <a:ln w="9000" cap="rnd">
              <a:solidFill>
                <a:srgbClr val="FFAC2C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pt940"/>
            <p:cNvSpPr/>
            <p:nvPr/>
          </p:nvSpPr>
          <p:spPr>
            <a:xfrm>
              <a:off x="2360539" y="3039414"/>
              <a:ext cx="65653" cy="65653"/>
            </a:xfrm>
            <a:prstGeom prst="ellipse">
              <a:avLst/>
            </a:prstGeom>
            <a:solidFill>
              <a:srgbClr val="FFA300">
                <a:alpha val="40784"/>
              </a:srgbClr>
            </a:solidFill>
            <a:ln w="9000" cap="rnd">
              <a:solidFill>
                <a:srgbClr val="FFA300">
                  <a:alpha val="4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pt941"/>
            <p:cNvSpPr/>
            <p:nvPr/>
          </p:nvSpPr>
          <p:spPr>
            <a:xfrm>
              <a:off x="2367394" y="3419662"/>
              <a:ext cx="51942" cy="51942"/>
            </a:xfrm>
            <a:prstGeom prst="ellipse">
              <a:avLst/>
            </a:prstGeom>
            <a:solidFill>
              <a:srgbClr val="FFB341">
                <a:alpha val="35294"/>
              </a:srgbClr>
            </a:solidFill>
            <a:ln w="9000" cap="rnd">
              <a:solidFill>
                <a:srgbClr val="FFB341">
                  <a:alpha val="3529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pt942"/>
            <p:cNvSpPr/>
            <p:nvPr/>
          </p:nvSpPr>
          <p:spPr>
            <a:xfrm>
              <a:off x="2360539" y="3330866"/>
              <a:ext cx="65653" cy="65653"/>
            </a:xfrm>
            <a:prstGeom prst="ellipse">
              <a:avLst/>
            </a:prstGeom>
            <a:solidFill>
              <a:srgbClr val="FFAE32">
                <a:alpha val="36862"/>
              </a:srgbClr>
            </a:solidFill>
            <a:ln w="9000" cap="rnd">
              <a:solidFill>
                <a:srgbClr val="FFAE32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pt943"/>
            <p:cNvSpPr/>
            <p:nvPr/>
          </p:nvSpPr>
          <p:spPr>
            <a:xfrm>
              <a:off x="2360539" y="3291015"/>
              <a:ext cx="65653" cy="65653"/>
            </a:xfrm>
            <a:prstGeom prst="ellipse">
              <a:avLst/>
            </a:prstGeom>
            <a:solidFill>
              <a:srgbClr val="FFA715">
                <a:alpha val="39215"/>
              </a:srgbClr>
            </a:solidFill>
            <a:ln w="9000" cap="rnd">
              <a:solidFill>
                <a:srgbClr val="FFA715">
                  <a:alpha val="3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pt944"/>
            <p:cNvSpPr/>
            <p:nvPr/>
          </p:nvSpPr>
          <p:spPr>
            <a:xfrm>
              <a:off x="2363797" y="3082552"/>
              <a:ext cx="59137" cy="59137"/>
            </a:xfrm>
            <a:prstGeom prst="ellipse">
              <a:avLst/>
            </a:prstGeom>
            <a:solidFill>
              <a:srgbClr val="FF9800">
                <a:alpha val="43921"/>
              </a:srgbClr>
            </a:solidFill>
            <a:ln w="9000" cap="rnd">
              <a:solidFill>
                <a:srgbClr val="FF9800">
                  <a:alpha val="4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pt945"/>
            <p:cNvSpPr/>
            <p:nvPr/>
          </p:nvSpPr>
          <p:spPr>
            <a:xfrm>
              <a:off x="2144427" y="2663389"/>
              <a:ext cx="116658" cy="116658"/>
            </a:xfrm>
            <a:prstGeom prst="ellipse">
              <a:avLst/>
            </a:prstGeom>
            <a:solidFill>
              <a:srgbClr val="FF0000">
                <a:alpha val="98823"/>
              </a:srgbClr>
            </a:solidFill>
            <a:ln w="9000" cap="rnd">
              <a:solidFill>
                <a:srgbClr val="FF0000">
                  <a:alpha val="9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pt946"/>
            <p:cNvSpPr/>
            <p:nvPr/>
          </p:nvSpPr>
          <p:spPr>
            <a:xfrm>
              <a:off x="2362007" y="2536069"/>
              <a:ext cx="62717" cy="62717"/>
            </a:xfrm>
            <a:prstGeom prst="ellipse">
              <a:avLst/>
            </a:prstGeom>
            <a:solidFill>
              <a:srgbClr val="FF9800">
                <a:alpha val="43921"/>
              </a:srgbClr>
            </a:solidFill>
            <a:ln w="9000" cap="rnd">
              <a:solidFill>
                <a:srgbClr val="FF9800">
                  <a:alpha val="4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pt947"/>
            <p:cNvSpPr/>
            <p:nvPr/>
          </p:nvSpPr>
          <p:spPr>
            <a:xfrm>
              <a:off x="2374027" y="2544334"/>
              <a:ext cx="43016" cy="43016"/>
            </a:xfrm>
            <a:prstGeom prst="ellipse">
              <a:avLst/>
            </a:prstGeom>
            <a:solidFill>
              <a:srgbClr val="FFA300">
                <a:alpha val="40784"/>
              </a:srgbClr>
            </a:solidFill>
            <a:ln w="9000" cap="rnd">
              <a:solidFill>
                <a:srgbClr val="FFA300">
                  <a:alpha val="4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pt948"/>
            <p:cNvSpPr/>
            <p:nvPr/>
          </p:nvSpPr>
          <p:spPr>
            <a:xfrm>
              <a:off x="2351799" y="3269063"/>
              <a:ext cx="87472" cy="87472"/>
            </a:xfrm>
            <a:prstGeom prst="ellipse">
              <a:avLst/>
            </a:prstGeom>
            <a:solidFill>
              <a:srgbClr val="FF9700">
                <a:alpha val="43921"/>
              </a:srgbClr>
            </a:solidFill>
            <a:ln w="9000" cap="rnd">
              <a:solidFill>
                <a:srgbClr val="FF9700">
                  <a:alpha val="4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pt949"/>
            <p:cNvSpPr/>
            <p:nvPr/>
          </p:nvSpPr>
          <p:spPr>
            <a:xfrm>
              <a:off x="2344512" y="2556235"/>
              <a:ext cx="102047" cy="102047"/>
            </a:xfrm>
            <a:prstGeom prst="ellipse">
              <a:avLst/>
            </a:prstGeom>
            <a:solidFill>
              <a:srgbClr val="FF8D00">
                <a:alpha val="47058"/>
              </a:srgbClr>
            </a:solidFill>
            <a:ln w="9000" cap="rnd">
              <a:solidFill>
                <a:srgbClr val="FF8D00">
                  <a:alpha val="4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pt950"/>
            <p:cNvSpPr/>
            <p:nvPr/>
          </p:nvSpPr>
          <p:spPr>
            <a:xfrm>
              <a:off x="2370862" y="2462246"/>
              <a:ext cx="45007" cy="45007"/>
            </a:xfrm>
            <a:prstGeom prst="ellipse">
              <a:avLst/>
            </a:prstGeom>
            <a:solidFill>
              <a:srgbClr val="FF9F00">
                <a:alpha val="41960"/>
              </a:srgbClr>
            </a:solidFill>
            <a:ln w="9000" cap="rnd">
              <a:solidFill>
                <a:srgbClr val="FF9F00">
                  <a:alpha val="4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pt951"/>
            <p:cNvSpPr/>
            <p:nvPr/>
          </p:nvSpPr>
          <p:spPr>
            <a:xfrm>
              <a:off x="2366044" y="2452077"/>
              <a:ext cx="58982" cy="58982"/>
            </a:xfrm>
            <a:prstGeom prst="ellipse">
              <a:avLst/>
            </a:prstGeom>
            <a:solidFill>
              <a:srgbClr val="FFA400">
                <a:alpha val="40000"/>
              </a:srgbClr>
            </a:solidFill>
            <a:ln w="9000" cap="rnd">
              <a:solidFill>
                <a:srgbClr val="FFA4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pt952"/>
            <p:cNvSpPr/>
            <p:nvPr/>
          </p:nvSpPr>
          <p:spPr>
            <a:xfrm>
              <a:off x="2361638" y="3415496"/>
              <a:ext cx="63455" cy="63455"/>
            </a:xfrm>
            <a:prstGeom prst="ellipse">
              <a:avLst/>
            </a:prstGeom>
            <a:solidFill>
              <a:srgbClr val="FF9300">
                <a:alpha val="45098"/>
              </a:srgbClr>
            </a:solidFill>
            <a:ln w="9000" cap="rnd">
              <a:solidFill>
                <a:srgbClr val="FF93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pt953"/>
            <p:cNvSpPr/>
            <p:nvPr/>
          </p:nvSpPr>
          <p:spPr>
            <a:xfrm>
              <a:off x="2360014" y="3300175"/>
              <a:ext cx="66704" cy="66704"/>
            </a:xfrm>
            <a:prstGeom prst="ellipse">
              <a:avLst/>
            </a:prstGeom>
            <a:solidFill>
              <a:srgbClr val="FF8500">
                <a:alpha val="49019"/>
              </a:srgbClr>
            </a:solidFill>
            <a:ln w="9000" cap="rnd">
              <a:solidFill>
                <a:srgbClr val="FF8500">
                  <a:alpha val="4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pt954"/>
            <p:cNvSpPr/>
            <p:nvPr/>
          </p:nvSpPr>
          <p:spPr>
            <a:xfrm>
              <a:off x="2360539" y="3233771"/>
              <a:ext cx="65653" cy="65653"/>
            </a:xfrm>
            <a:prstGeom prst="ellipse">
              <a:avLst/>
            </a:prstGeom>
            <a:solidFill>
              <a:srgbClr val="FFA000">
                <a:alpha val="41568"/>
              </a:srgbClr>
            </a:solidFill>
            <a:ln w="9000" cap="rnd">
              <a:solidFill>
                <a:srgbClr val="FFA000">
                  <a:alpha val="4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pt955"/>
            <p:cNvSpPr/>
            <p:nvPr/>
          </p:nvSpPr>
          <p:spPr>
            <a:xfrm>
              <a:off x="2361092" y="3017687"/>
              <a:ext cx="64547" cy="64547"/>
            </a:xfrm>
            <a:prstGeom prst="ellipse">
              <a:avLst/>
            </a:prstGeom>
            <a:solidFill>
              <a:srgbClr val="FF9C00">
                <a:alpha val="42745"/>
              </a:srgbClr>
            </a:solidFill>
            <a:ln w="9000" cap="rnd">
              <a:solidFill>
                <a:srgbClr val="FF9C00">
                  <a:alpha val="4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pt956"/>
            <p:cNvSpPr/>
            <p:nvPr/>
          </p:nvSpPr>
          <p:spPr>
            <a:xfrm>
              <a:off x="2363160" y="2540401"/>
              <a:ext cx="60412" cy="60412"/>
            </a:xfrm>
            <a:prstGeom prst="ellipse">
              <a:avLst/>
            </a:prstGeom>
            <a:solidFill>
              <a:srgbClr val="FF8F00">
                <a:alpha val="46274"/>
              </a:srgbClr>
            </a:solidFill>
            <a:ln w="9000" cap="rnd">
              <a:solidFill>
                <a:srgbClr val="FF8F00">
                  <a:alpha val="4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pt957"/>
            <p:cNvSpPr/>
            <p:nvPr/>
          </p:nvSpPr>
          <p:spPr>
            <a:xfrm>
              <a:off x="2354103" y="2502812"/>
              <a:ext cx="78526" cy="78526"/>
            </a:xfrm>
            <a:prstGeom prst="ellipse">
              <a:avLst/>
            </a:prstGeom>
            <a:solidFill>
              <a:srgbClr val="FFA81A">
                <a:alpha val="38823"/>
              </a:srgbClr>
            </a:solidFill>
            <a:ln w="9000" cap="rnd">
              <a:solidFill>
                <a:srgbClr val="FFA81A">
                  <a:alpha val="3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pt958"/>
            <p:cNvSpPr/>
            <p:nvPr/>
          </p:nvSpPr>
          <p:spPr>
            <a:xfrm>
              <a:off x="2372229" y="2490049"/>
              <a:ext cx="46613" cy="46613"/>
            </a:xfrm>
            <a:prstGeom prst="ellipse">
              <a:avLst/>
            </a:prstGeom>
            <a:solidFill>
              <a:srgbClr val="FF9900">
                <a:alpha val="43529"/>
              </a:srgbClr>
            </a:solidFill>
            <a:ln w="9000" cap="rnd">
              <a:solidFill>
                <a:srgbClr val="FF9900">
                  <a:alpha val="4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pt959"/>
            <p:cNvSpPr/>
            <p:nvPr/>
          </p:nvSpPr>
          <p:spPr>
            <a:xfrm>
              <a:off x="2346803" y="3313379"/>
              <a:ext cx="97465" cy="97465"/>
            </a:xfrm>
            <a:prstGeom prst="ellipse">
              <a:avLst/>
            </a:prstGeom>
            <a:solidFill>
              <a:srgbClr val="FF9900">
                <a:alpha val="43529"/>
              </a:srgbClr>
            </a:solidFill>
            <a:ln w="9000" cap="rnd">
              <a:solidFill>
                <a:srgbClr val="FF9900">
                  <a:alpha val="4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pt960"/>
            <p:cNvSpPr/>
            <p:nvPr/>
          </p:nvSpPr>
          <p:spPr>
            <a:xfrm>
              <a:off x="2356462" y="3097436"/>
              <a:ext cx="73807" cy="73807"/>
            </a:xfrm>
            <a:prstGeom prst="ellipse">
              <a:avLst/>
            </a:prstGeom>
            <a:solidFill>
              <a:srgbClr val="FF7800">
                <a:alpha val="52549"/>
              </a:srgbClr>
            </a:solidFill>
            <a:ln w="9000" cap="rnd">
              <a:solidFill>
                <a:srgbClr val="FF7800">
                  <a:alpha val="5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pt961"/>
            <p:cNvSpPr/>
            <p:nvPr/>
          </p:nvSpPr>
          <p:spPr>
            <a:xfrm>
              <a:off x="2371445" y="2581584"/>
              <a:ext cx="48180" cy="48180"/>
            </a:xfrm>
            <a:prstGeom prst="ellipse">
              <a:avLst/>
            </a:prstGeom>
            <a:solidFill>
              <a:srgbClr val="FF9F00">
                <a:alpha val="41960"/>
              </a:srgbClr>
            </a:solidFill>
            <a:ln w="9000" cap="rnd">
              <a:solidFill>
                <a:srgbClr val="FF9F00">
                  <a:alpha val="4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pt962"/>
            <p:cNvSpPr/>
            <p:nvPr/>
          </p:nvSpPr>
          <p:spPr>
            <a:xfrm>
              <a:off x="2369276" y="2492440"/>
              <a:ext cx="48180" cy="48180"/>
            </a:xfrm>
            <a:prstGeom prst="ellipse">
              <a:avLst/>
            </a:prstGeom>
            <a:solidFill>
              <a:srgbClr val="FF9200">
                <a:alpha val="45490"/>
              </a:srgbClr>
            </a:solidFill>
            <a:ln w="9000" cap="rnd">
              <a:solidFill>
                <a:srgbClr val="FF9200">
                  <a:alpha val="4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pt963"/>
            <p:cNvSpPr/>
            <p:nvPr/>
          </p:nvSpPr>
          <p:spPr>
            <a:xfrm>
              <a:off x="2334069" y="3212283"/>
              <a:ext cx="114254" cy="114254"/>
            </a:xfrm>
            <a:prstGeom prst="ellipse">
              <a:avLst/>
            </a:prstGeom>
            <a:solidFill>
              <a:srgbClr val="FF9C00">
                <a:alpha val="42745"/>
              </a:srgbClr>
            </a:solidFill>
            <a:ln w="9000" cap="rnd">
              <a:solidFill>
                <a:srgbClr val="FF9C00">
                  <a:alpha val="4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pt964"/>
            <p:cNvSpPr/>
            <p:nvPr/>
          </p:nvSpPr>
          <p:spPr>
            <a:xfrm>
              <a:off x="2366112" y="2584193"/>
              <a:ext cx="58846" cy="58846"/>
            </a:xfrm>
            <a:prstGeom prst="ellipse">
              <a:avLst/>
            </a:prstGeom>
            <a:solidFill>
              <a:srgbClr val="FF7900">
                <a:alpha val="52156"/>
              </a:srgbClr>
            </a:solidFill>
            <a:ln w="9000" cap="rnd">
              <a:solidFill>
                <a:srgbClr val="FF7900">
                  <a:alpha val="5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pt965"/>
            <p:cNvSpPr/>
            <p:nvPr/>
          </p:nvSpPr>
          <p:spPr>
            <a:xfrm>
              <a:off x="2363623" y="2576941"/>
              <a:ext cx="63824" cy="63824"/>
            </a:xfrm>
            <a:prstGeom prst="ellipse">
              <a:avLst/>
            </a:prstGeom>
            <a:solidFill>
              <a:srgbClr val="FF7400">
                <a:alpha val="53725"/>
              </a:srgbClr>
            </a:solidFill>
            <a:ln w="9000" cap="rnd">
              <a:solidFill>
                <a:srgbClr val="FF7400">
                  <a:alpha val="5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pt966"/>
            <p:cNvSpPr/>
            <p:nvPr/>
          </p:nvSpPr>
          <p:spPr>
            <a:xfrm>
              <a:off x="2359114" y="2532603"/>
              <a:ext cx="72843" cy="72843"/>
            </a:xfrm>
            <a:prstGeom prst="ellipse">
              <a:avLst/>
            </a:prstGeom>
            <a:solidFill>
              <a:srgbClr val="FF8000">
                <a:alpha val="50588"/>
              </a:srgbClr>
            </a:solidFill>
            <a:ln w="9000" cap="rnd">
              <a:solidFill>
                <a:srgbClr val="FF8000">
                  <a:alpha val="5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pt967"/>
            <p:cNvSpPr/>
            <p:nvPr/>
          </p:nvSpPr>
          <p:spPr>
            <a:xfrm>
              <a:off x="2365337" y="2542005"/>
              <a:ext cx="60397" cy="60397"/>
            </a:xfrm>
            <a:prstGeom prst="ellipse">
              <a:avLst/>
            </a:prstGeom>
            <a:solidFill>
              <a:srgbClr val="FF7B00">
                <a:alpha val="51764"/>
              </a:srgbClr>
            </a:solidFill>
            <a:ln w="9000" cap="rnd">
              <a:solidFill>
                <a:srgbClr val="FF7B00">
                  <a:alpha val="5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pt968"/>
            <p:cNvSpPr/>
            <p:nvPr/>
          </p:nvSpPr>
          <p:spPr>
            <a:xfrm>
              <a:off x="2360014" y="3331938"/>
              <a:ext cx="66704" cy="66704"/>
            </a:xfrm>
            <a:prstGeom prst="ellipse">
              <a:avLst/>
            </a:prstGeom>
            <a:solidFill>
              <a:srgbClr val="FF7E00">
                <a:alpha val="50980"/>
              </a:srgbClr>
            </a:solidFill>
            <a:ln w="9000" cap="rnd">
              <a:solidFill>
                <a:srgbClr val="FF7E00">
                  <a:alpha val="5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pt969"/>
            <p:cNvSpPr/>
            <p:nvPr/>
          </p:nvSpPr>
          <p:spPr>
            <a:xfrm>
              <a:off x="2361083" y="3146611"/>
              <a:ext cx="64565" cy="64565"/>
            </a:xfrm>
            <a:prstGeom prst="ellipse">
              <a:avLst/>
            </a:prstGeom>
            <a:solidFill>
              <a:srgbClr val="FF8E00">
                <a:alpha val="46666"/>
              </a:srgbClr>
            </a:solidFill>
            <a:ln w="9000" cap="rnd">
              <a:solidFill>
                <a:srgbClr val="FF8E00">
                  <a:alpha val="4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pt970"/>
            <p:cNvSpPr/>
            <p:nvPr/>
          </p:nvSpPr>
          <p:spPr>
            <a:xfrm>
              <a:off x="2363253" y="2582930"/>
              <a:ext cx="64565" cy="64565"/>
            </a:xfrm>
            <a:prstGeom prst="ellipse">
              <a:avLst/>
            </a:prstGeom>
            <a:solidFill>
              <a:srgbClr val="FF6100">
                <a:alpha val="58039"/>
              </a:srgbClr>
            </a:solidFill>
            <a:ln w="9000" cap="rnd">
              <a:solidFill>
                <a:srgbClr val="FF6100">
                  <a:alpha val="5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pt971"/>
            <p:cNvSpPr/>
            <p:nvPr/>
          </p:nvSpPr>
          <p:spPr>
            <a:xfrm>
              <a:off x="2383414" y="2374344"/>
              <a:ext cx="48669" cy="48669"/>
            </a:xfrm>
            <a:prstGeom prst="ellipse">
              <a:avLst/>
            </a:prstGeom>
            <a:solidFill>
              <a:srgbClr val="FFC777">
                <a:alpha val="28627"/>
              </a:srgbClr>
            </a:solidFill>
            <a:ln w="9000" cap="rnd">
              <a:solidFill>
                <a:srgbClr val="FFC777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pt972"/>
            <p:cNvSpPr/>
            <p:nvPr/>
          </p:nvSpPr>
          <p:spPr>
            <a:xfrm>
              <a:off x="2362183" y="2577084"/>
              <a:ext cx="66704" cy="66704"/>
            </a:xfrm>
            <a:prstGeom prst="ellipse">
              <a:avLst/>
            </a:prstGeom>
            <a:solidFill>
              <a:srgbClr val="FF7700">
                <a:alpha val="52941"/>
              </a:srgbClr>
            </a:solidFill>
            <a:ln w="9000" cap="rnd">
              <a:solidFill>
                <a:srgbClr val="FF7700">
                  <a:alpha val="5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pt973"/>
            <p:cNvSpPr/>
            <p:nvPr/>
          </p:nvSpPr>
          <p:spPr>
            <a:xfrm>
              <a:off x="2360014" y="3292087"/>
              <a:ext cx="66704" cy="66704"/>
            </a:xfrm>
            <a:prstGeom prst="ellipse">
              <a:avLst/>
            </a:prstGeom>
            <a:solidFill>
              <a:srgbClr val="FF7F00">
                <a:alpha val="50588"/>
              </a:srgbClr>
            </a:solidFill>
            <a:ln w="9000" cap="rnd">
              <a:solidFill>
                <a:srgbClr val="FF7F00">
                  <a:alpha val="5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pt974"/>
            <p:cNvSpPr/>
            <p:nvPr/>
          </p:nvSpPr>
          <p:spPr>
            <a:xfrm>
              <a:off x="2360014" y="3301754"/>
              <a:ext cx="66704" cy="66704"/>
            </a:xfrm>
            <a:prstGeom prst="ellipse">
              <a:avLst/>
            </a:prstGeom>
            <a:solidFill>
              <a:srgbClr val="FF8E00">
                <a:alpha val="46666"/>
              </a:srgbClr>
            </a:solidFill>
            <a:ln w="9000" cap="rnd">
              <a:solidFill>
                <a:srgbClr val="FF8E00">
                  <a:alpha val="4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pt975"/>
            <p:cNvSpPr/>
            <p:nvPr/>
          </p:nvSpPr>
          <p:spPr>
            <a:xfrm>
              <a:off x="2358632" y="3076801"/>
              <a:ext cx="73807" cy="73807"/>
            </a:xfrm>
            <a:prstGeom prst="ellipse">
              <a:avLst/>
            </a:prstGeom>
            <a:solidFill>
              <a:srgbClr val="FF7200">
                <a:alpha val="54117"/>
              </a:srgbClr>
            </a:solidFill>
            <a:ln w="9000" cap="rnd">
              <a:solidFill>
                <a:srgbClr val="FF7200">
                  <a:alpha val="5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pt976"/>
            <p:cNvSpPr/>
            <p:nvPr/>
          </p:nvSpPr>
          <p:spPr>
            <a:xfrm>
              <a:off x="2362183" y="2578680"/>
              <a:ext cx="66704" cy="66704"/>
            </a:xfrm>
            <a:prstGeom prst="ellipse">
              <a:avLst/>
            </a:prstGeom>
            <a:solidFill>
              <a:srgbClr val="FF5C00">
                <a:alpha val="59215"/>
              </a:srgbClr>
            </a:solidFill>
            <a:ln w="9000" cap="rnd">
              <a:solidFill>
                <a:srgbClr val="FF5C00">
                  <a:alpha val="5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pt977"/>
            <p:cNvSpPr/>
            <p:nvPr/>
          </p:nvSpPr>
          <p:spPr>
            <a:xfrm>
              <a:off x="2400077" y="3028938"/>
              <a:ext cx="45782" cy="45782"/>
            </a:xfrm>
            <a:prstGeom prst="ellipse">
              <a:avLst/>
            </a:prstGeom>
            <a:solidFill>
              <a:srgbClr val="FFC97D">
                <a:alpha val="27450"/>
              </a:srgbClr>
            </a:solidFill>
            <a:ln w="9000" cap="rnd">
              <a:solidFill>
                <a:srgbClr val="FFC97D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pt978"/>
            <p:cNvSpPr/>
            <p:nvPr/>
          </p:nvSpPr>
          <p:spPr>
            <a:xfrm>
              <a:off x="2400606" y="2525745"/>
              <a:ext cx="49133" cy="49133"/>
            </a:xfrm>
            <a:prstGeom prst="ellipse">
              <a:avLst/>
            </a:prstGeom>
            <a:solidFill>
              <a:srgbClr val="FFCA80">
                <a:alpha val="27450"/>
              </a:srgbClr>
            </a:solidFill>
            <a:ln w="9000" cap="rnd">
              <a:solidFill>
                <a:srgbClr val="FFCA80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pt979"/>
            <p:cNvSpPr/>
            <p:nvPr/>
          </p:nvSpPr>
          <p:spPr>
            <a:xfrm>
              <a:off x="2412583" y="3373269"/>
              <a:ext cx="47857" cy="47857"/>
            </a:xfrm>
            <a:prstGeom prst="ellipse">
              <a:avLst/>
            </a:prstGeom>
            <a:solidFill>
              <a:srgbClr val="FFE7C6">
                <a:alpha val="17647"/>
              </a:srgbClr>
            </a:solidFill>
            <a:ln w="9000" cap="rnd">
              <a:solidFill>
                <a:srgbClr val="FFE7C6">
                  <a:alpha val="1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pt980"/>
            <p:cNvSpPr/>
            <p:nvPr/>
          </p:nvSpPr>
          <p:spPr>
            <a:xfrm>
              <a:off x="2417163" y="2553273"/>
              <a:ext cx="38697" cy="38697"/>
            </a:xfrm>
            <a:prstGeom prst="ellipse">
              <a:avLst/>
            </a:prstGeom>
            <a:solidFill>
              <a:srgbClr val="FFDBA9">
                <a:alpha val="21568"/>
              </a:srgbClr>
            </a:solidFill>
            <a:ln w="9000" cap="rnd">
              <a:solidFill>
                <a:srgbClr val="FFDBA9">
                  <a:alpha val="2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pt981"/>
            <p:cNvSpPr/>
            <p:nvPr/>
          </p:nvSpPr>
          <p:spPr>
            <a:xfrm>
              <a:off x="2418463" y="3364112"/>
              <a:ext cx="40717" cy="40717"/>
            </a:xfrm>
            <a:prstGeom prst="ellipse">
              <a:avLst/>
            </a:prstGeom>
            <a:solidFill>
              <a:srgbClr val="FFD08D">
                <a:alpha val="25490"/>
              </a:srgbClr>
            </a:solidFill>
            <a:ln w="9000" cap="rnd">
              <a:solidFill>
                <a:srgbClr val="FFD08D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pt982"/>
            <p:cNvSpPr/>
            <p:nvPr/>
          </p:nvSpPr>
          <p:spPr>
            <a:xfrm>
              <a:off x="2418463" y="3270135"/>
              <a:ext cx="40717" cy="40717"/>
            </a:xfrm>
            <a:prstGeom prst="ellipse">
              <a:avLst/>
            </a:prstGeom>
            <a:solidFill>
              <a:srgbClr val="FFDCAC">
                <a:alpha val="21176"/>
              </a:srgbClr>
            </a:solidFill>
            <a:ln w="9000" cap="rnd">
              <a:solidFill>
                <a:srgbClr val="FFDCAC">
                  <a:alpha val="2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pt983"/>
            <p:cNvSpPr/>
            <p:nvPr/>
          </p:nvSpPr>
          <p:spPr>
            <a:xfrm>
              <a:off x="2417499" y="3380610"/>
              <a:ext cx="42644" cy="42644"/>
            </a:xfrm>
            <a:prstGeom prst="ellipse">
              <a:avLst/>
            </a:prstGeom>
            <a:solidFill>
              <a:srgbClr val="FFDBA8">
                <a:alpha val="21960"/>
              </a:srgbClr>
            </a:solidFill>
            <a:ln w="9000" cap="rnd">
              <a:solidFill>
                <a:srgbClr val="FFDBA8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pt984"/>
            <p:cNvSpPr/>
            <p:nvPr/>
          </p:nvSpPr>
          <p:spPr>
            <a:xfrm>
              <a:off x="2391170" y="3328821"/>
              <a:ext cx="63597" cy="63597"/>
            </a:xfrm>
            <a:prstGeom prst="ellipse">
              <a:avLst/>
            </a:prstGeom>
            <a:solidFill>
              <a:srgbClr val="FFAA24">
                <a:alpha val="38039"/>
              </a:srgbClr>
            </a:solidFill>
            <a:ln w="9000" cap="rnd">
              <a:solidFill>
                <a:srgbClr val="FFAA24">
                  <a:alpha val="3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pt985"/>
            <p:cNvSpPr/>
            <p:nvPr/>
          </p:nvSpPr>
          <p:spPr>
            <a:xfrm>
              <a:off x="2359129" y="3099516"/>
              <a:ext cx="72813" cy="72813"/>
            </a:xfrm>
            <a:prstGeom prst="ellipse">
              <a:avLst/>
            </a:prstGeom>
            <a:solidFill>
              <a:srgbClr val="FF8A00">
                <a:alpha val="47843"/>
              </a:srgbClr>
            </a:solidFill>
            <a:ln w="9000" cap="rnd">
              <a:solidFill>
                <a:srgbClr val="FF8A00">
                  <a:alpha val="4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pt986"/>
            <p:cNvSpPr/>
            <p:nvPr/>
          </p:nvSpPr>
          <p:spPr>
            <a:xfrm>
              <a:off x="2428689" y="3141495"/>
              <a:ext cx="42871" cy="42871"/>
            </a:xfrm>
            <a:prstGeom prst="ellipse">
              <a:avLst/>
            </a:prstGeom>
            <a:solidFill>
              <a:srgbClr val="FFB954">
                <a:alpha val="32941"/>
              </a:srgbClr>
            </a:solidFill>
            <a:ln w="9000" cap="rnd">
              <a:solidFill>
                <a:srgbClr val="FFB954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pt987"/>
            <p:cNvSpPr/>
            <p:nvPr/>
          </p:nvSpPr>
          <p:spPr>
            <a:xfrm>
              <a:off x="2358632" y="3078397"/>
              <a:ext cx="73807" cy="73807"/>
            </a:xfrm>
            <a:prstGeom prst="ellipse">
              <a:avLst/>
            </a:prstGeom>
            <a:solidFill>
              <a:srgbClr val="FF3F00">
                <a:alpha val="64705"/>
              </a:srgbClr>
            </a:solidFill>
            <a:ln w="9000" cap="rnd">
              <a:solidFill>
                <a:srgbClr val="FF3F00">
                  <a:alpha val="6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pt988"/>
            <p:cNvSpPr/>
            <p:nvPr/>
          </p:nvSpPr>
          <p:spPr>
            <a:xfrm>
              <a:off x="2417618" y="2487279"/>
              <a:ext cx="55984" cy="55984"/>
            </a:xfrm>
            <a:prstGeom prst="ellipse">
              <a:avLst/>
            </a:prstGeom>
            <a:solidFill>
              <a:srgbClr val="FFCB81">
                <a:alpha val="27058"/>
              </a:srgbClr>
            </a:solidFill>
            <a:ln w="9000" cap="rnd">
              <a:solidFill>
                <a:srgbClr val="FFCB81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pt989"/>
            <p:cNvSpPr/>
            <p:nvPr/>
          </p:nvSpPr>
          <p:spPr>
            <a:xfrm>
              <a:off x="2360014" y="3236423"/>
              <a:ext cx="66704" cy="66704"/>
            </a:xfrm>
            <a:prstGeom prst="ellipse">
              <a:avLst/>
            </a:prstGeom>
            <a:solidFill>
              <a:srgbClr val="FF8500">
                <a:alpha val="49411"/>
              </a:srgbClr>
            </a:solidFill>
            <a:ln w="9000" cap="rnd">
              <a:solidFill>
                <a:srgbClr val="FF8500">
                  <a:alpha val="4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pt990"/>
            <p:cNvSpPr/>
            <p:nvPr/>
          </p:nvSpPr>
          <p:spPr>
            <a:xfrm>
              <a:off x="2431964" y="2512453"/>
              <a:ext cx="50250" cy="50250"/>
            </a:xfrm>
            <a:prstGeom prst="ellipse">
              <a:avLst/>
            </a:prstGeom>
            <a:solidFill>
              <a:srgbClr val="FFDDAE">
                <a:alpha val="21176"/>
              </a:srgbClr>
            </a:solidFill>
            <a:ln w="9000" cap="rnd">
              <a:solidFill>
                <a:srgbClr val="FFDDAE">
                  <a:alpha val="2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pt991"/>
            <p:cNvSpPr/>
            <p:nvPr/>
          </p:nvSpPr>
          <p:spPr>
            <a:xfrm>
              <a:off x="2359489" y="3280520"/>
              <a:ext cx="67752" cy="67752"/>
            </a:xfrm>
            <a:prstGeom prst="ellipse">
              <a:avLst/>
            </a:prstGeom>
            <a:solidFill>
              <a:srgbClr val="FF6A00">
                <a:alpha val="56078"/>
              </a:srgbClr>
            </a:solidFill>
            <a:ln w="9000" cap="rnd">
              <a:solidFill>
                <a:srgbClr val="FF6A00">
                  <a:alpha val="5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pt992"/>
            <p:cNvSpPr/>
            <p:nvPr/>
          </p:nvSpPr>
          <p:spPr>
            <a:xfrm>
              <a:off x="2348583" y="3092737"/>
              <a:ext cx="89566" cy="89566"/>
            </a:xfrm>
            <a:prstGeom prst="ellipse">
              <a:avLst/>
            </a:prstGeom>
            <a:solidFill>
              <a:srgbClr val="FF5A00">
                <a:alpha val="59607"/>
              </a:srgbClr>
            </a:solidFill>
            <a:ln w="9000" cap="rnd">
              <a:solidFill>
                <a:srgbClr val="FF5A00">
                  <a:alpha val="5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pt993"/>
            <p:cNvSpPr/>
            <p:nvPr/>
          </p:nvSpPr>
          <p:spPr>
            <a:xfrm>
              <a:off x="2450496" y="3321063"/>
              <a:ext cx="52023" cy="52023"/>
            </a:xfrm>
            <a:prstGeom prst="ellipse">
              <a:avLst/>
            </a:prstGeom>
            <a:solidFill>
              <a:srgbClr val="FFE3BC">
                <a:alpha val="19215"/>
              </a:srgbClr>
            </a:solidFill>
            <a:ln w="9000" cap="rnd">
              <a:solidFill>
                <a:srgbClr val="FFE3BC">
                  <a:alpha val="1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pt994"/>
            <p:cNvSpPr/>
            <p:nvPr/>
          </p:nvSpPr>
          <p:spPr>
            <a:xfrm>
              <a:off x="2415556" y="2470444"/>
              <a:ext cx="69138" cy="69138"/>
            </a:xfrm>
            <a:prstGeom prst="ellipse">
              <a:avLst/>
            </a:prstGeom>
            <a:solidFill>
              <a:srgbClr val="FFC573">
                <a:alpha val="29019"/>
              </a:srgbClr>
            </a:solidFill>
            <a:ln w="9000" cap="rnd">
              <a:solidFill>
                <a:srgbClr val="FFC573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pt995"/>
            <p:cNvSpPr/>
            <p:nvPr/>
          </p:nvSpPr>
          <p:spPr>
            <a:xfrm>
              <a:off x="2435729" y="2449563"/>
              <a:ext cx="61331" cy="61331"/>
            </a:xfrm>
            <a:prstGeom prst="ellipse">
              <a:avLst/>
            </a:prstGeom>
            <a:solidFill>
              <a:srgbClr val="FFCF8B">
                <a:alpha val="25882"/>
              </a:srgbClr>
            </a:solidFill>
            <a:ln w="9000" cap="rnd">
              <a:solidFill>
                <a:srgbClr val="FFCF8B">
                  <a:alpha val="2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pt996"/>
            <p:cNvSpPr/>
            <p:nvPr/>
          </p:nvSpPr>
          <p:spPr>
            <a:xfrm>
              <a:off x="2455794" y="2474830"/>
              <a:ext cx="55425" cy="55425"/>
            </a:xfrm>
            <a:prstGeom prst="ellipse">
              <a:avLst/>
            </a:prstGeom>
            <a:solidFill>
              <a:srgbClr val="FFE6C3">
                <a:alpha val="18039"/>
              </a:srgbClr>
            </a:solidFill>
            <a:ln w="9000" cap="rnd">
              <a:solidFill>
                <a:srgbClr val="FFE6C3">
                  <a:alpha val="1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pt997"/>
            <p:cNvSpPr/>
            <p:nvPr/>
          </p:nvSpPr>
          <p:spPr>
            <a:xfrm>
              <a:off x="2358632" y="3079981"/>
              <a:ext cx="73807" cy="73807"/>
            </a:xfrm>
            <a:prstGeom prst="ellipse">
              <a:avLst/>
            </a:prstGeom>
            <a:solidFill>
              <a:srgbClr val="FF7200">
                <a:alpha val="54117"/>
              </a:srgbClr>
            </a:solidFill>
            <a:ln w="9000" cap="rnd">
              <a:solidFill>
                <a:srgbClr val="FF7200">
                  <a:alpha val="5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pt998"/>
            <p:cNvSpPr/>
            <p:nvPr/>
          </p:nvSpPr>
          <p:spPr>
            <a:xfrm>
              <a:off x="2453609" y="3319130"/>
              <a:ext cx="50487" cy="50487"/>
            </a:xfrm>
            <a:prstGeom prst="ellipse">
              <a:avLst/>
            </a:prstGeom>
            <a:solidFill>
              <a:srgbClr val="FF9800">
                <a:alpha val="43921"/>
              </a:srgbClr>
            </a:solidFill>
            <a:ln w="9000" cap="rnd">
              <a:solidFill>
                <a:srgbClr val="FF9800">
                  <a:alpha val="4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pt999"/>
            <p:cNvSpPr/>
            <p:nvPr/>
          </p:nvSpPr>
          <p:spPr>
            <a:xfrm>
              <a:off x="2355816" y="3271497"/>
              <a:ext cx="79440" cy="79440"/>
            </a:xfrm>
            <a:prstGeom prst="ellipse">
              <a:avLst/>
            </a:prstGeom>
            <a:solidFill>
              <a:srgbClr val="FF7F00">
                <a:alpha val="50588"/>
              </a:srgbClr>
            </a:solidFill>
            <a:ln w="9000" cap="rnd">
              <a:solidFill>
                <a:srgbClr val="FF7F00">
                  <a:alpha val="5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pt1000"/>
            <p:cNvSpPr/>
            <p:nvPr/>
          </p:nvSpPr>
          <p:spPr>
            <a:xfrm>
              <a:off x="2360014" y="3303355"/>
              <a:ext cx="66704" cy="66704"/>
            </a:xfrm>
            <a:prstGeom prst="ellipse">
              <a:avLst/>
            </a:prstGeom>
            <a:solidFill>
              <a:srgbClr val="FF6900">
                <a:alpha val="56078"/>
              </a:srgbClr>
            </a:solidFill>
            <a:ln w="9000" cap="rnd">
              <a:solidFill>
                <a:srgbClr val="FF6900">
                  <a:alpha val="5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pt1001"/>
            <p:cNvSpPr/>
            <p:nvPr/>
          </p:nvSpPr>
          <p:spPr>
            <a:xfrm>
              <a:off x="2376301" y="2749812"/>
              <a:ext cx="84586" cy="84586"/>
            </a:xfrm>
            <a:prstGeom prst="ellipse">
              <a:avLst/>
            </a:prstGeom>
            <a:solidFill>
              <a:srgbClr val="FFA000">
                <a:alpha val="41568"/>
              </a:srgbClr>
            </a:solidFill>
            <a:ln w="9000" cap="rnd">
              <a:solidFill>
                <a:srgbClr val="FFA000">
                  <a:alpha val="4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pt1002"/>
            <p:cNvSpPr/>
            <p:nvPr/>
          </p:nvSpPr>
          <p:spPr>
            <a:xfrm>
              <a:off x="2461249" y="2414416"/>
              <a:ext cx="63134" cy="63134"/>
            </a:xfrm>
            <a:prstGeom prst="ellipse">
              <a:avLst/>
            </a:prstGeom>
            <a:solidFill>
              <a:srgbClr val="FFCC85">
                <a:alpha val="26666"/>
              </a:srgbClr>
            </a:solidFill>
            <a:ln w="9000" cap="rnd">
              <a:solidFill>
                <a:srgbClr val="FFCC85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pt1003"/>
            <p:cNvSpPr/>
            <p:nvPr/>
          </p:nvSpPr>
          <p:spPr>
            <a:xfrm>
              <a:off x="2461574" y="1759651"/>
              <a:ext cx="101461" cy="101461"/>
            </a:xfrm>
            <a:prstGeom prst="ellipse">
              <a:avLst/>
            </a:prstGeom>
            <a:solidFill>
              <a:srgbClr val="FFD8A2">
                <a:alpha val="22745"/>
              </a:srgbClr>
            </a:solidFill>
            <a:ln w="9000" cap="rnd">
              <a:solidFill>
                <a:srgbClr val="FFD8A2">
                  <a:alpha val="2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pt1004"/>
            <p:cNvSpPr/>
            <p:nvPr/>
          </p:nvSpPr>
          <p:spPr>
            <a:xfrm>
              <a:off x="2479313" y="2443846"/>
              <a:ext cx="47302" cy="47302"/>
            </a:xfrm>
            <a:prstGeom prst="ellipse">
              <a:avLst/>
            </a:prstGeom>
            <a:solidFill>
              <a:srgbClr val="FFEBD0">
                <a:alpha val="16470"/>
              </a:srgbClr>
            </a:solidFill>
            <a:ln w="9000" cap="rnd">
              <a:solidFill>
                <a:srgbClr val="FFEBD0">
                  <a:alpha val="1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pt1005"/>
            <p:cNvSpPr/>
            <p:nvPr/>
          </p:nvSpPr>
          <p:spPr>
            <a:xfrm>
              <a:off x="2355365" y="3141909"/>
              <a:ext cx="80341" cy="80341"/>
            </a:xfrm>
            <a:prstGeom prst="ellipse">
              <a:avLst/>
            </a:prstGeom>
            <a:solidFill>
              <a:srgbClr val="FF0000">
                <a:alpha val="73725"/>
              </a:srgbClr>
            </a:solidFill>
            <a:ln w="9000" cap="rnd">
              <a:solidFill>
                <a:srgbClr val="FF0000">
                  <a:alpha val="7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pt1006"/>
            <p:cNvSpPr/>
            <p:nvPr/>
          </p:nvSpPr>
          <p:spPr>
            <a:xfrm>
              <a:off x="2491175" y="3055630"/>
              <a:ext cx="51568" cy="51568"/>
            </a:xfrm>
            <a:prstGeom prst="ellipse">
              <a:avLst/>
            </a:prstGeom>
            <a:solidFill>
              <a:srgbClr val="FFE9CB">
                <a:alpha val="16862"/>
              </a:srgbClr>
            </a:solidFill>
            <a:ln w="9000" cap="rnd">
              <a:solidFill>
                <a:srgbClr val="FFE9CB">
                  <a:alpha val="1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pt1007"/>
            <p:cNvSpPr/>
            <p:nvPr/>
          </p:nvSpPr>
          <p:spPr>
            <a:xfrm>
              <a:off x="2487532" y="1810189"/>
              <a:ext cx="44926" cy="44926"/>
            </a:xfrm>
            <a:prstGeom prst="ellipse">
              <a:avLst/>
            </a:prstGeom>
            <a:solidFill>
              <a:srgbClr val="FFC676">
                <a:alpha val="28627"/>
              </a:srgbClr>
            </a:solidFill>
            <a:ln w="9000" cap="rnd">
              <a:solidFill>
                <a:srgbClr val="FFC676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pt1008"/>
            <p:cNvSpPr/>
            <p:nvPr/>
          </p:nvSpPr>
          <p:spPr>
            <a:xfrm>
              <a:off x="2489426" y="1810484"/>
              <a:ext cx="41138" cy="41138"/>
            </a:xfrm>
            <a:prstGeom prst="ellipse">
              <a:avLst/>
            </a:prstGeom>
            <a:solidFill>
              <a:srgbClr val="FFD9A4">
                <a:alpha val="22352"/>
              </a:srgbClr>
            </a:solidFill>
            <a:ln w="9000" cap="rnd">
              <a:solidFill>
                <a:srgbClr val="FFD9A4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pt1009"/>
            <p:cNvSpPr/>
            <p:nvPr/>
          </p:nvSpPr>
          <p:spPr>
            <a:xfrm>
              <a:off x="2494068" y="3211974"/>
              <a:ext cx="41169" cy="41169"/>
            </a:xfrm>
            <a:prstGeom prst="ellipse">
              <a:avLst/>
            </a:prstGeom>
            <a:solidFill>
              <a:srgbClr val="FFE5C2">
                <a:alpha val="18431"/>
              </a:srgbClr>
            </a:solidFill>
            <a:ln w="9000" cap="rnd">
              <a:solidFill>
                <a:srgbClr val="FFE5C2">
                  <a:alpha val="1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pt1010"/>
            <p:cNvSpPr/>
            <p:nvPr/>
          </p:nvSpPr>
          <p:spPr>
            <a:xfrm>
              <a:off x="2356273" y="3141223"/>
              <a:ext cx="78526" cy="78526"/>
            </a:xfrm>
            <a:prstGeom prst="ellipse">
              <a:avLst/>
            </a:prstGeom>
            <a:solidFill>
              <a:srgbClr val="FF5300">
                <a:alpha val="61176"/>
              </a:srgbClr>
            </a:solidFill>
            <a:ln w="9000" cap="rnd">
              <a:solidFill>
                <a:srgbClr val="FF5300">
                  <a:alpha val="6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pt1011"/>
            <p:cNvSpPr/>
            <p:nvPr/>
          </p:nvSpPr>
          <p:spPr>
            <a:xfrm>
              <a:off x="2488105" y="1811644"/>
              <a:ext cx="48400" cy="48400"/>
            </a:xfrm>
            <a:prstGeom prst="ellipse">
              <a:avLst/>
            </a:prstGeom>
            <a:solidFill>
              <a:srgbClr val="FFB445">
                <a:alpha val="34901"/>
              </a:srgbClr>
            </a:solidFill>
            <a:ln w="9000" cap="rnd">
              <a:solidFill>
                <a:srgbClr val="FFB445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pt1012"/>
            <p:cNvSpPr/>
            <p:nvPr/>
          </p:nvSpPr>
          <p:spPr>
            <a:xfrm>
              <a:off x="2479180" y="1801123"/>
              <a:ext cx="66248" cy="66248"/>
            </a:xfrm>
            <a:prstGeom prst="ellipse">
              <a:avLst/>
            </a:prstGeom>
            <a:solidFill>
              <a:srgbClr val="FFB850">
                <a:alpha val="33725"/>
              </a:srgbClr>
            </a:solidFill>
            <a:ln w="9000" cap="rnd">
              <a:solidFill>
                <a:srgbClr val="FFB850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pt1013"/>
            <p:cNvSpPr/>
            <p:nvPr/>
          </p:nvSpPr>
          <p:spPr>
            <a:xfrm>
              <a:off x="2498229" y="2528918"/>
              <a:ext cx="46770" cy="46770"/>
            </a:xfrm>
            <a:prstGeom prst="ellipse">
              <a:avLst/>
            </a:prstGeom>
            <a:solidFill>
              <a:srgbClr val="FFEBD0">
                <a:alpha val="16470"/>
              </a:srgbClr>
            </a:solidFill>
            <a:ln w="9000" cap="rnd">
              <a:solidFill>
                <a:srgbClr val="FFEBD0">
                  <a:alpha val="1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pt1014"/>
            <p:cNvSpPr/>
            <p:nvPr/>
          </p:nvSpPr>
          <p:spPr>
            <a:xfrm>
              <a:off x="2488306" y="3199245"/>
              <a:ext cx="57306" cy="57306"/>
            </a:xfrm>
            <a:prstGeom prst="ellipse">
              <a:avLst/>
            </a:prstGeom>
            <a:solidFill>
              <a:srgbClr val="FFCB81">
                <a:alpha val="27058"/>
              </a:srgbClr>
            </a:solidFill>
            <a:ln w="9000" cap="rnd">
              <a:solidFill>
                <a:srgbClr val="FFCB81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pt1015"/>
            <p:cNvSpPr/>
            <p:nvPr/>
          </p:nvSpPr>
          <p:spPr>
            <a:xfrm>
              <a:off x="2412746" y="2813518"/>
              <a:ext cx="70208" cy="70208"/>
            </a:xfrm>
            <a:prstGeom prst="ellipse">
              <a:avLst/>
            </a:prstGeom>
            <a:solidFill>
              <a:srgbClr val="FFBF64">
                <a:alpha val="30980"/>
              </a:srgbClr>
            </a:solidFill>
            <a:ln w="9000" cap="rnd">
              <a:solidFill>
                <a:srgbClr val="FFBF64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pt1016"/>
            <p:cNvSpPr/>
            <p:nvPr/>
          </p:nvSpPr>
          <p:spPr>
            <a:xfrm>
              <a:off x="2443433" y="3310548"/>
              <a:ext cx="70838" cy="70838"/>
            </a:xfrm>
            <a:prstGeom prst="ellipse">
              <a:avLst/>
            </a:prstGeom>
            <a:solidFill>
              <a:srgbClr val="FF7200">
                <a:alpha val="54117"/>
              </a:srgbClr>
            </a:solidFill>
            <a:ln w="9000" cap="rnd">
              <a:solidFill>
                <a:srgbClr val="FF7200">
                  <a:alpha val="5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pt1017"/>
            <p:cNvSpPr/>
            <p:nvPr/>
          </p:nvSpPr>
          <p:spPr>
            <a:xfrm>
              <a:off x="2361659" y="3124328"/>
              <a:ext cx="67752" cy="67752"/>
            </a:xfrm>
            <a:prstGeom prst="ellipse">
              <a:avLst/>
            </a:prstGeom>
            <a:solidFill>
              <a:srgbClr val="FF6800">
                <a:alpha val="56470"/>
              </a:srgbClr>
            </a:solidFill>
            <a:ln w="9000" cap="rnd">
              <a:solidFill>
                <a:srgbClr val="FF6800">
                  <a:alpha val="5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pt1018"/>
            <p:cNvSpPr/>
            <p:nvPr/>
          </p:nvSpPr>
          <p:spPr>
            <a:xfrm>
              <a:off x="2501556" y="2974576"/>
              <a:ext cx="63632" cy="63632"/>
            </a:xfrm>
            <a:prstGeom prst="ellipse">
              <a:avLst/>
            </a:prstGeom>
            <a:solidFill>
              <a:srgbClr val="FFE2B9">
                <a:alpha val="19607"/>
              </a:srgbClr>
            </a:solidFill>
            <a:ln w="9000" cap="rnd">
              <a:solidFill>
                <a:srgbClr val="FFE2B9">
                  <a:alpha val="1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pt1019"/>
            <p:cNvSpPr/>
            <p:nvPr/>
          </p:nvSpPr>
          <p:spPr>
            <a:xfrm>
              <a:off x="2504445" y="2935936"/>
              <a:ext cx="48476" cy="48476"/>
            </a:xfrm>
            <a:prstGeom prst="ellipse">
              <a:avLst/>
            </a:prstGeom>
            <a:solidFill>
              <a:srgbClr val="FFD59A">
                <a:alpha val="23529"/>
              </a:srgbClr>
            </a:solidFill>
            <a:ln w="9000" cap="rnd">
              <a:solidFill>
                <a:srgbClr val="FFD59A">
                  <a:alpha val="2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pt1020"/>
            <p:cNvSpPr/>
            <p:nvPr/>
          </p:nvSpPr>
          <p:spPr>
            <a:xfrm>
              <a:off x="2508390" y="2347816"/>
              <a:ext cx="54583" cy="54583"/>
            </a:xfrm>
            <a:prstGeom prst="ellipse">
              <a:avLst/>
            </a:prstGeom>
            <a:solidFill>
              <a:srgbClr val="FFE2BA">
                <a:alpha val="19215"/>
              </a:srgbClr>
            </a:solidFill>
            <a:ln w="9000" cap="rnd">
              <a:solidFill>
                <a:srgbClr val="FFE2BA">
                  <a:alpha val="1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pt1021"/>
            <p:cNvSpPr/>
            <p:nvPr/>
          </p:nvSpPr>
          <p:spPr>
            <a:xfrm>
              <a:off x="2512372" y="3299082"/>
              <a:ext cx="56068" cy="56068"/>
            </a:xfrm>
            <a:prstGeom prst="ellipse">
              <a:avLst/>
            </a:prstGeom>
            <a:solidFill>
              <a:srgbClr val="FFD8A2">
                <a:alpha val="22745"/>
              </a:srgbClr>
            </a:solidFill>
            <a:ln w="9000" cap="rnd">
              <a:solidFill>
                <a:srgbClr val="FFD8A2">
                  <a:alpha val="2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pt1022"/>
            <p:cNvSpPr/>
            <p:nvPr/>
          </p:nvSpPr>
          <p:spPr>
            <a:xfrm>
              <a:off x="2475404" y="3187939"/>
              <a:ext cx="83110" cy="83110"/>
            </a:xfrm>
            <a:prstGeom prst="ellipse">
              <a:avLst/>
            </a:prstGeom>
            <a:solidFill>
              <a:srgbClr val="FF9C00">
                <a:alpha val="42745"/>
              </a:srgbClr>
            </a:solidFill>
            <a:ln w="9000" cap="rnd">
              <a:solidFill>
                <a:srgbClr val="FF9C00">
                  <a:alpha val="4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pt1023"/>
            <p:cNvSpPr/>
            <p:nvPr/>
          </p:nvSpPr>
          <p:spPr>
            <a:xfrm>
              <a:off x="2523189" y="3342397"/>
              <a:ext cx="48571" cy="48571"/>
            </a:xfrm>
            <a:prstGeom prst="ellipse">
              <a:avLst/>
            </a:prstGeom>
            <a:solidFill>
              <a:srgbClr val="FFD79E">
                <a:alpha val="23137"/>
              </a:srgbClr>
            </a:solidFill>
            <a:ln w="9000" cap="rnd">
              <a:solidFill>
                <a:srgbClr val="FFD79E">
                  <a:alpha val="2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pt1024"/>
            <p:cNvSpPr/>
            <p:nvPr/>
          </p:nvSpPr>
          <p:spPr>
            <a:xfrm>
              <a:off x="2516205" y="3205515"/>
              <a:ext cx="62539" cy="62539"/>
            </a:xfrm>
            <a:prstGeom prst="ellipse">
              <a:avLst/>
            </a:prstGeom>
            <a:solidFill>
              <a:srgbClr val="FFE1B7">
                <a:alpha val="19607"/>
              </a:srgbClr>
            </a:solidFill>
            <a:ln w="9000" cap="rnd">
              <a:solidFill>
                <a:srgbClr val="FFE1B7">
                  <a:alpha val="1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pt1025"/>
            <p:cNvSpPr/>
            <p:nvPr/>
          </p:nvSpPr>
          <p:spPr>
            <a:xfrm>
              <a:off x="2489843" y="3108272"/>
              <a:ext cx="91678" cy="91678"/>
            </a:xfrm>
            <a:prstGeom prst="ellipse">
              <a:avLst/>
            </a:prstGeom>
            <a:solidFill>
              <a:srgbClr val="FFDAA7">
                <a:alpha val="21960"/>
              </a:srgbClr>
            </a:solidFill>
            <a:ln w="9000" cap="rnd">
              <a:solidFill>
                <a:srgbClr val="FFDAA7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pt1026"/>
            <p:cNvSpPr/>
            <p:nvPr/>
          </p:nvSpPr>
          <p:spPr>
            <a:xfrm>
              <a:off x="2505733" y="3017937"/>
              <a:ext cx="69346" cy="69346"/>
            </a:xfrm>
            <a:prstGeom prst="ellipse">
              <a:avLst/>
            </a:prstGeom>
            <a:solidFill>
              <a:srgbClr val="FFD7A0">
                <a:alpha val="22745"/>
              </a:srgbClr>
            </a:solidFill>
            <a:ln w="9000" cap="rnd">
              <a:solidFill>
                <a:srgbClr val="FFD7A0">
                  <a:alpha val="2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pt1027"/>
            <p:cNvSpPr/>
            <p:nvPr/>
          </p:nvSpPr>
          <p:spPr>
            <a:xfrm>
              <a:off x="2498045" y="2931133"/>
              <a:ext cx="61276" cy="61276"/>
            </a:xfrm>
            <a:prstGeom prst="ellipse">
              <a:avLst/>
            </a:prstGeom>
            <a:solidFill>
              <a:srgbClr val="FFB038">
                <a:alpha val="36078"/>
              </a:srgbClr>
            </a:solidFill>
            <a:ln w="9000" cap="rnd">
              <a:solidFill>
                <a:srgbClr val="FFB038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pt1028"/>
            <p:cNvSpPr/>
            <p:nvPr/>
          </p:nvSpPr>
          <p:spPr>
            <a:xfrm>
              <a:off x="2495660" y="2882531"/>
              <a:ext cx="66045" cy="66045"/>
            </a:xfrm>
            <a:prstGeom prst="ellipse">
              <a:avLst/>
            </a:prstGeom>
            <a:solidFill>
              <a:srgbClr val="FFB850">
                <a:alpha val="33333"/>
              </a:srgbClr>
            </a:solidFill>
            <a:ln w="9000" cap="rnd">
              <a:solidFill>
                <a:srgbClr val="FFB850">
                  <a:alpha val="3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pt1029"/>
            <p:cNvSpPr/>
            <p:nvPr/>
          </p:nvSpPr>
          <p:spPr>
            <a:xfrm>
              <a:off x="2387127" y="2765988"/>
              <a:ext cx="58595" cy="58595"/>
            </a:xfrm>
            <a:prstGeom prst="ellipse">
              <a:avLst/>
            </a:prstGeom>
            <a:solidFill>
              <a:srgbClr val="FF9800">
                <a:alpha val="43529"/>
              </a:srgbClr>
            </a:solidFill>
            <a:ln w="9000" cap="rnd">
              <a:solidFill>
                <a:srgbClr val="FF9800">
                  <a:alpha val="4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pt1030"/>
            <p:cNvSpPr/>
            <p:nvPr/>
          </p:nvSpPr>
          <p:spPr>
            <a:xfrm>
              <a:off x="2516196" y="3336999"/>
              <a:ext cx="62558" cy="62558"/>
            </a:xfrm>
            <a:prstGeom prst="ellipse">
              <a:avLst/>
            </a:prstGeom>
            <a:solidFill>
              <a:srgbClr val="FFAA21">
                <a:alpha val="38431"/>
              </a:srgbClr>
            </a:solidFill>
            <a:ln w="9000" cap="rnd">
              <a:solidFill>
                <a:srgbClr val="FFAA21">
                  <a:alpha val="3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pt1031"/>
            <p:cNvSpPr/>
            <p:nvPr/>
          </p:nvSpPr>
          <p:spPr>
            <a:xfrm>
              <a:off x="2463542" y="3105485"/>
              <a:ext cx="69536" cy="69536"/>
            </a:xfrm>
            <a:prstGeom prst="ellipse">
              <a:avLst/>
            </a:prstGeom>
            <a:solidFill>
              <a:srgbClr val="FFAF37">
                <a:alpha val="36470"/>
              </a:srgbClr>
            </a:solidFill>
            <a:ln w="9000" cap="rnd">
              <a:solidFill>
                <a:srgbClr val="FFAF37">
                  <a:alpha val="3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pt1032"/>
            <p:cNvSpPr/>
            <p:nvPr/>
          </p:nvSpPr>
          <p:spPr>
            <a:xfrm>
              <a:off x="2405969" y="2863586"/>
              <a:ext cx="65704" cy="65704"/>
            </a:xfrm>
            <a:prstGeom prst="ellipse">
              <a:avLst/>
            </a:prstGeom>
            <a:solidFill>
              <a:srgbClr val="FFA200">
                <a:alpha val="41176"/>
              </a:srgbClr>
            </a:solidFill>
            <a:ln w="9000" cap="rnd">
              <a:solidFill>
                <a:srgbClr val="FFA200">
                  <a:alpha val="4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pt1033"/>
            <p:cNvSpPr/>
            <p:nvPr/>
          </p:nvSpPr>
          <p:spPr>
            <a:xfrm>
              <a:off x="2490796" y="2856206"/>
              <a:ext cx="80463" cy="80463"/>
            </a:xfrm>
            <a:prstGeom prst="ellipse">
              <a:avLst/>
            </a:prstGeom>
            <a:solidFill>
              <a:srgbClr val="FFB74F">
                <a:alpha val="33725"/>
              </a:srgbClr>
            </a:solidFill>
            <a:ln w="9000" cap="rnd">
              <a:solidFill>
                <a:srgbClr val="FFB74F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pt1034"/>
            <p:cNvSpPr/>
            <p:nvPr/>
          </p:nvSpPr>
          <p:spPr>
            <a:xfrm>
              <a:off x="2461033" y="3106897"/>
              <a:ext cx="69907" cy="69907"/>
            </a:xfrm>
            <a:prstGeom prst="ellipse">
              <a:avLst/>
            </a:prstGeom>
            <a:solidFill>
              <a:srgbClr val="FF9500">
                <a:alpha val="44705"/>
              </a:srgbClr>
            </a:solidFill>
            <a:ln w="9000" cap="rnd">
              <a:solidFill>
                <a:srgbClr val="FF9500">
                  <a:alpha val="4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pt1035"/>
            <p:cNvSpPr/>
            <p:nvPr/>
          </p:nvSpPr>
          <p:spPr>
            <a:xfrm>
              <a:off x="2439604" y="3207046"/>
              <a:ext cx="73807" cy="73807"/>
            </a:xfrm>
            <a:prstGeom prst="ellipse">
              <a:avLst/>
            </a:prstGeom>
            <a:solidFill>
              <a:srgbClr val="FF8200">
                <a:alpha val="49803"/>
              </a:srgbClr>
            </a:solidFill>
            <a:ln w="9000" cap="rnd">
              <a:solidFill>
                <a:srgbClr val="FF8200">
                  <a:alpha val="4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pt1036"/>
            <p:cNvSpPr/>
            <p:nvPr/>
          </p:nvSpPr>
          <p:spPr>
            <a:xfrm>
              <a:off x="2361659" y="3125924"/>
              <a:ext cx="67752" cy="67752"/>
            </a:xfrm>
            <a:prstGeom prst="ellipse">
              <a:avLst/>
            </a:prstGeom>
            <a:solidFill>
              <a:srgbClr val="FF2800">
                <a:alpha val="67843"/>
              </a:srgbClr>
            </a:solidFill>
            <a:ln w="9000" cap="rnd">
              <a:solidFill>
                <a:srgbClr val="FF2800">
                  <a:alpha val="6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pt1037"/>
            <p:cNvSpPr/>
            <p:nvPr/>
          </p:nvSpPr>
          <p:spPr>
            <a:xfrm>
              <a:off x="2552373" y="3033261"/>
              <a:ext cx="42060" cy="42060"/>
            </a:xfrm>
            <a:prstGeom prst="ellipse">
              <a:avLst/>
            </a:prstGeom>
            <a:solidFill>
              <a:srgbClr val="FFEACD">
                <a:alpha val="16862"/>
              </a:srgbClr>
            </a:solidFill>
            <a:ln w="9000" cap="rnd">
              <a:solidFill>
                <a:srgbClr val="FFEACD">
                  <a:alpha val="1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pt1038"/>
            <p:cNvSpPr/>
            <p:nvPr/>
          </p:nvSpPr>
          <p:spPr>
            <a:xfrm>
              <a:off x="2410827" y="2813196"/>
              <a:ext cx="74046" cy="74046"/>
            </a:xfrm>
            <a:prstGeom prst="ellipse">
              <a:avLst/>
            </a:prstGeom>
            <a:solidFill>
              <a:srgbClr val="FF9F00">
                <a:alpha val="41960"/>
              </a:srgbClr>
            </a:solidFill>
            <a:ln w="9000" cap="rnd">
              <a:solidFill>
                <a:srgbClr val="FF9F00">
                  <a:alpha val="4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pt1039"/>
            <p:cNvSpPr/>
            <p:nvPr/>
          </p:nvSpPr>
          <p:spPr>
            <a:xfrm>
              <a:off x="2508619" y="3237329"/>
              <a:ext cx="134327" cy="134327"/>
            </a:xfrm>
            <a:prstGeom prst="ellipse">
              <a:avLst/>
            </a:prstGeom>
            <a:solidFill>
              <a:srgbClr val="FFD59A">
                <a:alpha val="23921"/>
              </a:srgbClr>
            </a:solidFill>
            <a:ln w="9000" cap="rnd">
              <a:solidFill>
                <a:srgbClr val="FFD59A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pt1040"/>
            <p:cNvSpPr/>
            <p:nvPr/>
          </p:nvSpPr>
          <p:spPr>
            <a:xfrm>
              <a:off x="2500267" y="2835518"/>
              <a:ext cx="70829" cy="70829"/>
            </a:xfrm>
            <a:prstGeom prst="ellipse">
              <a:avLst/>
            </a:prstGeom>
            <a:solidFill>
              <a:srgbClr val="FFB64B">
                <a:alpha val="34117"/>
              </a:srgbClr>
            </a:solidFill>
            <a:ln w="9000" cap="rnd">
              <a:solidFill>
                <a:srgbClr val="FFB64B">
                  <a:alpha val="3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pt1041"/>
            <p:cNvSpPr/>
            <p:nvPr/>
          </p:nvSpPr>
          <p:spPr>
            <a:xfrm>
              <a:off x="2555225" y="2408634"/>
              <a:ext cx="45805" cy="45805"/>
            </a:xfrm>
            <a:prstGeom prst="ellipse">
              <a:avLst/>
            </a:prstGeom>
            <a:solidFill>
              <a:srgbClr val="FFF0DB">
                <a:alpha val="14901"/>
              </a:srgbClr>
            </a:solidFill>
            <a:ln w="9000" cap="rnd">
              <a:solidFill>
                <a:srgbClr val="FFF0DB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pt1042"/>
            <p:cNvSpPr/>
            <p:nvPr/>
          </p:nvSpPr>
          <p:spPr>
            <a:xfrm>
              <a:off x="2544421" y="3276310"/>
              <a:ext cx="57963" cy="57963"/>
            </a:xfrm>
            <a:prstGeom prst="ellipse">
              <a:avLst/>
            </a:prstGeom>
            <a:solidFill>
              <a:srgbClr val="FFC066">
                <a:alpha val="30980"/>
              </a:srgbClr>
            </a:solidFill>
            <a:ln w="9000" cap="rnd">
              <a:solidFill>
                <a:srgbClr val="FFC066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pt1043"/>
            <p:cNvSpPr/>
            <p:nvPr/>
          </p:nvSpPr>
          <p:spPr>
            <a:xfrm>
              <a:off x="2544402" y="2875586"/>
              <a:ext cx="58003" cy="58003"/>
            </a:xfrm>
            <a:prstGeom prst="ellipse">
              <a:avLst/>
            </a:prstGeom>
            <a:solidFill>
              <a:srgbClr val="FFC36D">
                <a:alpha val="29803"/>
              </a:srgbClr>
            </a:solidFill>
            <a:ln w="9000" cap="rnd">
              <a:solidFill>
                <a:srgbClr val="FFC36D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pt1044"/>
            <p:cNvSpPr/>
            <p:nvPr/>
          </p:nvSpPr>
          <p:spPr>
            <a:xfrm>
              <a:off x="2556800" y="2614762"/>
              <a:ext cx="53854" cy="53854"/>
            </a:xfrm>
            <a:prstGeom prst="ellipse">
              <a:avLst/>
            </a:prstGeom>
            <a:solidFill>
              <a:srgbClr val="FFD9A5">
                <a:alpha val="22352"/>
              </a:srgbClr>
            </a:solidFill>
            <a:ln w="9000" cap="rnd">
              <a:solidFill>
                <a:srgbClr val="FFD9A5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pt1045"/>
            <p:cNvSpPr/>
            <p:nvPr/>
          </p:nvSpPr>
          <p:spPr>
            <a:xfrm>
              <a:off x="2533654" y="3153227"/>
              <a:ext cx="65430" cy="65430"/>
            </a:xfrm>
            <a:prstGeom prst="ellipse">
              <a:avLst/>
            </a:prstGeom>
            <a:solidFill>
              <a:srgbClr val="FFCE88">
                <a:alpha val="26274"/>
              </a:srgbClr>
            </a:solidFill>
            <a:ln w="9000" cap="rnd">
              <a:solidFill>
                <a:srgbClr val="FFCE88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pt1046"/>
            <p:cNvSpPr/>
            <p:nvPr/>
          </p:nvSpPr>
          <p:spPr>
            <a:xfrm>
              <a:off x="2563708" y="2620074"/>
              <a:ext cx="40037" cy="40037"/>
            </a:xfrm>
            <a:prstGeom prst="ellipse">
              <a:avLst/>
            </a:prstGeom>
            <a:solidFill>
              <a:srgbClr val="FFE7C5">
                <a:alpha val="17647"/>
              </a:srgbClr>
            </a:solidFill>
            <a:ln w="9000" cap="rnd">
              <a:solidFill>
                <a:srgbClr val="FFE7C5">
                  <a:alpha val="1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pt1047"/>
            <p:cNvSpPr/>
            <p:nvPr/>
          </p:nvSpPr>
          <p:spPr>
            <a:xfrm>
              <a:off x="2493496" y="2928181"/>
              <a:ext cx="70373" cy="70373"/>
            </a:xfrm>
            <a:prstGeom prst="ellipse">
              <a:avLst/>
            </a:prstGeom>
            <a:solidFill>
              <a:srgbClr val="FF9A00">
                <a:alpha val="43137"/>
              </a:srgbClr>
            </a:solidFill>
            <a:ln w="9000" cap="rnd">
              <a:solidFill>
                <a:srgbClr val="FF9A00">
                  <a:alpha val="4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pt1048"/>
            <p:cNvSpPr/>
            <p:nvPr/>
          </p:nvSpPr>
          <p:spPr>
            <a:xfrm>
              <a:off x="2543111" y="2875891"/>
              <a:ext cx="60585" cy="60585"/>
            </a:xfrm>
            <a:prstGeom prst="ellipse">
              <a:avLst/>
            </a:prstGeom>
            <a:solidFill>
              <a:srgbClr val="FFAE31">
                <a:alpha val="36862"/>
              </a:srgbClr>
            </a:solidFill>
            <a:ln w="9000" cap="rnd">
              <a:solidFill>
                <a:srgbClr val="FFAE31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pt1049"/>
            <p:cNvSpPr/>
            <p:nvPr/>
          </p:nvSpPr>
          <p:spPr>
            <a:xfrm>
              <a:off x="2560110" y="3104034"/>
              <a:ext cx="56682" cy="56682"/>
            </a:xfrm>
            <a:prstGeom prst="ellipse">
              <a:avLst/>
            </a:prstGeom>
            <a:solidFill>
              <a:srgbClr val="FFC169">
                <a:alpha val="30196"/>
              </a:srgbClr>
            </a:solidFill>
            <a:ln w="9000" cap="rnd">
              <a:solidFill>
                <a:srgbClr val="FFC169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pt1050"/>
            <p:cNvSpPr/>
            <p:nvPr/>
          </p:nvSpPr>
          <p:spPr>
            <a:xfrm>
              <a:off x="2569151" y="3109133"/>
              <a:ext cx="43289" cy="43289"/>
            </a:xfrm>
            <a:prstGeom prst="ellipse">
              <a:avLst/>
            </a:prstGeom>
            <a:solidFill>
              <a:srgbClr val="FFDAA7">
                <a:alpha val="21960"/>
              </a:srgbClr>
            </a:solidFill>
            <a:ln w="9000" cap="rnd">
              <a:solidFill>
                <a:srgbClr val="FFDAA7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pt1051"/>
            <p:cNvSpPr/>
            <p:nvPr/>
          </p:nvSpPr>
          <p:spPr>
            <a:xfrm>
              <a:off x="2563891" y="2336147"/>
              <a:ext cx="53809" cy="53809"/>
            </a:xfrm>
            <a:prstGeom prst="ellipse">
              <a:avLst/>
            </a:prstGeom>
            <a:solidFill>
              <a:srgbClr val="FFE0B6">
                <a:alpha val="20000"/>
              </a:srgbClr>
            </a:solidFill>
            <a:ln w="9000" cap="rnd">
              <a:solidFill>
                <a:srgbClr val="FFE0B6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pt1052"/>
            <p:cNvSpPr/>
            <p:nvPr/>
          </p:nvSpPr>
          <p:spPr>
            <a:xfrm>
              <a:off x="2503645" y="2699210"/>
              <a:ext cx="73521" cy="73521"/>
            </a:xfrm>
            <a:prstGeom prst="ellipse">
              <a:avLst/>
            </a:prstGeom>
            <a:solidFill>
              <a:srgbClr val="FF9D00">
                <a:alpha val="42352"/>
              </a:srgbClr>
            </a:solidFill>
            <a:ln w="9000" cap="rnd">
              <a:solidFill>
                <a:srgbClr val="FF9D00">
                  <a:alpha val="4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pt1053"/>
            <p:cNvSpPr/>
            <p:nvPr/>
          </p:nvSpPr>
          <p:spPr>
            <a:xfrm>
              <a:off x="2579161" y="3217383"/>
              <a:ext cx="46997" cy="46997"/>
            </a:xfrm>
            <a:prstGeom prst="ellipse">
              <a:avLst/>
            </a:prstGeom>
            <a:solidFill>
              <a:srgbClr val="FFD190">
                <a:alpha val="25098"/>
              </a:srgbClr>
            </a:solidFill>
            <a:ln w="9000" cap="rnd">
              <a:solidFill>
                <a:srgbClr val="FFD190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pt1054"/>
            <p:cNvSpPr/>
            <p:nvPr/>
          </p:nvSpPr>
          <p:spPr>
            <a:xfrm>
              <a:off x="2556365" y="3116472"/>
              <a:ext cx="68862" cy="68862"/>
            </a:xfrm>
            <a:prstGeom prst="ellipse">
              <a:avLst/>
            </a:prstGeom>
            <a:solidFill>
              <a:srgbClr val="FFBF64">
                <a:alpha val="30980"/>
              </a:srgbClr>
            </a:solidFill>
            <a:ln w="9000" cap="rnd">
              <a:solidFill>
                <a:srgbClr val="FFBF64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pt1055"/>
            <p:cNvSpPr/>
            <p:nvPr/>
          </p:nvSpPr>
          <p:spPr>
            <a:xfrm>
              <a:off x="2555283" y="3101039"/>
              <a:ext cx="71026" cy="71026"/>
            </a:xfrm>
            <a:prstGeom prst="ellipse">
              <a:avLst/>
            </a:prstGeom>
            <a:solidFill>
              <a:srgbClr val="FFCF8B">
                <a:alpha val="25882"/>
              </a:srgbClr>
            </a:solidFill>
            <a:ln w="9000" cap="rnd">
              <a:solidFill>
                <a:srgbClr val="FFCF8B">
                  <a:alpha val="2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pt1056"/>
            <p:cNvSpPr/>
            <p:nvPr/>
          </p:nvSpPr>
          <p:spPr>
            <a:xfrm>
              <a:off x="2589404" y="2868084"/>
              <a:ext cx="54920" cy="54920"/>
            </a:xfrm>
            <a:prstGeom prst="ellipse">
              <a:avLst/>
            </a:prstGeom>
            <a:solidFill>
              <a:srgbClr val="FFC97D">
                <a:alpha val="27843"/>
              </a:srgbClr>
            </a:solidFill>
            <a:ln w="9000" cap="rnd">
              <a:solidFill>
                <a:srgbClr val="FFC97D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pt1057"/>
            <p:cNvSpPr/>
            <p:nvPr/>
          </p:nvSpPr>
          <p:spPr>
            <a:xfrm>
              <a:off x="2581593" y="2740956"/>
              <a:ext cx="56272" cy="56272"/>
            </a:xfrm>
            <a:prstGeom prst="ellipse">
              <a:avLst/>
            </a:prstGeom>
            <a:solidFill>
              <a:srgbClr val="FFCA7F">
                <a:alpha val="27450"/>
              </a:srgbClr>
            </a:solidFill>
            <a:ln w="9000" cap="rnd">
              <a:solidFill>
                <a:srgbClr val="FFCA7F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pt1058"/>
            <p:cNvSpPr/>
            <p:nvPr/>
          </p:nvSpPr>
          <p:spPr>
            <a:xfrm>
              <a:off x="2585486" y="2201531"/>
              <a:ext cx="62756" cy="62756"/>
            </a:xfrm>
            <a:prstGeom prst="ellipse">
              <a:avLst/>
            </a:prstGeom>
            <a:solidFill>
              <a:srgbClr val="FFE5C0">
                <a:alpha val="18431"/>
              </a:srgbClr>
            </a:solidFill>
            <a:ln w="9000" cap="rnd">
              <a:solidFill>
                <a:srgbClr val="FFE5C0">
                  <a:alpha val="1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pt1059"/>
            <p:cNvSpPr/>
            <p:nvPr/>
          </p:nvSpPr>
          <p:spPr>
            <a:xfrm>
              <a:off x="2595672" y="2802048"/>
              <a:ext cx="47074" cy="47074"/>
            </a:xfrm>
            <a:prstGeom prst="ellipse">
              <a:avLst/>
            </a:prstGeom>
            <a:solidFill>
              <a:srgbClr val="FFDBA7">
                <a:alpha val="21960"/>
              </a:srgbClr>
            </a:solidFill>
            <a:ln w="9000" cap="rnd">
              <a:solidFill>
                <a:srgbClr val="FFDBA7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pt1060"/>
            <p:cNvSpPr/>
            <p:nvPr/>
          </p:nvSpPr>
          <p:spPr>
            <a:xfrm>
              <a:off x="2586694" y="2792233"/>
              <a:ext cx="60340" cy="60340"/>
            </a:xfrm>
            <a:prstGeom prst="ellipse">
              <a:avLst/>
            </a:prstGeom>
            <a:solidFill>
              <a:srgbClr val="FFDBA8">
                <a:alpha val="21960"/>
              </a:srgbClr>
            </a:solidFill>
            <a:ln w="9000" cap="rnd">
              <a:solidFill>
                <a:srgbClr val="FFDBA8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pt1061"/>
            <p:cNvSpPr/>
            <p:nvPr/>
          </p:nvSpPr>
          <p:spPr>
            <a:xfrm>
              <a:off x="2589484" y="2749675"/>
              <a:ext cx="45248" cy="45248"/>
            </a:xfrm>
            <a:prstGeom prst="ellipse">
              <a:avLst/>
            </a:prstGeom>
            <a:solidFill>
              <a:srgbClr val="FFDEAF">
                <a:alpha val="20784"/>
              </a:srgbClr>
            </a:solidFill>
            <a:ln w="9000" cap="rnd">
              <a:solidFill>
                <a:srgbClr val="FFDEAF">
                  <a:alpha val="2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pt1062"/>
            <p:cNvSpPr/>
            <p:nvPr/>
          </p:nvSpPr>
          <p:spPr>
            <a:xfrm>
              <a:off x="2595669" y="3188559"/>
              <a:ext cx="51908" cy="51908"/>
            </a:xfrm>
            <a:prstGeom prst="ellipse">
              <a:avLst/>
            </a:prstGeom>
            <a:solidFill>
              <a:srgbClr val="FFE5BF">
                <a:alpha val="18431"/>
              </a:srgbClr>
            </a:solidFill>
            <a:ln w="9000" cap="rnd">
              <a:solidFill>
                <a:srgbClr val="FFE5BF">
                  <a:alpha val="1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pt1063"/>
            <p:cNvSpPr/>
            <p:nvPr/>
          </p:nvSpPr>
          <p:spPr>
            <a:xfrm>
              <a:off x="2492774" y="2881242"/>
              <a:ext cx="71816" cy="71816"/>
            </a:xfrm>
            <a:prstGeom prst="ellipse">
              <a:avLst/>
            </a:prstGeom>
            <a:solidFill>
              <a:srgbClr val="FF9500">
                <a:alpha val="44705"/>
              </a:srgbClr>
            </a:solidFill>
            <a:ln w="9000" cap="rnd">
              <a:solidFill>
                <a:srgbClr val="FF9500">
                  <a:alpha val="4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pt1064"/>
            <p:cNvSpPr/>
            <p:nvPr/>
          </p:nvSpPr>
          <p:spPr>
            <a:xfrm>
              <a:off x="2600431" y="2545868"/>
              <a:ext cx="47074" cy="47074"/>
            </a:xfrm>
            <a:prstGeom prst="ellipse">
              <a:avLst/>
            </a:prstGeom>
            <a:solidFill>
              <a:srgbClr val="FFDCAB">
                <a:alpha val="21568"/>
              </a:srgbClr>
            </a:solidFill>
            <a:ln w="9000" cap="rnd">
              <a:solidFill>
                <a:srgbClr val="FFDCAB">
                  <a:alpha val="2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pt1065"/>
            <p:cNvSpPr/>
            <p:nvPr/>
          </p:nvSpPr>
          <p:spPr>
            <a:xfrm>
              <a:off x="2595781" y="2541159"/>
              <a:ext cx="56374" cy="56374"/>
            </a:xfrm>
            <a:prstGeom prst="ellipse">
              <a:avLst/>
            </a:prstGeom>
            <a:solidFill>
              <a:srgbClr val="FFD496">
                <a:alpha val="24313"/>
              </a:srgbClr>
            </a:solidFill>
            <a:ln w="9000" cap="rnd">
              <a:solidFill>
                <a:srgbClr val="FFD496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pt1066"/>
            <p:cNvSpPr/>
            <p:nvPr/>
          </p:nvSpPr>
          <p:spPr>
            <a:xfrm>
              <a:off x="2604265" y="1791887"/>
              <a:ext cx="39406" cy="39406"/>
            </a:xfrm>
            <a:prstGeom prst="ellipse">
              <a:avLst/>
            </a:prstGeom>
            <a:solidFill>
              <a:srgbClr val="FFE2B9">
                <a:alpha val="19607"/>
              </a:srgbClr>
            </a:solidFill>
            <a:ln w="9000" cap="rnd">
              <a:solidFill>
                <a:srgbClr val="FFE2B9">
                  <a:alpha val="1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pt1067"/>
            <p:cNvSpPr/>
            <p:nvPr/>
          </p:nvSpPr>
          <p:spPr>
            <a:xfrm>
              <a:off x="2598099" y="2969267"/>
              <a:ext cx="47048" cy="47048"/>
            </a:xfrm>
            <a:prstGeom prst="ellipse">
              <a:avLst/>
            </a:prstGeom>
            <a:solidFill>
              <a:srgbClr val="FFD599">
                <a:alpha val="23921"/>
              </a:srgbClr>
            </a:solidFill>
            <a:ln w="9000" cap="rnd">
              <a:solidFill>
                <a:srgbClr val="FFD599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pt1068"/>
            <p:cNvSpPr/>
            <p:nvPr/>
          </p:nvSpPr>
          <p:spPr>
            <a:xfrm>
              <a:off x="2594181" y="2888170"/>
              <a:ext cx="59574" cy="59574"/>
            </a:xfrm>
            <a:prstGeom prst="ellipse">
              <a:avLst/>
            </a:prstGeom>
            <a:solidFill>
              <a:srgbClr val="FFD69C">
                <a:alpha val="23529"/>
              </a:srgbClr>
            </a:solidFill>
            <a:ln w="9000" cap="rnd">
              <a:solidFill>
                <a:srgbClr val="FFD69C">
                  <a:alpha val="2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pt1069"/>
            <p:cNvSpPr/>
            <p:nvPr/>
          </p:nvSpPr>
          <p:spPr>
            <a:xfrm>
              <a:off x="2602249" y="2719549"/>
              <a:ext cx="43438" cy="43438"/>
            </a:xfrm>
            <a:prstGeom prst="ellipse">
              <a:avLst/>
            </a:prstGeom>
            <a:solidFill>
              <a:srgbClr val="FFD8A1">
                <a:alpha val="22745"/>
              </a:srgbClr>
            </a:solidFill>
            <a:ln w="9000" cap="rnd">
              <a:solidFill>
                <a:srgbClr val="FFD8A1">
                  <a:alpha val="2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pt1070"/>
            <p:cNvSpPr/>
            <p:nvPr/>
          </p:nvSpPr>
          <p:spPr>
            <a:xfrm>
              <a:off x="2601317" y="2715438"/>
              <a:ext cx="45302" cy="45302"/>
            </a:xfrm>
            <a:prstGeom prst="ellipse">
              <a:avLst/>
            </a:prstGeom>
            <a:solidFill>
              <a:srgbClr val="FFE2BA">
                <a:alpha val="19215"/>
              </a:srgbClr>
            </a:solidFill>
            <a:ln w="9000" cap="rnd">
              <a:solidFill>
                <a:srgbClr val="FFE2BA">
                  <a:alpha val="1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pt1071"/>
            <p:cNvSpPr/>
            <p:nvPr/>
          </p:nvSpPr>
          <p:spPr>
            <a:xfrm>
              <a:off x="2603217" y="2707861"/>
              <a:ext cx="41501" cy="41501"/>
            </a:xfrm>
            <a:prstGeom prst="ellipse">
              <a:avLst/>
            </a:prstGeom>
            <a:solidFill>
              <a:srgbClr val="FFE7C6">
                <a:alpha val="17647"/>
              </a:srgbClr>
            </a:solidFill>
            <a:ln w="9000" cap="rnd">
              <a:solidFill>
                <a:srgbClr val="FFE7C6">
                  <a:alpha val="1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pt1072"/>
            <p:cNvSpPr/>
            <p:nvPr/>
          </p:nvSpPr>
          <p:spPr>
            <a:xfrm>
              <a:off x="2595669" y="2667536"/>
              <a:ext cx="51908" cy="51908"/>
            </a:xfrm>
            <a:prstGeom prst="ellipse">
              <a:avLst/>
            </a:prstGeom>
            <a:solidFill>
              <a:srgbClr val="FFDFB3">
                <a:alpha val="20392"/>
              </a:srgbClr>
            </a:solidFill>
            <a:ln w="9000" cap="rnd">
              <a:solidFill>
                <a:srgbClr val="FFDFB3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pt1073"/>
            <p:cNvSpPr/>
            <p:nvPr/>
          </p:nvSpPr>
          <p:spPr>
            <a:xfrm>
              <a:off x="2597226" y="2627035"/>
              <a:ext cx="53483" cy="53483"/>
            </a:xfrm>
            <a:prstGeom prst="ellipse">
              <a:avLst/>
            </a:prstGeom>
            <a:solidFill>
              <a:srgbClr val="FFDCAB">
                <a:alpha val="21176"/>
              </a:srgbClr>
            </a:solidFill>
            <a:ln w="9000" cap="rnd">
              <a:solidFill>
                <a:srgbClr val="FFDCAB">
                  <a:alpha val="2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pt1074"/>
            <p:cNvSpPr/>
            <p:nvPr/>
          </p:nvSpPr>
          <p:spPr>
            <a:xfrm>
              <a:off x="2593436" y="2612874"/>
              <a:ext cx="56374" cy="56374"/>
            </a:xfrm>
            <a:prstGeom prst="ellipse">
              <a:avLst/>
            </a:prstGeom>
            <a:solidFill>
              <a:srgbClr val="FFE2B9">
                <a:alpha val="19607"/>
              </a:srgbClr>
            </a:solidFill>
            <a:ln w="9000" cap="rnd">
              <a:solidFill>
                <a:srgbClr val="FFE2B9">
                  <a:alpha val="1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pt1075"/>
            <p:cNvSpPr/>
            <p:nvPr/>
          </p:nvSpPr>
          <p:spPr>
            <a:xfrm>
              <a:off x="2598973" y="2596004"/>
              <a:ext cx="45302" cy="45302"/>
            </a:xfrm>
            <a:prstGeom prst="ellipse">
              <a:avLst/>
            </a:prstGeom>
            <a:solidFill>
              <a:srgbClr val="FFD9A4">
                <a:alpha val="22352"/>
              </a:srgbClr>
            </a:solidFill>
            <a:ln w="9000" cap="rnd">
              <a:solidFill>
                <a:srgbClr val="FFD9A4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pt1076"/>
            <p:cNvSpPr/>
            <p:nvPr/>
          </p:nvSpPr>
          <p:spPr>
            <a:xfrm>
              <a:off x="2597252" y="2556100"/>
              <a:ext cx="48743" cy="48743"/>
            </a:xfrm>
            <a:prstGeom prst="ellipse">
              <a:avLst/>
            </a:prstGeom>
            <a:solidFill>
              <a:srgbClr val="FFCF8D">
                <a:alpha val="25490"/>
              </a:srgbClr>
            </a:solidFill>
            <a:ln w="9000" cap="rnd">
              <a:solidFill>
                <a:srgbClr val="FFCF8D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pt1077"/>
            <p:cNvSpPr/>
            <p:nvPr/>
          </p:nvSpPr>
          <p:spPr>
            <a:xfrm>
              <a:off x="2595105" y="2527826"/>
              <a:ext cx="57725" cy="57725"/>
            </a:xfrm>
            <a:prstGeom prst="ellipse">
              <a:avLst/>
            </a:prstGeom>
            <a:solidFill>
              <a:srgbClr val="FFD599">
                <a:alpha val="23921"/>
              </a:srgbClr>
            </a:solidFill>
            <a:ln w="9000" cap="rnd">
              <a:solidFill>
                <a:srgbClr val="FFD599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pt1078"/>
            <p:cNvSpPr/>
            <p:nvPr/>
          </p:nvSpPr>
          <p:spPr>
            <a:xfrm>
              <a:off x="2596451" y="2529988"/>
              <a:ext cx="50344" cy="50344"/>
            </a:xfrm>
            <a:prstGeom prst="ellipse">
              <a:avLst/>
            </a:prstGeom>
            <a:solidFill>
              <a:srgbClr val="FFE7C5">
                <a:alpha val="18039"/>
              </a:srgbClr>
            </a:solidFill>
            <a:ln w="9000" cap="rnd">
              <a:solidFill>
                <a:srgbClr val="FFE7C5">
                  <a:alpha val="1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pt1079"/>
            <p:cNvSpPr/>
            <p:nvPr/>
          </p:nvSpPr>
          <p:spPr>
            <a:xfrm>
              <a:off x="2597252" y="2529138"/>
              <a:ext cx="48743" cy="48743"/>
            </a:xfrm>
            <a:prstGeom prst="ellipse">
              <a:avLst/>
            </a:prstGeom>
            <a:solidFill>
              <a:srgbClr val="FFE9CB">
                <a:alpha val="16862"/>
              </a:srgbClr>
            </a:solidFill>
            <a:ln w="9000" cap="rnd">
              <a:solidFill>
                <a:srgbClr val="FFE9CB">
                  <a:alpha val="1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pt1080"/>
            <p:cNvSpPr/>
            <p:nvPr/>
          </p:nvSpPr>
          <p:spPr>
            <a:xfrm>
              <a:off x="2598973" y="2502095"/>
              <a:ext cx="45302" cy="45302"/>
            </a:xfrm>
            <a:prstGeom prst="ellipse">
              <a:avLst/>
            </a:prstGeom>
            <a:solidFill>
              <a:srgbClr val="FFD191">
                <a:alpha val="25098"/>
              </a:srgbClr>
            </a:solidFill>
            <a:ln w="9000" cap="rnd">
              <a:solidFill>
                <a:srgbClr val="FFD191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pt1081"/>
            <p:cNvSpPr/>
            <p:nvPr/>
          </p:nvSpPr>
          <p:spPr>
            <a:xfrm>
              <a:off x="2599904" y="2499847"/>
              <a:ext cx="43438" cy="43438"/>
            </a:xfrm>
            <a:prstGeom prst="ellipse">
              <a:avLst/>
            </a:prstGeom>
            <a:solidFill>
              <a:srgbClr val="FFDCAB">
                <a:alpha val="21176"/>
              </a:srgbClr>
            </a:solidFill>
            <a:ln w="9000" cap="rnd">
              <a:solidFill>
                <a:srgbClr val="FFDCAB">
                  <a:alpha val="2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pt1082"/>
            <p:cNvSpPr/>
            <p:nvPr/>
          </p:nvSpPr>
          <p:spPr>
            <a:xfrm>
              <a:off x="2602249" y="1786690"/>
              <a:ext cx="43438" cy="43438"/>
            </a:xfrm>
            <a:prstGeom prst="ellipse">
              <a:avLst/>
            </a:prstGeom>
            <a:solidFill>
              <a:srgbClr val="FFD79F">
                <a:alpha val="23137"/>
              </a:srgbClr>
            </a:solidFill>
            <a:ln w="9000" cap="rnd">
              <a:solidFill>
                <a:srgbClr val="FFD79F">
                  <a:alpha val="2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pt1083"/>
            <p:cNvSpPr/>
            <p:nvPr/>
          </p:nvSpPr>
          <p:spPr>
            <a:xfrm>
              <a:off x="2602249" y="1783516"/>
              <a:ext cx="43438" cy="43438"/>
            </a:xfrm>
            <a:prstGeom prst="ellipse">
              <a:avLst/>
            </a:prstGeom>
            <a:solidFill>
              <a:srgbClr val="FFD396">
                <a:alpha val="24313"/>
              </a:srgbClr>
            </a:solidFill>
            <a:ln w="9000" cap="rnd">
              <a:solidFill>
                <a:srgbClr val="FFD396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pt1084"/>
            <p:cNvSpPr/>
            <p:nvPr/>
          </p:nvSpPr>
          <p:spPr>
            <a:xfrm>
              <a:off x="2603217" y="1781300"/>
              <a:ext cx="41501" cy="41501"/>
            </a:xfrm>
            <a:prstGeom prst="ellipse">
              <a:avLst/>
            </a:prstGeom>
            <a:solidFill>
              <a:srgbClr val="FFD79E">
                <a:alpha val="23137"/>
              </a:srgbClr>
            </a:solidFill>
            <a:ln w="9000" cap="rnd">
              <a:solidFill>
                <a:srgbClr val="FFD79E">
                  <a:alpha val="2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pt1085"/>
            <p:cNvSpPr/>
            <p:nvPr/>
          </p:nvSpPr>
          <p:spPr>
            <a:xfrm>
              <a:off x="2602249" y="1777157"/>
              <a:ext cx="43438" cy="43438"/>
            </a:xfrm>
            <a:prstGeom prst="ellipse">
              <a:avLst/>
            </a:prstGeom>
            <a:solidFill>
              <a:srgbClr val="FFDAA7">
                <a:alpha val="21960"/>
              </a:srgbClr>
            </a:solidFill>
            <a:ln w="9000" cap="rnd">
              <a:solidFill>
                <a:srgbClr val="FFDAA7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pt1086"/>
            <p:cNvSpPr/>
            <p:nvPr/>
          </p:nvSpPr>
          <p:spPr>
            <a:xfrm>
              <a:off x="2596519" y="3393556"/>
              <a:ext cx="54899" cy="54899"/>
            </a:xfrm>
            <a:prstGeom prst="ellipse">
              <a:avLst/>
            </a:prstGeom>
            <a:solidFill>
              <a:srgbClr val="FFDBA9">
                <a:alpha val="21568"/>
              </a:srgbClr>
            </a:solidFill>
            <a:ln w="9000" cap="rnd">
              <a:solidFill>
                <a:srgbClr val="FFDBA9">
                  <a:alpha val="2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pt1087"/>
            <p:cNvSpPr/>
            <p:nvPr/>
          </p:nvSpPr>
          <p:spPr>
            <a:xfrm>
              <a:off x="2443433" y="3281879"/>
              <a:ext cx="70838" cy="70838"/>
            </a:xfrm>
            <a:prstGeom prst="ellipse">
              <a:avLst/>
            </a:prstGeom>
            <a:solidFill>
              <a:srgbClr val="FF8600">
                <a:alpha val="49019"/>
              </a:srgbClr>
            </a:solidFill>
            <a:ln w="9000" cap="rnd">
              <a:solidFill>
                <a:srgbClr val="FF8600">
                  <a:alpha val="4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pt1088"/>
            <p:cNvSpPr/>
            <p:nvPr/>
          </p:nvSpPr>
          <p:spPr>
            <a:xfrm>
              <a:off x="2567987" y="2942333"/>
              <a:ext cx="107273" cy="107273"/>
            </a:xfrm>
            <a:prstGeom prst="ellipse">
              <a:avLst/>
            </a:prstGeom>
            <a:solidFill>
              <a:srgbClr val="FFCC83">
                <a:alpha val="26666"/>
              </a:srgbClr>
            </a:solidFill>
            <a:ln w="9000" cap="rnd">
              <a:solidFill>
                <a:srgbClr val="FFCC83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pt1089"/>
            <p:cNvSpPr/>
            <p:nvPr/>
          </p:nvSpPr>
          <p:spPr>
            <a:xfrm>
              <a:off x="2591444" y="2884598"/>
              <a:ext cx="60359" cy="60359"/>
            </a:xfrm>
            <a:prstGeom prst="ellipse">
              <a:avLst/>
            </a:prstGeom>
            <a:solidFill>
              <a:srgbClr val="FFC26B">
                <a:alpha val="30196"/>
              </a:srgbClr>
            </a:solidFill>
            <a:ln w="9000" cap="rnd">
              <a:solidFill>
                <a:srgbClr val="FFC26B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pt1090"/>
            <p:cNvSpPr/>
            <p:nvPr/>
          </p:nvSpPr>
          <p:spPr>
            <a:xfrm>
              <a:off x="2599597" y="2884049"/>
              <a:ext cx="48743" cy="48743"/>
            </a:xfrm>
            <a:prstGeom prst="ellipse">
              <a:avLst/>
            </a:prstGeom>
            <a:solidFill>
              <a:srgbClr val="FFC36D">
                <a:alpha val="29803"/>
              </a:srgbClr>
            </a:solidFill>
            <a:ln w="9000" cap="rnd">
              <a:solidFill>
                <a:srgbClr val="FFC36D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pt1091"/>
            <p:cNvSpPr/>
            <p:nvPr/>
          </p:nvSpPr>
          <p:spPr>
            <a:xfrm>
              <a:off x="2593836" y="2875110"/>
              <a:ext cx="60265" cy="60265"/>
            </a:xfrm>
            <a:prstGeom prst="ellipse">
              <a:avLst/>
            </a:prstGeom>
            <a:solidFill>
              <a:srgbClr val="FFD190">
                <a:alpha val="25098"/>
              </a:srgbClr>
            </a:solidFill>
            <a:ln w="9000" cap="rnd">
              <a:solidFill>
                <a:srgbClr val="FFD190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pt1092"/>
            <p:cNvSpPr/>
            <p:nvPr/>
          </p:nvSpPr>
          <p:spPr>
            <a:xfrm>
              <a:off x="2601317" y="2877880"/>
              <a:ext cx="45302" cy="45302"/>
            </a:xfrm>
            <a:prstGeom prst="ellipse">
              <a:avLst/>
            </a:prstGeom>
            <a:solidFill>
              <a:srgbClr val="FFE3BD">
                <a:alpha val="18823"/>
              </a:srgbClr>
            </a:solidFill>
            <a:ln w="9000" cap="rnd">
              <a:solidFill>
                <a:srgbClr val="FFE3BD">
                  <a:alpha val="1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pt1093"/>
            <p:cNvSpPr/>
            <p:nvPr/>
          </p:nvSpPr>
          <p:spPr>
            <a:xfrm>
              <a:off x="2498429" y="2835277"/>
              <a:ext cx="74505" cy="74505"/>
            </a:xfrm>
            <a:prstGeom prst="ellipse">
              <a:avLst/>
            </a:prstGeom>
            <a:solidFill>
              <a:srgbClr val="FF9400">
                <a:alpha val="45098"/>
              </a:srgbClr>
            </a:solidFill>
            <a:ln w="9000" cap="rnd">
              <a:solidFill>
                <a:srgbClr val="FF94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pt1094"/>
            <p:cNvSpPr/>
            <p:nvPr/>
          </p:nvSpPr>
          <p:spPr>
            <a:xfrm>
              <a:off x="2596440" y="2843406"/>
              <a:ext cx="50367" cy="50367"/>
            </a:xfrm>
            <a:prstGeom prst="ellipse">
              <a:avLst/>
            </a:prstGeom>
            <a:solidFill>
              <a:srgbClr val="FFDAA7">
                <a:alpha val="21960"/>
              </a:srgbClr>
            </a:solidFill>
            <a:ln w="9000" cap="rnd">
              <a:solidFill>
                <a:srgbClr val="FFDAA7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pt1095"/>
            <p:cNvSpPr/>
            <p:nvPr/>
          </p:nvSpPr>
          <p:spPr>
            <a:xfrm>
              <a:off x="2600431" y="2803691"/>
              <a:ext cx="47074" cy="47074"/>
            </a:xfrm>
            <a:prstGeom prst="ellipse">
              <a:avLst/>
            </a:prstGeom>
            <a:solidFill>
              <a:srgbClr val="FFCB82">
                <a:alpha val="27058"/>
              </a:srgbClr>
            </a:solidFill>
            <a:ln w="9000" cap="rnd">
              <a:solidFill>
                <a:srgbClr val="FFCB82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pt1096"/>
            <p:cNvSpPr/>
            <p:nvPr/>
          </p:nvSpPr>
          <p:spPr>
            <a:xfrm>
              <a:off x="2575465" y="2769104"/>
              <a:ext cx="82798" cy="82798"/>
            </a:xfrm>
            <a:prstGeom prst="ellipse">
              <a:avLst/>
            </a:prstGeom>
            <a:solidFill>
              <a:srgbClr val="FFC066">
                <a:alpha val="30588"/>
              </a:srgbClr>
            </a:solidFill>
            <a:ln w="9000" cap="rnd">
              <a:solidFill>
                <a:srgbClr val="FFC066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pt1097"/>
            <p:cNvSpPr/>
            <p:nvPr/>
          </p:nvSpPr>
          <p:spPr>
            <a:xfrm>
              <a:off x="2597252" y="2718485"/>
              <a:ext cx="48743" cy="48743"/>
            </a:xfrm>
            <a:prstGeom prst="ellipse">
              <a:avLst/>
            </a:prstGeom>
            <a:solidFill>
              <a:srgbClr val="FFBA55">
                <a:alpha val="32941"/>
              </a:srgbClr>
            </a:solidFill>
            <a:ln w="9000" cap="rnd">
              <a:solidFill>
                <a:srgbClr val="FFBA55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pt1098"/>
            <p:cNvSpPr/>
            <p:nvPr/>
          </p:nvSpPr>
          <p:spPr>
            <a:xfrm>
              <a:off x="2598784" y="2714494"/>
              <a:ext cx="50367" cy="50367"/>
            </a:xfrm>
            <a:prstGeom prst="ellipse">
              <a:avLst/>
            </a:prstGeom>
            <a:solidFill>
              <a:srgbClr val="FFBB58">
                <a:alpha val="32549"/>
              </a:srgbClr>
            </a:solidFill>
            <a:ln w="9000" cap="rnd">
              <a:solidFill>
                <a:srgbClr val="FFBB58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pt1099"/>
            <p:cNvSpPr/>
            <p:nvPr/>
          </p:nvSpPr>
          <p:spPr>
            <a:xfrm>
              <a:off x="2599597" y="2712127"/>
              <a:ext cx="48743" cy="48743"/>
            </a:xfrm>
            <a:prstGeom prst="ellipse">
              <a:avLst/>
            </a:prstGeom>
            <a:solidFill>
              <a:srgbClr val="FFC36D">
                <a:alpha val="29803"/>
              </a:srgbClr>
            </a:solidFill>
            <a:ln w="9000" cap="rnd">
              <a:solidFill>
                <a:srgbClr val="FFC36D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pt1100"/>
            <p:cNvSpPr/>
            <p:nvPr/>
          </p:nvSpPr>
          <p:spPr>
            <a:xfrm>
              <a:off x="2597252" y="2707418"/>
              <a:ext cx="48743" cy="48743"/>
            </a:xfrm>
            <a:prstGeom prst="ellipse">
              <a:avLst/>
            </a:prstGeom>
            <a:solidFill>
              <a:srgbClr val="FFDAA7">
                <a:alpha val="21960"/>
              </a:srgbClr>
            </a:solidFill>
            <a:ln w="9000" cap="rnd">
              <a:solidFill>
                <a:srgbClr val="FFDAA7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pt1101"/>
            <p:cNvSpPr/>
            <p:nvPr/>
          </p:nvSpPr>
          <p:spPr>
            <a:xfrm>
              <a:off x="2601317" y="2707490"/>
              <a:ext cx="45302" cy="45302"/>
            </a:xfrm>
            <a:prstGeom prst="ellipse">
              <a:avLst/>
            </a:prstGeom>
            <a:solidFill>
              <a:srgbClr val="FFE7C5">
                <a:alpha val="17647"/>
              </a:srgbClr>
            </a:solidFill>
            <a:ln w="9000" cap="rnd">
              <a:solidFill>
                <a:srgbClr val="FFE7C5">
                  <a:alpha val="1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pt1102"/>
            <p:cNvSpPr/>
            <p:nvPr/>
          </p:nvSpPr>
          <p:spPr>
            <a:xfrm>
              <a:off x="2597252" y="2672297"/>
              <a:ext cx="48743" cy="48743"/>
            </a:xfrm>
            <a:prstGeom prst="ellipse">
              <a:avLst/>
            </a:prstGeom>
            <a:solidFill>
              <a:srgbClr val="FFD8A1">
                <a:alpha val="22745"/>
              </a:srgbClr>
            </a:solidFill>
            <a:ln w="9000" cap="rnd">
              <a:solidFill>
                <a:srgbClr val="FFD8A1">
                  <a:alpha val="2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pt1103"/>
            <p:cNvSpPr/>
            <p:nvPr/>
          </p:nvSpPr>
          <p:spPr>
            <a:xfrm>
              <a:off x="2601317" y="2642192"/>
              <a:ext cx="45302" cy="45302"/>
            </a:xfrm>
            <a:prstGeom prst="ellipse">
              <a:avLst/>
            </a:prstGeom>
            <a:solidFill>
              <a:srgbClr val="FFDAA6">
                <a:alpha val="21960"/>
              </a:srgbClr>
            </a:solidFill>
            <a:ln w="9000" cap="rnd">
              <a:solidFill>
                <a:srgbClr val="FFDAA6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pt1104"/>
            <p:cNvSpPr/>
            <p:nvPr/>
          </p:nvSpPr>
          <p:spPr>
            <a:xfrm>
              <a:off x="2596440" y="2633302"/>
              <a:ext cx="50367" cy="50367"/>
            </a:xfrm>
            <a:prstGeom prst="ellipse">
              <a:avLst/>
            </a:prstGeom>
            <a:solidFill>
              <a:srgbClr val="FFB74E">
                <a:alpha val="33725"/>
              </a:srgbClr>
            </a:solidFill>
            <a:ln w="9000" cap="rnd">
              <a:solidFill>
                <a:srgbClr val="FFB74E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pt1105"/>
            <p:cNvSpPr/>
            <p:nvPr/>
          </p:nvSpPr>
          <p:spPr>
            <a:xfrm>
              <a:off x="2600431" y="2625412"/>
              <a:ext cx="47074" cy="47074"/>
            </a:xfrm>
            <a:prstGeom prst="ellipse">
              <a:avLst/>
            </a:prstGeom>
            <a:solidFill>
              <a:srgbClr val="FFC776">
                <a:alpha val="28627"/>
              </a:srgbClr>
            </a:solidFill>
            <a:ln w="9000" cap="rnd">
              <a:solidFill>
                <a:srgbClr val="FFC776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pt1106"/>
            <p:cNvSpPr/>
            <p:nvPr/>
          </p:nvSpPr>
          <p:spPr>
            <a:xfrm>
              <a:off x="2600431" y="2623881"/>
              <a:ext cx="47074" cy="47074"/>
            </a:xfrm>
            <a:prstGeom prst="ellipse">
              <a:avLst/>
            </a:prstGeom>
            <a:solidFill>
              <a:srgbClr val="FFCE88">
                <a:alpha val="26274"/>
              </a:srgbClr>
            </a:solidFill>
            <a:ln w="9000" cap="rnd">
              <a:solidFill>
                <a:srgbClr val="FFCE88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pt1107"/>
            <p:cNvSpPr/>
            <p:nvPr/>
          </p:nvSpPr>
          <p:spPr>
            <a:xfrm>
              <a:off x="2600431" y="2622234"/>
              <a:ext cx="47074" cy="47074"/>
            </a:xfrm>
            <a:prstGeom prst="ellipse">
              <a:avLst/>
            </a:prstGeom>
            <a:solidFill>
              <a:srgbClr val="FFD9A5">
                <a:alpha val="22352"/>
              </a:srgbClr>
            </a:solidFill>
            <a:ln w="9000" cap="rnd">
              <a:solidFill>
                <a:srgbClr val="FFD9A5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pt1108"/>
            <p:cNvSpPr/>
            <p:nvPr/>
          </p:nvSpPr>
          <p:spPr>
            <a:xfrm>
              <a:off x="2586561" y="2580413"/>
              <a:ext cx="70124" cy="70124"/>
            </a:xfrm>
            <a:prstGeom prst="ellipse">
              <a:avLst/>
            </a:prstGeom>
            <a:solidFill>
              <a:srgbClr val="FFD191">
                <a:alpha val="25098"/>
              </a:srgbClr>
            </a:solidFill>
            <a:ln w="9000" cap="rnd">
              <a:solidFill>
                <a:srgbClr val="FFD191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pt1109"/>
            <p:cNvSpPr/>
            <p:nvPr/>
          </p:nvSpPr>
          <p:spPr>
            <a:xfrm>
              <a:off x="2598086" y="2588759"/>
              <a:ext cx="47074" cy="47074"/>
            </a:xfrm>
            <a:prstGeom prst="ellipse">
              <a:avLst/>
            </a:prstGeom>
            <a:solidFill>
              <a:srgbClr val="FFD08D">
                <a:alpha val="25490"/>
              </a:srgbClr>
            </a:solidFill>
            <a:ln w="9000" cap="rnd">
              <a:solidFill>
                <a:srgbClr val="FFD08D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pt1110"/>
            <p:cNvSpPr/>
            <p:nvPr/>
          </p:nvSpPr>
          <p:spPr>
            <a:xfrm>
              <a:off x="2600431" y="2585580"/>
              <a:ext cx="47074" cy="47074"/>
            </a:xfrm>
            <a:prstGeom prst="ellipse">
              <a:avLst/>
            </a:prstGeom>
            <a:solidFill>
              <a:srgbClr val="FFD8A0">
                <a:alpha val="22745"/>
              </a:srgbClr>
            </a:solidFill>
            <a:ln w="9000" cap="rnd">
              <a:solidFill>
                <a:srgbClr val="FFD8A0">
                  <a:alpha val="2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pt1111"/>
            <p:cNvSpPr/>
            <p:nvPr/>
          </p:nvSpPr>
          <p:spPr>
            <a:xfrm>
              <a:off x="2600431" y="2582402"/>
              <a:ext cx="47074" cy="47074"/>
            </a:xfrm>
            <a:prstGeom prst="ellipse">
              <a:avLst/>
            </a:prstGeom>
            <a:solidFill>
              <a:srgbClr val="FFE4BF">
                <a:alpha val="18431"/>
              </a:srgbClr>
            </a:solidFill>
            <a:ln w="9000" cap="rnd">
              <a:solidFill>
                <a:srgbClr val="FFE4BF">
                  <a:alpha val="1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pt1112"/>
            <p:cNvSpPr/>
            <p:nvPr/>
          </p:nvSpPr>
          <p:spPr>
            <a:xfrm>
              <a:off x="2597252" y="2552920"/>
              <a:ext cx="48743" cy="48743"/>
            </a:xfrm>
            <a:prstGeom prst="ellipse">
              <a:avLst/>
            </a:prstGeom>
            <a:solidFill>
              <a:srgbClr val="FFB64A">
                <a:alpha val="34117"/>
              </a:srgbClr>
            </a:solidFill>
            <a:ln w="9000" cap="rnd">
              <a:solidFill>
                <a:srgbClr val="FFB64A">
                  <a:alpha val="3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pt1113"/>
            <p:cNvSpPr/>
            <p:nvPr/>
          </p:nvSpPr>
          <p:spPr>
            <a:xfrm>
              <a:off x="2597252" y="2549742"/>
              <a:ext cx="48743" cy="48743"/>
            </a:xfrm>
            <a:prstGeom prst="ellipse">
              <a:avLst/>
            </a:prstGeom>
            <a:solidFill>
              <a:srgbClr val="FFAA21">
                <a:alpha val="38431"/>
              </a:srgbClr>
            </a:solidFill>
            <a:ln w="9000" cap="rnd">
              <a:solidFill>
                <a:srgbClr val="FFAA21">
                  <a:alpha val="3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pt1114"/>
            <p:cNvSpPr/>
            <p:nvPr/>
          </p:nvSpPr>
          <p:spPr>
            <a:xfrm>
              <a:off x="2598014" y="2546570"/>
              <a:ext cx="51908" cy="51908"/>
            </a:xfrm>
            <a:prstGeom prst="ellipse">
              <a:avLst/>
            </a:prstGeom>
            <a:solidFill>
              <a:srgbClr val="FFD79E">
                <a:alpha val="23137"/>
              </a:srgbClr>
            </a:solidFill>
            <a:ln w="9000" cap="rnd">
              <a:solidFill>
                <a:srgbClr val="FFD79E">
                  <a:alpha val="2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pt1115"/>
            <p:cNvSpPr/>
            <p:nvPr/>
          </p:nvSpPr>
          <p:spPr>
            <a:xfrm>
              <a:off x="2595822" y="2539609"/>
              <a:ext cx="56292" cy="56292"/>
            </a:xfrm>
            <a:prstGeom prst="ellipse">
              <a:avLst/>
            </a:prstGeom>
            <a:solidFill>
              <a:srgbClr val="FFAA24">
                <a:alpha val="38039"/>
              </a:srgbClr>
            </a:solidFill>
            <a:ln w="9000" cap="rnd">
              <a:solidFill>
                <a:srgbClr val="FFAA24">
                  <a:alpha val="3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pt1116"/>
            <p:cNvSpPr/>
            <p:nvPr/>
          </p:nvSpPr>
          <p:spPr>
            <a:xfrm>
              <a:off x="2593436" y="2538037"/>
              <a:ext cx="56374" cy="56374"/>
            </a:xfrm>
            <a:prstGeom prst="ellipse">
              <a:avLst/>
            </a:prstGeom>
            <a:solidFill>
              <a:srgbClr val="FFCB81">
                <a:alpha val="27058"/>
              </a:srgbClr>
            </a:solidFill>
            <a:ln w="9000" cap="rnd">
              <a:solidFill>
                <a:srgbClr val="FFCB81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pt1117"/>
            <p:cNvSpPr/>
            <p:nvPr/>
          </p:nvSpPr>
          <p:spPr>
            <a:xfrm>
              <a:off x="2599597" y="2540205"/>
              <a:ext cx="48743" cy="48743"/>
            </a:xfrm>
            <a:prstGeom prst="ellipse">
              <a:avLst/>
            </a:prstGeom>
            <a:solidFill>
              <a:srgbClr val="FFB446">
                <a:alpha val="34509"/>
              </a:srgbClr>
            </a:solidFill>
            <a:ln w="9000" cap="rnd">
              <a:solidFill>
                <a:srgbClr val="FFB446">
                  <a:alpha val="3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pt1118"/>
            <p:cNvSpPr/>
            <p:nvPr/>
          </p:nvSpPr>
          <p:spPr>
            <a:xfrm>
              <a:off x="2593436" y="2531681"/>
              <a:ext cx="56374" cy="56374"/>
            </a:xfrm>
            <a:prstGeom prst="ellipse">
              <a:avLst/>
            </a:prstGeom>
            <a:solidFill>
              <a:srgbClr val="FFC97D">
                <a:alpha val="27843"/>
              </a:srgbClr>
            </a:solidFill>
            <a:ln w="9000" cap="rnd">
              <a:solidFill>
                <a:srgbClr val="FFC97D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pt1119"/>
            <p:cNvSpPr/>
            <p:nvPr/>
          </p:nvSpPr>
          <p:spPr>
            <a:xfrm>
              <a:off x="2599597" y="2509911"/>
              <a:ext cx="48743" cy="48743"/>
            </a:xfrm>
            <a:prstGeom prst="ellipse">
              <a:avLst/>
            </a:prstGeom>
            <a:solidFill>
              <a:srgbClr val="FFD9A4">
                <a:alpha val="22352"/>
              </a:srgbClr>
            </a:solidFill>
            <a:ln w="9000" cap="rnd">
              <a:solidFill>
                <a:srgbClr val="FFD9A4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pt1120"/>
            <p:cNvSpPr/>
            <p:nvPr/>
          </p:nvSpPr>
          <p:spPr>
            <a:xfrm>
              <a:off x="2598086" y="2504389"/>
              <a:ext cx="47074" cy="47074"/>
            </a:xfrm>
            <a:prstGeom prst="ellipse">
              <a:avLst/>
            </a:prstGeom>
            <a:solidFill>
              <a:srgbClr val="FFCB81">
                <a:alpha val="27058"/>
              </a:srgbClr>
            </a:solidFill>
            <a:ln w="9000" cap="rnd">
              <a:solidFill>
                <a:srgbClr val="FFCB81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pt1121"/>
            <p:cNvSpPr/>
            <p:nvPr/>
          </p:nvSpPr>
          <p:spPr>
            <a:xfrm>
              <a:off x="2576548" y="3065952"/>
              <a:ext cx="71120" cy="71120"/>
            </a:xfrm>
            <a:prstGeom prst="ellipse">
              <a:avLst/>
            </a:prstGeom>
            <a:solidFill>
              <a:srgbClr val="FFC573">
                <a:alpha val="29019"/>
              </a:srgbClr>
            </a:solidFill>
            <a:ln w="9000" cap="rnd">
              <a:solidFill>
                <a:srgbClr val="FFC573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pt1122"/>
            <p:cNvSpPr/>
            <p:nvPr/>
          </p:nvSpPr>
          <p:spPr>
            <a:xfrm>
              <a:off x="2599597" y="2887227"/>
              <a:ext cx="48743" cy="48743"/>
            </a:xfrm>
            <a:prstGeom prst="ellipse">
              <a:avLst/>
            </a:prstGeom>
            <a:solidFill>
              <a:srgbClr val="FFBD5F">
                <a:alpha val="31764"/>
              </a:srgbClr>
            </a:solidFill>
            <a:ln w="9000" cap="rnd">
              <a:solidFill>
                <a:srgbClr val="FFBD5F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pt1123"/>
            <p:cNvSpPr/>
            <p:nvPr/>
          </p:nvSpPr>
          <p:spPr>
            <a:xfrm>
              <a:off x="2599597" y="2877691"/>
              <a:ext cx="48743" cy="48743"/>
            </a:xfrm>
            <a:prstGeom prst="ellipse">
              <a:avLst/>
            </a:prstGeom>
            <a:solidFill>
              <a:srgbClr val="FFE6C2">
                <a:alpha val="18039"/>
              </a:srgbClr>
            </a:solidFill>
            <a:ln w="9000" cap="rnd">
              <a:solidFill>
                <a:srgbClr val="FFE6C2">
                  <a:alpha val="1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pt1124"/>
            <p:cNvSpPr/>
            <p:nvPr/>
          </p:nvSpPr>
          <p:spPr>
            <a:xfrm>
              <a:off x="2591202" y="2715614"/>
              <a:ext cx="60842" cy="60842"/>
            </a:xfrm>
            <a:prstGeom prst="ellipse">
              <a:avLst/>
            </a:prstGeom>
            <a:solidFill>
              <a:srgbClr val="FFC470">
                <a:alpha val="29411"/>
              </a:srgbClr>
            </a:solidFill>
            <a:ln w="9000" cap="rnd">
              <a:solidFill>
                <a:srgbClr val="FFC470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pt1125"/>
            <p:cNvSpPr/>
            <p:nvPr/>
          </p:nvSpPr>
          <p:spPr>
            <a:xfrm>
              <a:off x="2598796" y="2630134"/>
              <a:ext cx="50344" cy="50344"/>
            </a:xfrm>
            <a:prstGeom prst="ellipse">
              <a:avLst/>
            </a:prstGeom>
            <a:solidFill>
              <a:srgbClr val="FFB64B">
                <a:alpha val="34117"/>
              </a:srgbClr>
            </a:solidFill>
            <a:ln w="9000" cap="rnd">
              <a:solidFill>
                <a:srgbClr val="FFB64B">
                  <a:alpha val="3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pt1126"/>
            <p:cNvSpPr/>
            <p:nvPr/>
          </p:nvSpPr>
          <p:spPr>
            <a:xfrm>
              <a:off x="2599597" y="2627756"/>
              <a:ext cx="48743" cy="48743"/>
            </a:xfrm>
            <a:prstGeom prst="ellipse">
              <a:avLst/>
            </a:prstGeom>
            <a:solidFill>
              <a:srgbClr val="FFBB59">
                <a:alpha val="32549"/>
              </a:srgbClr>
            </a:solidFill>
            <a:ln w="9000" cap="rnd">
              <a:solidFill>
                <a:srgbClr val="FFBB59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pt1127"/>
            <p:cNvSpPr/>
            <p:nvPr/>
          </p:nvSpPr>
          <p:spPr>
            <a:xfrm>
              <a:off x="2599597" y="2626227"/>
              <a:ext cx="48743" cy="48743"/>
            </a:xfrm>
            <a:prstGeom prst="ellipse">
              <a:avLst/>
            </a:prstGeom>
            <a:solidFill>
              <a:srgbClr val="FFD293">
                <a:alpha val="24705"/>
              </a:srgbClr>
            </a:solidFill>
            <a:ln w="9000" cap="rnd">
              <a:solidFill>
                <a:srgbClr val="FFD293">
                  <a:alpha val="2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pt1128"/>
            <p:cNvSpPr/>
            <p:nvPr/>
          </p:nvSpPr>
          <p:spPr>
            <a:xfrm>
              <a:off x="2594448" y="2541414"/>
              <a:ext cx="59040" cy="59040"/>
            </a:xfrm>
            <a:prstGeom prst="ellipse">
              <a:avLst/>
            </a:prstGeom>
            <a:solidFill>
              <a:srgbClr val="FFA60E">
                <a:alpha val="39607"/>
              </a:srgbClr>
            </a:solidFill>
            <a:ln w="9000" cap="rnd">
              <a:solidFill>
                <a:srgbClr val="FFA60E">
                  <a:alpha val="3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pt1129"/>
            <p:cNvSpPr/>
            <p:nvPr/>
          </p:nvSpPr>
          <p:spPr>
            <a:xfrm>
              <a:off x="2596451" y="2537874"/>
              <a:ext cx="50344" cy="50344"/>
            </a:xfrm>
            <a:prstGeom prst="ellipse">
              <a:avLst/>
            </a:prstGeom>
            <a:solidFill>
              <a:srgbClr val="FFC779">
                <a:alpha val="28235"/>
              </a:srgbClr>
            </a:solidFill>
            <a:ln w="9000" cap="rnd">
              <a:solidFill>
                <a:srgbClr val="FFC779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pt1130"/>
            <p:cNvSpPr/>
            <p:nvPr/>
          </p:nvSpPr>
          <p:spPr>
            <a:xfrm>
              <a:off x="2599597" y="2537026"/>
              <a:ext cx="48743" cy="48743"/>
            </a:xfrm>
            <a:prstGeom prst="ellipse">
              <a:avLst/>
            </a:prstGeom>
            <a:solidFill>
              <a:srgbClr val="FFC46F">
                <a:alpha val="29411"/>
              </a:srgbClr>
            </a:solidFill>
            <a:ln w="9000" cap="rnd">
              <a:solidFill>
                <a:srgbClr val="FFC46F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pt1131"/>
            <p:cNvSpPr/>
            <p:nvPr/>
          </p:nvSpPr>
          <p:spPr>
            <a:xfrm>
              <a:off x="2596451" y="2505932"/>
              <a:ext cx="50344" cy="50344"/>
            </a:xfrm>
            <a:prstGeom prst="ellipse">
              <a:avLst/>
            </a:prstGeom>
            <a:solidFill>
              <a:srgbClr val="FFCC84">
                <a:alpha val="26666"/>
              </a:srgbClr>
            </a:solidFill>
            <a:ln w="9000" cap="rnd">
              <a:solidFill>
                <a:srgbClr val="FFCC84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pt1132"/>
            <p:cNvSpPr/>
            <p:nvPr/>
          </p:nvSpPr>
          <p:spPr>
            <a:xfrm>
              <a:off x="2612786" y="2097404"/>
              <a:ext cx="41471" cy="41471"/>
            </a:xfrm>
            <a:prstGeom prst="ellipse">
              <a:avLst/>
            </a:prstGeom>
            <a:solidFill>
              <a:srgbClr val="FFEACD">
                <a:alpha val="16862"/>
              </a:srgbClr>
            </a:solidFill>
            <a:ln w="9000" cap="rnd">
              <a:solidFill>
                <a:srgbClr val="FFEACD">
                  <a:alpha val="1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pt1133"/>
            <p:cNvSpPr/>
            <p:nvPr/>
          </p:nvSpPr>
          <p:spPr>
            <a:xfrm>
              <a:off x="2597991" y="3274396"/>
              <a:ext cx="51954" cy="51954"/>
            </a:xfrm>
            <a:prstGeom prst="ellipse">
              <a:avLst/>
            </a:prstGeom>
            <a:solidFill>
              <a:srgbClr val="FFE6C2">
                <a:alpha val="18039"/>
              </a:srgbClr>
            </a:solidFill>
            <a:ln w="9000" cap="rnd">
              <a:solidFill>
                <a:srgbClr val="FFE6C2">
                  <a:alpha val="1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pt1134"/>
            <p:cNvSpPr/>
            <p:nvPr/>
          </p:nvSpPr>
          <p:spPr>
            <a:xfrm>
              <a:off x="2596519" y="3269744"/>
              <a:ext cx="54899" cy="54899"/>
            </a:xfrm>
            <a:prstGeom prst="ellipse">
              <a:avLst/>
            </a:prstGeom>
            <a:solidFill>
              <a:srgbClr val="FFE5C0">
                <a:alpha val="18431"/>
              </a:srgbClr>
            </a:solidFill>
            <a:ln w="9000" cap="rnd">
              <a:solidFill>
                <a:srgbClr val="FFE5C0">
                  <a:alpha val="1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pt1135"/>
            <p:cNvSpPr/>
            <p:nvPr/>
          </p:nvSpPr>
          <p:spPr>
            <a:xfrm>
              <a:off x="2596416" y="2636456"/>
              <a:ext cx="50414" cy="50414"/>
            </a:xfrm>
            <a:prstGeom prst="ellipse">
              <a:avLst/>
            </a:prstGeom>
            <a:solidFill>
              <a:srgbClr val="FFC167">
                <a:alpha val="30588"/>
              </a:srgbClr>
            </a:solidFill>
            <a:ln w="9000" cap="rnd">
              <a:solidFill>
                <a:srgbClr val="FFC167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pt1136"/>
            <p:cNvSpPr/>
            <p:nvPr/>
          </p:nvSpPr>
          <p:spPr>
            <a:xfrm>
              <a:off x="2613803" y="2100018"/>
              <a:ext cx="39438" cy="39438"/>
            </a:xfrm>
            <a:prstGeom prst="ellipse">
              <a:avLst/>
            </a:prstGeom>
            <a:solidFill>
              <a:srgbClr val="FFDDAE">
                <a:alpha val="20784"/>
              </a:srgbClr>
            </a:solidFill>
            <a:ln w="9000" cap="rnd">
              <a:solidFill>
                <a:srgbClr val="FFDDAE">
                  <a:alpha val="2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pt1137"/>
            <p:cNvSpPr/>
            <p:nvPr/>
          </p:nvSpPr>
          <p:spPr>
            <a:xfrm>
              <a:off x="2595887" y="2916760"/>
              <a:ext cx="65687" cy="65687"/>
            </a:xfrm>
            <a:prstGeom prst="ellipse">
              <a:avLst/>
            </a:prstGeom>
            <a:solidFill>
              <a:srgbClr val="FFCA7F">
                <a:alpha val="27450"/>
              </a:srgbClr>
            </a:solidFill>
            <a:ln w="9000" cap="rnd">
              <a:solidFill>
                <a:srgbClr val="FFCA7F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pt1138"/>
            <p:cNvSpPr/>
            <p:nvPr/>
          </p:nvSpPr>
          <p:spPr>
            <a:xfrm>
              <a:off x="2577277" y="3081031"/>
              <a:ext cx="69661" cy="69661"/>
            </a:xfrm>
            <a:prstGeom prst="ellipse">
              <a:avLst/>
            </a:prstGeom>
            <a:solidFill>
              <a:srgbClr val="FFC470">
                <a:alpha val="29411"/>
              </a:srgbClr>
            </a:solidFill>
            <a:ln w="9000" cap="rnd">
              <a:solidFill>
                <a:srgbClr val="FFC470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pt1139"/>
            <p:cNvSpPr/>
            <p:nvPr/>
          </p:nvSpPr>
          <p:spPr>
            <a:xfrm>
              <a:off x="2614670" y="3137391"/>
              <a:ext cx="47152" cy="47152"/>
            </a:xfrm>
            <a:prstGeom prst="ellipse">
              <a:avLst/>
            </a:prstGeom>
            <a:solidFill>
              <a:srgbClr val="FFD599">
                <a:alpha val="23921"/>
              </a:srgbClr>
            </a:solidFill>
            <a:ln w="9000" cap="rnd">
              <a:solidFill>
                <a:srgbClr val="FFD599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pt1140"/>
            <p:cNvSpPr/>
            <p:nvPr/>
          </p:nvSpPr>
          <p:spPr>
            <a:xfrm>
              <a:off x="2355816" y="3078762"/>
              <a:ext cx="79440" cy="79440"/>
            </a:xfrm>
            <a:prstGeom prst="ellipse">
              <a:avLst/>
            </a:prstGeom>
            <a:solidFill>
              <a:srgbClr val="FF4100">
                <a:alpha val="64313"/>
              </a:srgbClr>
            </a:solidFill>
            <a:ln w="9000" cap="rnd">
              <a:solidFill>
                <a:srgbClr val="FF4100">
                  <a:alpha val="6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pt1141"/>
            <p:cNvSpPr/>
            <p:nvPr/>
          </p:nvSpPr>
          <p:spPr>
            <a:xfrm>
              <a:off x="2529864" y="2630981"/>
              <a:ext cx="73010" cy="73010"/>
            </a:xfrm>
            <a:prstGeom prst="ellipse">
              <a:avLst/>
            </a:prstGeom>
            <a:solidFill>
              <a:srgbClr val="FF8700">
                <a:alpha val="48627"/>
              </a:srgbClr>
            </a:solidFill>
            <a:ln w="9000" cap="rnd">
              <a:solidFill>
                <a:srgbClr val="FF8700">
                  <a:alpha val="4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pt1142"/>
            <p:cNvSpPr/>
            <p:nvPr/>
          </p:nvSpPr>
          <p:spPr>
            <a:xfrm>
              <a:off x="2597159" y="3046838"/>
              <a:ext cx="67966" cy="67966"/>
            </a:xfrm>
            <a:prstGeom prst="ellipse">
              <a:avLst/>
            </a:prstGeom>
            <a:solidFill>
              <a:srgbClr val="FFD394">
                <a:alpha val="24705"/>
              </a:srgbClr>
            </a:solidFill>
            <a:ln w="9000" cap="rnd">
              <a:solidFill>
                <a:srgbClr val="FFD394">
                  <a:alpha val="2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pt1143"/>
            <p:cNvSpPr/>
            <p:nvPr/>
          </p:nvSpPr>
          <p:spPr>
            <a:xfrm>
              <a:off x="2475446" y="2770790"/>
              <a:ext cx="73718" cy="73718"/>
            </a:xfrm>
            <a:prstGeom prst="ellipse">
              <a:avLst/>
            </a:prstGeom>
            <a:solidFill>
              <a:srgbClr val="FF7E00">
                <a:alpha val="50980"/>
              </a:srgbClr>
            </a:solidFill>
            <a:ln w="9000" cap="rnd">
              <a:solidFill>
                <a:srgbClr val="FF7E00">
                  <a:alpha val="5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pt1144"/>
            <p:cNvSpPr/>
            <p:nvPr/>
          </p:nvSpPr>
          <p:spPr>
            <a:xfrm>
              <a:off x="2556911" y="2561922"/>
              <a:ext cx="67770" cy="67770"/>
            </a:xfrm>
            <a:prstGeom prst="ellipse">
              <a:avLst/>
            </a:prstGeom>
            <a:solidFill>
              <a:srgbClr val="FFA817">
                <a:alpha val="39215"/>
              </a:srgbClr>
            </a:solidFill>
            <a:ln w="9000" cap="rnd">
              <a:solidFill>
                <a:srgbClr val="FFA817">
                  <a:alpha val="3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pt1145"/>
            <p:cNvSpPr/>
            <p:nvPr/>
          </p:nvSpPr>
          <p:spPr>
            <a:xfrm>
              <a:off x="2621557" y="2985775"/>
              <a:ext cx="47797" cy="47797"/>
            </a:xfrm>
            <a:prstGeom prst="ellipse">
              <a:avLst/>
            </a:prstGeom>
            <a:solidFill>
              <a:srgbClr val="FFEACD">
                <a:alpha val="16862"/>
              </a:srgbClr>
            </a:solidFill>
            <a:ln w="9000" cap="rnd">
              <a:solidFill>
                <a:srgbClr val="FFEACD">
                  <a:alpha val="1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pt1146"/>
            <p:cNvSpPr/>
            <p:nvPr/>
          </p:nvSpPr>
          <p:spPr>
            <a:xfrm>
              <a:off x="2410827" y="2814794"/>
              <a:ext cx="74046" cy="74046"/>
            </a:xfrm>
            <a:prstGeom prst="ellipse">
              <a:avLst/>
            </a:prstGeom>
            <a:solidFill>
              <a:srgbClr val="FF8A00">
                <a:alpha val="47843"/>
              </a:srgbClr>
            </a:solidFill>
            <a:ln w="9000" cap="rnd">
              <a:solidFill>
                <a:srgbClr val="FF8A00">
                  <a:alpha val="4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pt1147"/>
            <p:cNvSpPr/>
            <p:nvPr/>
          </p:nvSpPr>
          <p:spPr>
            <a:xfrm>
              <a:off x="2622268" y="2945985"/>
              <a:ext cx="51064" cy="51064"/>
            </a:xfrm>
            <a:prstGeom prst="ellipse">
              <a:avLst/>
            </a:prstGeom>
            <a:solidFill>
              <a:srgbClr val="FFDBA9">
                <a:alpha val="21568"/>
              </a:srgbClr>
            </a:solidFill>
            <a:ln w="9000" cap="rnd">
              <a:solidFill>
                <a:srgbClr val="FFDBA9">
                  <a:alpha val="2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pt1148"/>
            <p:cNvSpPr/>
            <p:nvPr/>
          </p:nvSpPr>
          <p:spPr>
            <a:xfrm>
              <a:off x="2621508" y="2709325"/>
              <a:ext cx="52583" cy="52583"/>
            </a:xfrm>
            <a:prstGeom prst="ellipse">
              <a:avLst/>
            </a:prstGeom>
            <a:solidFill>
              <a:srgbClr val="FFE8C7">
                <a:alpha val="17647"/>
              </a:srgbClr>
            </a:solidFill>
            <a:ln w="9000" cap="rnd">
              <a:solidFill>
                <a:srgbClr val="FFE8C7">
                  <a:alpha val="1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pt1149"/>
            <p:cNvSpPr/>
            <p:nvPr/>
          </p:nvSpPr>
          <p:spPr>
            <a:xfrm>
              <a:off x="2554757" y="2561365"/>
              <a:ext cx="72078" cy="72078"/>
            </a:xfrm>
            <a:prstGeom prst="ellipse">
              <a:avLst/>
            </a:prstGeom>
            <a:solidFill>
              <a:srgbClr val="FF9100">
                <a:alpha val="45882"/>
              </a:srgbClr>
            </a:solidFill>
            <a:ln w="9000" cap="rnd">
              <a:solidFill>
                <a:srgbClr val="FF9100">
                  <a:alpha val="4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pt1150"/>
            <p:cNvSpPr/>
            <p:nvPr/>
          </p:nvSpPr>
          <p:spPr>
            <a:xfrm>
              <a:off x="2616994" y="1915892"/>
              <a:ext cx="56923" cy="56923"/>
            </a:xfrm>
            <a:prstGeom prst="ellipse">
              <a:avLst/>
            </a:prstGeom>
            <a:solidFill>
              <a:srgbClr val="FFDEB0">
                <a:alpha val="20784"/>
              </a:srgbClr>
            </a:solidFill>
            <a:ln w="9000" cap="rnd">
              <a:solidFill>
                <a:srgbClr val="FFDEB0">
                  <a:alpha val="2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pt1151"/>
            <p:cNvSpPr/>
            <p:nvPr/>
          </p:nvSpPr>
          <p:spPr>
            <a:xfrm>
              <a:off x="2597900" y="2963977"/>
              <a:ext cx="71244" cy="71244"/>
            </a:xfrm>
            <a:prstGeom prst="ellipse">
              <a:avLst/>
            </a:prstGeom>
            <a:solidFill>
              <a:srgbClr val="FFC573">
                <a:alpha val="29019"/>
              </a:srgbClr>
            </a:solidFill>
            <a:ln w="9000" cap="rnd">
              <a:solidFill>
                <a:srgbClr val="FFC573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pt1152"/>
            <p:cNvSpPr/>
            <p:nvPr/>
          </p:nvSpPr>
          <p:spPr>
            <a:xfrm>
              <a:off x="2635957" y="2906254"/>
              <a:ext cx="38103" cy="38103"/>
            </a:xfrm>
            <a:prstGeom prst="ellipse">
              <a:avLst/>
            </a:prstGeom>
            <a:solidFill>
              <a:srgbClr val="FFEACE">
                <a:alpha val="16470"/>
              </a:srgbClr>
            </a:solidFill>
            <a:ln w="9000" cap="rnd">
              <a:solidFill>
                <a:srgbClr val="FFEACE">
                  <a:alpha val="1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pt1153"/>
            <p:cNvSpPr/>
            <p:nvPr/>
          </p:nvSpPr>
          <p:spPr>
            <a:xfrm>
              <a:off x="2639297" y="3275828"/>
              <a:ext cx="38003" cy="38003"/>
            </a:xfrm>
            <a:prstGeom prst="ellipse">
              <a:avLst/>
            </a:prstGeom>
            <a:solidFill>
              <a:srgbClr val="FFF3E1">
                <a:alpha val="14117"/>
              </a:srgbClr>
            </a:solidFill>
            <a:ln w="9000" cap="rnd">
              <a:solidFill>
                <a:srgbClr val="FFF3E1">
                  <a:alpha val="1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pt1154"/>
            <p:cNvSpPr/>
            <p:nvPr/>
          </p:nvSpPr>
          <p:spPr>
            <a:xfrm>
              <a:off x="2613324" y="2697943"/>
              <a:ext cx="78540" cy="78540"/>
            </a:xfrm>
            <a:prstGeom prst="ellipse">
              <a:avLst/>
            </a:prstGeom>
            <a:solidFill>
              <a:srgbClr val="FFD499">
                <a:alpha val="23921"/>
              </a:srgbClr>
            </a:solidFill>
            <a:ln w="9000" cap="rnd">
              <a:solidFill>
                <a:srgbClr val="FFD499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pt1155"/>
            <p:cNvSpPr/>
            <p:nvPr/>
          </p:nvSpPr>
          <p:spPr>
            <a:xfrm>
              <a:off x="2639517" y="3114449"/>
              <a:ext cx="42323" cy="42323"/>
            </a:xfrm>
            <a:prstGeom prst="ellipse">
              <a:avLst/>
            </a:prstGeom>
            <a:solidFill>
              <a:srgbClr val="FFE7C4">
                <a:alpha val="18039"/>
              </a:srgbClr>
            </a:solidFill>
            <a:ln w="9000" cap="rnd">
              <a:solidFill>
                <a:srgbClr val="FFE7C4">
                  <a:alpha val="1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pt1156"/>
            <p:cNvSpPr/>
            <p:nvPr/>
          </p:nvSpPr>
          <p:spPr>
            <a:xfrm>
              <a:off x="2579849" y="3015178"/>
              <a:ext cx="102586" cy="102586"/>
            </a:xfrm>
            <a:prstGeom prst="ellipse">
              <a:avLst/>
            </a:prstGeom>
            <a:solidFill>
              <a:srgbClr val="FFC26B">
                <a:alpha val="30196"/>
              </a:srgbClr>
            </a:solidFill>
            <a:ln w="9000" cap="rnd">
              <a:solidFill>
                <a:srgbClr val="FFC26B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pt1157"/>
            <p:cNvSpPr/>
            <p:nvPr/>
          </p:nvSpPr>
          <p:spPr>
            <a:xfrm>
              <a:off x="2616258" y="3216216"/>
              <a:ext cx="67983" cy="67983"/>
            </a:xfrm>
            <a:prstGeom prst="ellipse">
              <a:avLst/>
            </a:prstGeom>
            <a:solidFill>
              <a:srgbClr val="FFC674">
                <a:alpha val="29019"/>
              </a:srgbClr>
            </a:solidFill>
            <a:ln w="9000" cap="rnd">
              <a:solidFill>
                <a:srgbClr val="FFC674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pt1158"/>
            <p:cNvSpPr/>
            <p:nvPr/>
          </p:nvSpPr>
          <p:spPr>
            <a:xfrm>
              <a:off x="2605388" y="2984224"/>
              <a:ext cx="94412" cy="94412"/>
            </a:xfrm>
            <a:prstGeom prst="ellipse">
              <a:avLst/>
            </a:prstGeom>
            <a:solidFill>
              <a:srgbClr val="FFC778">
                <a:alpha val="28235"/>
              </a:srgbClr>
            </a:solidFill>
            <a:ln w="9000" cap="rnd">
              <a:solidFill>
                <a:srgbClr val="FFC778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pt1159"/>
            <p:cNvSpPr/>
            <p:nvPr/>
          </p:nvSpPr>
          <p:spPr>
            <a:xfrm>
              <a:off x="2624863" y="3262989"/>
              <a:ext cx="66871" cy="66871"/>
            </a:xfrm>
            <a:prstGeom prst="ellipse">
              <a:avLst/>
            </a:prstGeom>
            <a:solidFill>
              <a:srgbClr val="FFBF62">
                <a:alpha val="31372"/>
              </a:srgbClr>
            </a:solidFill>
            <a:ln w="9000" cap="rnd">
              <a:solidFill>
                <a:srgbClr val="FFBF62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pt1160"/>
            <p:cNvSpPr/>
            <p:nvPr/>
          </p:nvSpPr>
          <p:spPr>
            <a:xfrm>
              <a:off x="2614095" y="3009625"/>
              <a:ext cx="72310" cy="72310"/>
            </a:xfrm>
            <a:prstGeom prst="ellipse">
              <a:avLst/>
            </a:prstGeom>
            <a:solidFill>
              <a:srgbClr val="FFE0B5">
                <a:alpha val="20000"/>
              </a:srgbClr>
            </a:solidFill>
            <a:ln w="9000" cap="rnd">
              <a:solidFill>
                <a:srgbClr val="FFE0B5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pt1161"/>
            <p:cNvSpPr/>
            <p:nvPr/>
          </p:nvSpPr>
          <p:spPr>
            <a:xfrm>
              <a:off x="2152857" y="2681682"/>
              <a:ext cx="86500" cy="86500"/>
            </a:xfrm>
            <a:prstGeom prst="ellipse">
              <a:avLst/>
            </a:prstGeom>
            <a:solidFill>
              <a:srgbClr val="FF0000">
                <a:alpha val="73725"/>
              </a:srgbClr>
            </a:solidFill>
            <a:ln w="9000" cap="rnd">
              <a:solidFill>
                <a:srgbClr val="FF0000">
                  <a:alpha val="7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pt1162"/>
            <p:cNvSpPr/>
            <p:nvPr/>
          </p:nvSpPr>
          <p:spPr>
            <a:xfrm>
              <a:off x="2602632" y="3126950"/>
              <a:ext cx="71227" cy="71227"/>
            </a:xfrm>
            <a:prstGeom prst="ellipse">
              <a:avLst/>
            </a:prstGeom>
            <a:solidFill>
              <a:srgbClr val="FFAA24">
                <a:alpha val="38039"/>
              </a:srgbClr>
            </a:solidFill>
            <a:ln w="9000" cap="rnd">
              <a:solidFill>
                <a:srgbClr val="FFAA24">
                  <a:alpha val="3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pt1163"/>
            <p:cNvSpPr/>
            <p:nvPr/>
          </p:nvSpPr>
          <p:spPr>
            <a:xfrm>
              <a:off x="2647413" y="2760381"/>
              <a:ext cx="50321" cy="50321"/>
            </a:xfrm>
            <a:prstGeom prst="ellipse">
              <a:avLst/>
            </a:prstGeom>
            <a:solidFill>
              <a:srgbClr val="FFCC84">
                <a:alpha val="26666"/>
              </a:srgbClr>
            </a:solidFill>
            <a:ln w="9000" cap="rnd">
              <a:solidFill>
                <a:srgbClr val="FFCC84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pt1164"/>
            <p:cNvSpPr/>
            <p:nvPr/>
          </p:nvSpPr>
          <p:spPr>
            <a:xfrm>
              <a:off x="2503645" y="2700807"/>
              <a:ext cx="73521" cy="73521"/>
            </a:xfrm>
            <a:prstGeom prst="ellipse">
              <a:avLst/>
            </a:prstGeom>
            <a:solidFill>
              <a:srgbClr val="FF8100">
                <a:alpha val="50196"/>
              </a:srgbClr>
            </a:solidFill>
            <a:ln w="9000" cap="rnd">
              <a:solidFill>
                <a:srgbClr val="FF8100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pt1165"/>
            <p:cNvSpPr/>
            <p:nvPr/>
          </p:nvSpPr>
          <p:spPr>
            <a:xfrm>
              <a:off x="2492774" y="2882838"/>
              <a:ext cx="71816" cy="71816"/>
            </a:xfrm>
            <a:prstGeom prst="ellipse">
              <a:avLst/>
            </a:prstGeom>
            <a:solidFill>
              <a:srgbClr val="FF7D00">
                <a:alpha val="51372"/>
              </a:srgbClr>
            </a:solidFill>
            <a:ln w="9000" cap="rnd">
              <a:solidFill>
                <a:srgbClr val="FF7D00">
                  <a:alpha val="5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pt1166"/>
            <p:cNvSpPr/>
            <p:nvPr/>
          </p:nvSpPr>
          <p:spPr>
            <a:xfrm>
              <a:off x="2648234" y="2863669"/>
              <a:ext cx="53374" cy="53374"/>
            </a:xfrm>
            <a:prstGeom prst="ellipse">
              <a:avLst/>
            </a:prstGeom>
            <a:solidFill>
              <a:srgbClr val="FFC36C">
                <a:alpha val="29803"/>
              </a:srgbClr>
            </a:solidFill>
            <a:ln w="9000" cap="rnd">
              <a:solidFill>
                <a:srgbClr val="FFC36C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pt1167"/>
            <p:cNvSpPr/>
            <p:nvPr/>
          </p:nvSpPr>
          <p:spPr>
            <a:xfrm>
              <a:off x="2576007" y="2491222"/>
              <a:ext cx="72202" cy="72202"/>
            </a:xfrm>
            <a:prstGeom prst="ellipse">
              <a:avLst/>
            </a:prstGeom>
            <a:solidFill>
              <a:srgbClr val="FF9C00">
                <a:alpha val="42745"/>
              </a:srgbClr>
            </a:solidFill>
            <a:ln w="9000" cap="rnd">
              <a:solidFill>
                <a:srgbClr val="FF9C00">
                  <a:alpha val="4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pt1168"/>
            <p:cNvSpPr/>
            <p:nvPr/>
          </p:nvSpPr>
          <p:spPr>
            <a:xfrm>
              <a:off x="2623218" y="3262942"/>
              <a:ext cx="70161" cy="70161"/>
            </a:xfrm>
            <a:prstGeom prst="ellipse">
              <a:avLst/>
            </a:prstGeom>
            <a:solidFill>
              <a:srgbClr val="FF9E00">
                <a:alpha val="42352"/>
              </a:srgbClr>
            </a:solidFill>
            <a:ln w="9000" cap="rnd">
              <a:solidFill>
                <a:srgbClr val="FF9E00">
                  <a:alpha val="4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pt1169"/>
            <p:cNvSpPr/>
            <p:nvPr/>
          </p:nvSpPr>
          <p:spPr>
            <a:xfrm>
              <a:off x="2638174" y="2949967"/>
              <a:ext cx="68799" cy="68799"/>
            </a:xfrm>
            <a:prstGeom prst="ellipse">
              <a:avLst/>
            </a:prstGeom>
            <a:solidFill>
              <a:srgbClr val="FFAB27">
                <a:alpha val="38039"/>
              </a:srgbClr>
            </a:solidFill>
            <a:ln w="9000" cap="rnd">
              <a:solidFill>
                <a:srgbClr val="FFAB27">
                  <a:alpha val="3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pt1170"/>
            <p:cNvSpPr/>
            <p:nvPr/>
          </p:nvSpPr>
          <p:spPr>
            <a:xfrm>
              <a:off x="2596597" y="2422696"/>
              <a:ext cx="69090" cy="69090"/>
            </a:xfrm>
            <a:prstGeom prst="ellipse">
              <a:avLst/>
            </a:prstGeom>
            <a:solidFill>
              <a:srgbClr val="FFA712">
                <a:alpha val="39215"/>
              </a:srgbClr>
            </a:solidFill>
            <a:ln w="9000" cap="rnd">
              <a:solidFill>
                <a:srgbClr val="FFA712">
                  <a:alpha val="3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pt1171"/>
            <p:cNvSpPr/>
            <p:nvPr/>
          </p:nvSpPr>
          <p:spPr>
            <a:xfrm>
              <a:off x="2636843" y="2286073"/>
              <a:ext cx="62012" cy="62012"/>
            </a:xfrm>
            <a:prstGeom prst="ellipse">
              <a:avLst/>
            </a:prstGeom>
            <a:solidFill>
              <a:srgbClr val="FFBD5E">
                <a:alpha val="31764"/>
              </a:srgbClr>
            </a:solidFill>
            <a:ln w="9000" cap="rnd">
              <a:solidFill>
                <a:srgbClr val="FFBD5E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pt1172"/>
            <p:cNvSpPr/>
            <p:nvPr/>
          </p:nvSpPr>
          <p:spPr>
            <a:xfrm>
              <a:off x="2601090" y="3369326"/>
              <a:ext cx="74312" cy="74312"/>
            </a:xfrm>
            <a:prstGeom prst="ellipse">
              <a:avLst/>
            </a:prstGeom>
            <a:solidFill>
              <a:srgbClr val="FFB342">
                <a:alpha val="35294"/>
              </a:srgbClr>
            </a:solidFill>
            <a:ln w="9000" cap="rnd">
              <a:solidFill>
                <a:srgbClr val="FFB342">
                  <a:alpha val="3529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pt1173"/>
            <p:cNvSpPr/>
            <p:nvPr/>
          </p:nvSpPr>
          <p:spPr>
            <a:xfrm>
              <a:off x="2603822" y="3205376"/>
              <a:ext cx="92855" cy="92855"/>
            </a:xfrm>
            <a:prstGeom prst="ellipse">
              <a:avLst/>
            </a:prstGeom>
            <a:solidFill>
              <a:srgbClr val="FF9800">
                <a:alpha val="43921"/>
              </a:srgbClr>
            </a:solidFill>
            <a:ln w="9000" cap="rnd">
              <a:solidFill>
                <a:srgbClr val="FF9800">
                  <a:alpha val="4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pt1174"/>
            <p:cNvSpPr/>
            <p:nvPr/>
          </p:nvSpPr>
          <p:spPr>
            <a:xfrm>
              <a:off x="2475404" y="3189536"/>
              <a:ext cx="83110" cy="83110"/>
            </a:xfrm>
            <a:prstGeom prst="ellipse">
              <a:avLst/>
            </a:prstGeom>
            <a:solidFill>
              <a:srgbClr val="FF7700">
                <a:alpha val="52549"/>
              </a:srgbClr>
            </a:solidFill>
            <a:ln w="9000" cap="rnd">
              <a:solidFill>
                <a:srgbClr val="FF7700">
                  <a:alpha val="5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pt1175"/>
            <p:cNvSpPr/>
            <p:nvPr/>
          </p:nvSpPr>
          <p:spPr>
            <a:xfrm>
              <a:off x="2493834" y="3240863"/>
              <a:ext cx="69698" cy="69698"/>
            </a:xfrm>
            <a:prstGeom prst="ellipse">
              <a:avLst/>
            </a:prstGeom>
            <a:solidFill>
              <a:srgbClr val="FFA91E">
                <a:alpha val="38823"/>
              </a:srgbClr>
            </a:solidFill>
            <a:ln w="9000" cap="rnd">
              <a:solidFill>
                <a:srgbClr val="FFA91E">
                  <a:alpha val="3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pt1176"/>
            <p:cNvSpPr/>
            <p:nvPr/>
          </p:nvSpPr>
          <p:spPr>
            <a:xfrm>
              <a:off x="2614627" y="2351537"/>
              <a:ext cx="71244" cy="71244"/>
            </a:xfrm>
            <a:prstGeom prst="ellipse">
              <a:avLst/>
            </a:prstGeom>
            <a:solidFill>
              <a:srgbClr val="FFB23F">
                <a:alpha val="35686"/>
              </a:srgbClr>
            </a:solidFill>
            <a:ln w="9000" cap="rnd">
              <a:solidFill>
                <a:srgbClr val="FFB23F">
                  <a:alpha val="3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pt1177"/>
            <p:cNvSpPr/>
            <p:nvPr/>
          </p:nvSpPr>
          <p:spPr>
            <a:xfrm>
              <a:off x="2667092" y="3308045"/>
              <a:ext cx="62895" cy="62895"/>
            </a:xfrm>
            <a:prstGeom prst="ellipse">
              <a:avLst/>
            </a:prstGeom>
            <a:solidFill>
              <a:srgbClr val="FFC778">
                <a:alpha val="28235"/>
              </a:srgbClr>
            </a:solidFill>
            <a:ln w="9000" cap="rnd">
              <a:solidFill>
                <a:srgbClr val="FFC778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pt1178"/>
            <p:cNvSpPr/>
            <p:nvPr/>
          </p:nvSpPr>
          <p:spPr>
            <a:xfrm>
              <a:off x="2655894" y="3180728"/>
              <a:ext cx="66465" cy="66465"/>
            </a:xfrm>
            <a:prstGeom prst="ellipse">
              <a:avLst/>
            </a:prstGeom>
            <a:solidFill>
              <a:srgbClr val="FF8F00">
                <a:alpha val="46274"/>
              </a:srgbClr>
            </a:solidFill>
            <a:ln w="9000" cap="rnd">
              <a:solidFill>
                <a:srgbClr val="FF8F00">
                  <a:alpha val="4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pt1179"/>
            <p:cNvSpPr/>
            <p:nvPr/>
          </p:nvSpPr>
          <p:spPr>
            <a:xfrm>
              <a:off x="2471660" y="2680344"/>
              <a:ext cx="85986" cy="85986"/>
            </a:xfrm>
            <a:prstGeom prst="ellipse">
              <a:avLst/>
            </a:prstGeom>
            <a:solidFill>
              <a:srgbClr val="FF6F00">
                <a:alpha val="54901"/>
              </a:srgbClr>
            </a:solidFill>
            <a:ln w="9000" cap="rnd">
              <a:solidFill>
                <a:srgbClr val="FF6F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pt1180"/>
            <p:cNvSpPr/>
            <p:nvPr/>
          </p:nvSpPr>
          <p:spPr>
            <a:xfrm>
              <a:off x="2452184" y="2642810"/>
              <a:ext cx="71955" cy="71955"/>
            </a:xfrm>
            <a:prstGeom prst="ellipse">
              <a:avLst/>
            </a:prstGeom>
            <a:solidFill>
              <a:srgbClr val="FF9400">
                <a:alpha val="45098"/>
              </a:srgbClr>
            </a:solidFill>
            <a:ln w="9000" cap="rnd">
              <a:solidFill>
                <a:srgbClr val="FF94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pt1181"/>
            <p:cNvSpPr/>
            <p:nvPr/>
          </p:nvSpPr>
          <p:spPr>
            <a:xfrm>
              <a:off x="2656837" y="3178492"/>
              <a:ext cx="64579" cy="64579"/>
            </a:xfrm>
            <a:prstGeom prst="ellipse">
              <a:avLst/>
            </a:prstGeom>
            <a:solidFill>
              <a:srgbClr val="FFA609">
                <a:alpha val="39607"/>
              </a:srgbClr>
            </a:solidFill>
            <a:ln w="9000" cap="rnd">
              <a:solidFill>
                <a:srgbClr val="FFA609">
                  <a:alpha val="3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pt1182"/>
            <p:cNvSpPr/>
            <p:nvPr/>
          </p:nvSpPr>
          <p:spPr>
            <a:xfrm>
              <a:off x="2678460" y="2713057"/>
              <a:ext cx="49398" cy="49398"/>
            </a:xfrm>
            <a:prstGeom prst="ellipse">
              <a:avLst/>
            </a:prstGeom>
            <a:solidFill>
              <a:srgbClr val="FFB851">
                <a:alpha val="33333"/>
              </a:srgbClr>
            </a:solidFill>
            <a:ln w="9000" cap="rnd">
              <a:solidFill>
                <a:srgbClr val="FFB851">
                  <a:alpha val="3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pt1183"/>
            <p:cNvSpPr/>
            <p:nvPr/>
          </p:nvSpPr>
          <p:spPr>
            <a:xfrm>
              <a:off x="2653135" y="2682243"/>
              <a:ext cx="104668" cy="104668"/>
            </a:xfrm>
            <a:prstGeom prst="ellipse">
              <a:avLst/>
            </a:prstGeom>
            <a:solidFill>
              <a:srgbClr val="FFBB5A">
                <a:alpha val="32156"/>
              </a:srgbClr>
            </a:solidFill>
            <a:ln w="9000" cap="rnd">
              <a:solidFill>
                <a:srgbClr val="FFBB5A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pt1184"/>
            <p:cNvSpPr/>
            <p:nvPr/>
          </p:nvSpPr>
          <p:spPr>
            <a:xfrm>
              <a:off x="2697015" y="3388809"/>
              <a:ext cx="35231" cy="35231"/>
            </a:xfrm>
            <a:prstGeom prst="ellipse">
              <a:avLst/>
            </a:prstGeom>
            <a:solidFill>
              <a:srgbClr val="FFF1DE">
                <a:alpha val="14509"/>
              </a:srgbClr>
            </a:solidFill>
            <a:ln w="9000" cap="rnd">
              <a:solidFill>
                <a:srgbClr val="FFF1DE">
                  <a:alpha val="1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pt1185"/>
            <p:cNvSpPr/>
            <p:nvPr/>
          </p:nvSpPr>
          <p:spPr>
            <a:xfrm>
              <a:off x="2695091" y="3053060"/>
              <a:ext cx="37498" cy="37498"/>
            </a:xfrm>
            <a:prstGeom prst="ellipse">
              <a:avLst/>
            </a:prstGeom>
            <a:solidFill>
              <a:srgbClr val="FFE9CB">
                <a:alpha val="17254"/>
              </a:srgbClr>
            </a:solidFill>
            <a:ln w="9000" cap="rnd">
              <a:solidFill>
                <a:srgbClr val="FFE9CB">
                  <a:alpha val="1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pt1186"/>
            <p:cNvSpPr/>
            <p:nvPr/>
          </p:nvSpPr>
          <p:spPr>
            <a:xfrm>
              <a:off x="2633297" y="2679345"/>
              <a:ext cx="97597" cy="97597"/>
            </a:xfrm>
            <a:prstGeom prst="ellipse">
              <a:avLst/>
            </a:prstGeom>
            <a:solidFill>
              <a:srgbClr val="FFA502">
                <a:alpha val="40000"/>
              </a:srgbClr>
            </a:solidFill>
            <a:ln w="9000" cap="rnd">
              <a:solidFill>
                <a:srgbClr val="FFA502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pt1187"/>
            <p:cNvSpPr/>
            <p:nvPr/>
          </p:nvSpPr>
          <p:spPr>
            <a:xfrm>
              <a:off x="2498429" y="2836874"/>
              <a:ext cx="74505" cy="74505"/>
            </a:xfrm>
            <a:prstGeom prst="ellipse">
              <a:avLst/>
            </a:prstGeom>
            <a:solidFill>
              <a:srgbClr val="FF7E00">
                <a:alpha val="50980"/>
              </a:srgbClr>
            </a:solidFill>
            <a:ln w="9000" cap="rnd">
              <a:solidFill>
                <a:srgbClr val="FF7E00">
                  <a:alpha val="5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pt1188"/>
            <p:cNvSpPr/>
            <p:nvPr/>
          </p:nvSpPr>
          <p:spPr>
            <a:xfrm>
              <a:off x="2707761" y="3138335"/>
              <a:ext cx="39224" cy="39224"/>
            </a:xfrm>
            <a:prstGeom prst="ellipse">
              <a:avLst/>
            </a:prstGeom>
            <a:solidFill>
              <a:srgbClr val="FFE2BB">
                <a:alpha val="19215"/>
              </a:srgbClr>
            </a:solidFill>
            <a:ln w="9000" cap="rnd">
              <a:solidFill>
                <a:srgbClr val="FFE2BB">
                  <a:alpha val="1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pt1189"/>
            <p:cNvSpPr/>
            <p:nvPr/>
          </p:nvSpPr>
          <p:spPr>
            <a:xfrm>
              <a:off x="2708917" y="3141089"/>
              <a:ext cx="36910" cy="36910"/>
            </a:xfrm>
            <a:prstGeom prst="ellipse">
              <a:avLst/>
            </a:prstGeom>
            <a:solidFill>
              <a:srgbClr val="FFD394">
                <a:alpha val="24705"/>
              </a:srgbClr>
            </a:solidFill>
            <a:ln w="9000" cap="rnd">
              <a:solidFill>
                <a:srgbClr val="FFD394">
                  <a:alpha val="2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pt1190"/>
            <p:cNvSpPr/>
            <p:nvPr/>
          </p:nvSpPr>
          <p:spPr>
            <a:xfrm>
              <a:off x="2675672" y="2639052"/>
              <a:ext cx="76336" cy="76336"/>
            </a:xfrm>
            <a:prstGeom prst="ellipse">
              <a:avLst/>
            </a:prstGeom>
            <a:solidFill>
              <a:srgbClr val="FFA500">
                <a:alpha val="40000"/>
              </a:srgbClr>
            </a:solidFill>
            <a:ln w="9000" cap="rnd">
              <a:solidFill>
                <a:srgbClr val="FFA5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pt1191"/>
            <p:cNvSpPr/>
            <p:nvPr/>
          </p:nvSpPr>
          <p:spPr>
            <a:xfrm>
              <a:off x="2602632" y="3128546"/>
              <a:ext cx="71227" cy="71227"/>
            </a:xfrm>
            <a:prstGeom prst="ellipse">
              <a:avLst/>
            </a:prstGeom>
            <a:solidFill>
              <a:srgbClr val="FF8C00">
                <a:alpha val="47450"/>
              </a:srgbClr>
            </a:solidFill>
            <a:ln w="9000" cap="rnd">
              <a:solidFill>
                <a:srgbClr val="FF8C00">
                  <a:alpha val="4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pt1192"/>
            <p:cNvSpPr/>
            <p:nvPr/>
          </p:nvSpPr>
          <p:spPr>
            <a:xfrm>
              <a:off x="2655699" y="3178949"/>
              <a:ext cx="66855" cy="66855"/>
            </a:xfrm>
            <a:prstGeom prst="ellipse">
              <a:avLst/>
            </a:prstGeom>
            <a:solidFill>
              <a:srgbClr val="FF8100">
                <a:alpha val="50196"/>
              </a:srgbClr>
            </a:solidFill>
            <a:ln w="9000" cap="rnd">
              <a:solidFill>
                <a:srgbClr val="FF8100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pt1193"/>
            <p:cNvSpPr/>
            <p:nvPr/>
          </p:nvSpPr>
          <p:spPr>
            <a:xfrm>
              <a:off x="2714597" y="3072115"/>
              <a:ext cx="40878" cy="40878"/>
            </a:xfrm>
            <a:prstGeom prst="ellipse">
              <a:avLst/>
            </a:prstGeom>
            <a:solidFill>
              <a:srgbClr val="FFDBA8">
                <a:alpha val="21960"/>
              </a:srgbClr>
            </a:solidFill>
            <a:ln w="9000" cap="rnd">
              <a:solidFill>
                <a:srgbClr val="FFDBA8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pt1194"/>
            <p:cNvSpPr/>
            <p:nvPr/>
          </p:nvSpPr>
          <p:spPr>
            <a:xfrm>
              <a:off x="2716657" y="3217348"/>
              <a:ext cx="50617" cy="50617"/>
            </a:xfrm>
            <a:prstGeom prst="ellipse">
              <a:avLst/>
            </a:prstGeom>
            <a:solidFill>
              <a:srgbClr val="FFDFB1">
                <a:alpha val="20392"/>
              </a:srgbClr>
            </a:solidFill>
            <a:ln w="9000" cap="rnd">
              <a:solidFill>
                <a:srgbClr val="FFDFB1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pt1195"/>
            <p:cNvSpPr/>
            <p:nvPr/>
          </p:nvSpPr>
          <p:spPr>
            <a:xfrm>
              <a:off x="2722957" y="3361547"/>
              <a:ext cx="51666" cy="51666"/>
            </a:xfrm>
            <a:prstGeom prst="ellipse">
              <a:avLst/>
            </a:prstGeom>
            <a:solidFill>
              <a:srgbClr val="FFD396">
                <a:alpha val="24313"/>
              </a:srgbClr>
            </a:solidFill>
            <a:ln w="9000" cap="rnd">
              <a:solidFill>
                <a:srgbClr val="FFD396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pt1196"/>
            <p:cNvSpPr/>
            <p:nvPr/>
          </p:nvSpPr>
          <p:spPr>
            <a:xfrm>
              <a:off x="2723713" y="3112097"/>
              <a:ext cx="50154" cy="50154"/>
            </a:xfrm>
            <a:prstGeom prst="ellipse">
              <a:avLst/>
            </a:prstGeom>
            <a:solidFill>
              <a:srgbClr val="FFD79F">
                <a:alpha val="23137"/>
              </a:srgbClr>
            </a:solidFill>
            <a:ln w="9000" cap="rnd">
              <a:solidFill>
                <a:srgbClr val="FFD79F">
                  <a:alpha val="2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pt1197"/>
            <p:cNvSpPr/>
            <p:nvPr/>
          </p:nvSpPr>
          <p:spPr>
            <a:xfrm>
              <a:off x="2719474" y="3473399"/>
              <a:ext cx="54083" cy="54083"/>
            </a:xfrm>
            <a:prstGeom prst="ellipse">
              <a:avLst/>
            </a:prstGeom>
            <a:solidFill>
              <a:srgbClr val="FFCC85">
                <a:alpha val="26666"/>
              </a:srgbClr>
            </a:solidFill>
            <a:ln w="9000" cap="rnd">
              <a:solidFill>
                <a:srgbClr val="FFCC85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pt1198"/>
            <p:cNvSpPr/>
            <p:nvPr/>
          </p:nvSpPr>
          <p:spPr>
            <a:xfrm>
              <a:off x="2749475" y="3162583"/>
              <a:ext cx="35227" cy="35227"/>
            </a:xfrm>
            <a:prstGeom prst="ellipse">
              <a:avLst/>
            </a:prstGeom>
            <a:solidFill>
              <a:srgbClr val="FFEED6">
                <a:alpha val="15686"/>
              </a:srgbClr>
            </a:solidFill>
            <a:ln w="9000" cap="rnd">
              <a:solidFill>
                <a:srgbClr val="FFEED6">
                  <a:alpha val="1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pt1199"/>
            <p:cNvSpPr/>
            <p:nvPr/>
          </p:nvSpPr>
          <p:spPr>
            <a:xfrm>
              <a:off x="2719916" y="2757271"/>
              <a:ext cx="57747" cy="57747"/>
            </a:xfrm>
            <a:prstGeom prst="ellipse">
              <a:avLst/>
            </a:prstGeom>
            <a:solidFill>
              <a:srgbClr val="FFC26A">
                <a:alpha val="30196"/>
              </a:srgbClr>
            </a:solidFill>
            <a:ln w="9000" cap="rnd">
              <a:solidFill>
                <a:srgbClr val="FFC26A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pt1200"/>
            <p:cNvSpPr/>
            <p:nvPr/>
          </p:nvSpPr>
          <p:spPr>
            <a:xfrm>
              <a:off x="2741683" y="3174726"/>
              <a:ext cx="49208" cy="49208"/>
            </a:xfrm>
            <a:prstGeom prst="ellipse">
              <a:avLst/>
            </a:prstGeom>
            <a:solidFill>
              <a:srgbClr val="FFD394">
                <a:alpha val="24313"/>
              </a:srgbClr>
            </a:solidFill>
            <a:ln w="9000" cap="rnd">
              <a:solidFill>
                <a:srgbClr val="FFD394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pt1201"/>
            <p:cNvSpPr/>
            <p:nvPr/>
          </p:nvSpPr>
          <p:spPr>
            <a:xfrm>
              <a:off x="2695054" y="2673463"/>
              <a:ext cx="58436" cy="58436"/>
            </a:xfrm>
            <a:prstGeom prst="ellipse">
              <a:avLst/>
            </a:prstGeom>
            <a:solidFill>
              <a:srgbClr val="FF8E00">
                <a:alpha val="46666"/>
              </a:srgbClr>
            </a:solidFill>
            <a:ln w="9000" cap="rnd">
              <a:solidFill>
                <a:srgbClr val="FF8E00">
                  <a:alpha val="4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pt1202"/>
            <p:cNvSpPr/>
            <p:nvPr/>
          </p:nvSpPr>
          <p:spPr>
            <a:xfrm>
              <a:off x="2570788" y="3136528"/>
              <a:ext cx="144506" cy="144506"/>
            </a:xfrm>
            <a:prstGeom prst="ellipse">
              <a:avLst/>
            </a:prstGeom>
            <a:solidFill>
              <a:srgbClr val="FF9A00">
                <a:alpha val="43137"/>
              </a:srgbClr>
            </a:solidFill>
            <a:ln w="9000" cap="rnd">
              <a:solidFill>
                <a:srgbClr val="FF9A00">
                  <a:alpha val="4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pt1203"/>
            <p:cNvSpPr/>
            <p:nvPr/>
          </p:nvSpPr>
          <p:spPr>
            <a:xfrm>
              <a:off x="2741465" y="3156170"/>
              <a:ext cx="51248" cy="51248"/>
            </a:xfrm>
            <a:prstGeom prst="ellipse">
              <a:avLst/>
            </a:prstGeom>
            <a:solidFill>
              <a:srgbClr val="FFCD86">
                <a:alpha val="26666"/>
              </a:srgbClr>
            </a:solidFill>
            <a:ln w="9000" cap="rnd">
              <a:solidFill>
                <a:srgbClr val="FFCD86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pt1204"/>
            <p:cNvSpPr/>
            <p:nvPr/>
          </p:nvSpPr>
          <p:spPr>
            <a:xfrm>
              <a:off x="2723366" y="3340819"/>
              <a:ext cx="61557" cy="61557"/>
            </a:xfrm>
            <a:prstGeom prst="ellipse">
              <a:avLst/>
            </a:prstGeom>
            <a:solidFill>
              <a:srgbClr val="FFB74D">
                <a:alpha val="33725"/>
              </a:srgbClr>
            </a:solidFill>
            <a:ln w="9000" cap="rnd">
              <a:solidFill>
                <a:srgbClr val="FFB74D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pt1205"/>
            <p:cNvSpPr/>
            <p:nvPr/>
          </p:nvSpPr>
          <p:spPr>
            <a:xfrm>
              <a:off x="2711868" y="3053489"/>
              <a:ext cx="69294" cy="69294"/>
            </a:xfrm>
            <a:prstGeom prst="ellipse">
              <a:avLst/>
            </a:prstGeom>
            <a:solidFill>
              <a:srgbClr val="FFBC5C">
                <a:alpha val="32156"/>
              </a:srgbClr>
            </a:solidFill>
            <a:ln w="9000" cap="rnd">
              <a:solidFill>
                <a:srgbClr val="FFBC5C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pt1206"/>
            <p:cNvSpPr/>
            <p:nvPr/>
          </p:nvSpPr>
          <p:spPr>
            <a:xfrm>
              <a:off x="2752961" y="3140059"/>
              <a:ext cx="45334" cy="45334"/>
            </a:xfrm>
            <a:prstGeom prst="ellipse">
              <a:avLst/>
            </a:prstGeom>
            <a:solidFill>
              <a:srgbClr val="FFE2BA">
                <a:alpha val="19215"/>
              </a:srgbClr>
            </a:solidFill>
            <a:ln w="9000" cap="rnd">
              <a:solidFill>
                <a:srgbClr val="FFE2BA">
                  <a:alpha val="1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pt1207"/>
            <p:cNvSpPr/>
            <p:nvPr/>
          </p:nvSpPr>
          <p:spPr>
            <a:xfrm>
              <a:off x="2563452" y="3142547"/>
              <a:ext cx="68896" cy="68896"/>
            </a:xfrm>
            <a:prstGeom prst="ellipse">
              <a:avLst/>
            </a:prstGeom>
            <a:solidFill>
              <a:srgbClr val="FFAD2E">
                <a:alpha val="37254"/>
              </a:srgbClr>
            </a:solidFill>
            <a:ln w="9000" cap="rnd">
              <a:solidFill>
                <a:srgbClr val="FFAD2E">
                  <a:alpha val="3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pt1208"/>
            <p:cNvSpPr/>
            <p:nvPr/>
          </p:nvSpPr>
          <p:spPr>
            <a:xfrm>
              <a:off x="2706564" y="3383578"/>
              <a:ext cx="61634" cy="61634"/>
            </a:xfrm>
            <a:prstGeom prst="ellipse">
              <a:avLst/>
            </a:prstGeom>
            <a:solidFill>
              <a:srgbClr val="FFB64A">
                <a:alpha val="34117"/>
              </a:srgbClr>
            </a:solidFill>
            <a:ln w="9000" cap="rnd">
              <a:solidFill>
                <a:srgbClr val="FFB64A">
                  <a:alpha val="3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pt1209"/>
            <p:cNvSpPr/>
            <p:nvPr/>
          </p:nvSpPr>
          <p:spPr>
            <a:xfrm>
              <a:off x="2724833" y="3249876"/>
              <a:ext cx="58622" cy="58622"/>
            </a:xfrm>
            <a:prstGeom prst="ellipse">
              <a:avLst/>
            </a:prstGeom>
            <a:solidFill>
              <a:srgbClr val="FFA200">
                <a:alpha val="41176"/>
              </a:srgbClr>
            </a:solidFill>
            <a:ln w="9000" cap="rnd">
              <a:solidFill>
                <a:srgbClr val="FFA200">
                  <a:alpha val="4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pt1210"/>
            <p:cNvSpPr/>
            <p:nvPr/>
          </p:nvSpPr>
          <p:spPr>
            <a:xfrm>
              <a:off x="2728516" y="2720961"/>
              <a:ext cx="60285" cy="60285"/>
            </a:xfrm>
            <a:prstGeom prst="ellipse">
              <a:avLst/>
            </a:prstGeom>
            <a:solidFill>
              <a:srgbClr val="FFB851">
                <a:alpha val="33333"/>
              </a:srgbClr>
            </a:solidFill>
            <a:ln w="9000" cap="rnd">
              <a:solidFill>
                <a:srgbClr val="FFB851">
                  <a:alpha val="3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pt1211"/>
            <p:cNvSpPr/>
            <p:nvPr/>
          </p:nvSpPr>
          <p:spPr>
            <a:xfrm>
              <a:off x="2352923" y="3156108"/>
              <a:ext cx="67868" cy="67868"/>
            </a:xfrm>
            <a:prstGeom prst="ellipse">
              <a:avLst/>
            </a:prstGeom>
            <a:solidFill>
              <a:srgbClr val="FF0000">
                <a:alpha val="74509"/>
              </a:srgbClr>
            </a:solidFill>
            <a:ln w="9000" cap="rnd">
              <a:solidFill>
                <a:srgbClr val="FF0000">
                  <a:alpha val="7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pt1212"/>
            <p:cNvSpPr/>
            <p:nvPr/>
          </p:nvSpPr>
          <p:spPr>
            <a:xfrm>
              <a:off x="2582347" y="3183153"/>
              <a:ext cx="140494" cy="140494"/>
            </a:xfrm>
            <a:prstGeom prst="ellipse">
              <a:avLst/>
            </a:prstGeom>
            <a:solidFill>
              <a:srgbClr val="FF7200">
                <a:alpha val="54117"/>
              </a:srgbClr>
            </a:solidFill>
            <a:ln w="9000" cap="rnd">
              <a:solidFill>
                <a:srgbClr val="FF7200">
                  <a:alpha val="5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pt1213"/>
            <p:cNvSpPr/>
            <p:nvPr/>
          </p:nvSpPr>
          <p:spPr>
            <a:xfrm>
              <a:off x="2771470" y="3207676"/>
              <a:ext cx="34283" cy="34283"/>
            </a:xfrm>
            <a:prstGeom prst="ellipse">
              <a:avLst/>
            </a:prstGeom>
            <a:solidFill>
              <a:srgbClr val="FFE5C0">
                <a:alpha val="18431"/>
              </a:srgbClr>
            </a:solidFill>
            <a:ln w="9000" cap="rnd">
              <a:solidFill>
                <a:srgbClr val="FFE5C0">
                  <a:alpha val="1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pt1214"/>
            <p:cNvSpPr/>
            <p:nvPr/>
          </p:nvSpPr>
          <p:spPr>
            <a:xfrm>
              <a:off x="2739685" y="2687843"/>
              <a:ext cx="56439" cy="56439"/>
            </a:xfrm>
            <a:prstGeom prst="ellipse">
              <a:avLst/>
            </a:prstGeom>
            <a:solidFill>
              <a:srgbClr val="FFB341">
                <a:alpha val="35294"/>
              </a:srgbClr>
            </a:solidFill>
            <a:ln w="9000" cap="rnd">
              <a:solidFill>
                <a:srgbClr val="FFB341">
                  <a:alpha val="3529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pt1215"/>
            <p:cNvSpPr/>
            <p:nvPr/>
          </p:nvSpPr>
          <p:spPr>
            <a:xfrm>
              <a:off x="2727294" y="2720538"/>
              <a:ext cx="62729" cy="62729"/>
            </a:xfrm>
            <a:prstGeom prst="ellipse">
              <a:avLst/>
            </a:prstGeom>
            <a:solidFill>
              <a:srgbClr val="FFAE33">
                <a:alpha val="36862"/>
              </a:srgbClr>
            </a:solidFill>
            <a:ln w="9000" cap="rnd">
              <a:solidFill>
                <a:srgbClr val="FFAE33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pt1216"/>
            <p:cNvSpPr/>
            <p:nvPr/>
          </p:nvSpPr>
          <p:spPr>
            <a:xfrm>
              <a:off x="2757980" y="2617565"/>
              <a:ext cx="53640" cy="53640"/>
            </a:xfrm>
            <a:prstGeom prst="ellipse">
              <a:avLst/>
            </a:prstGeom>
            <a:solidFill>
              <a:srgbClr val="FFD498">
                <a:alpha val="23921"/>
              </a:srgbClr>
            </a:solidFill>
            <a:ln w="9000" cap="rnd">
              <a:solidFill>
                <a:srgbClr val="FFD498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pt1217"/>
            <p:cNvSpPr/>
            <p:nvPr/>
          </p:nvSpPr>
          <p:spPr>
            <a:xfrm>
              <a:off x="2748995" y="2654390"/>
              <a:ext cx="53265" cy="53265"/>
            </a:xfrm>
            <a:prstGeom prst="ellipse">
              <a:avLst/>
            </a:prstGeom>
            <a:solidFill>
              <a:srgbClr val="FFAF35">
                <a:alpha val="36470"/>
              </a:srgbClr>
            </a:solidFill>
            <a:ln w="9000" cap="rnd">
              <a:solidFill>
                <a:srgbClr val="FFAF35">
                  <a:alpha val="3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pt1218"/>
            <p:cNvSpPr/>
            <p:nvPr/>
          </p:nvSpPr>
          <p:spPr>
            <a:xfrm>
              <a:off x="2759836" y="3196828"/>
              <a:ext cx="59174" cy="59174"/>
            </a:xfrm>
            <a:prstGeom prst="ellipse">
              <a:avLst/>
            </a:prstGeom>
            <a:solidFill>
              <a:srgbClr val="FFC776">
                <a:alpha val="28627"/>
              </a:srgbClr>
            </a:solidFill>
            <a:ln w="9000" cap="rnd">
              <a:solidFill>
                <a:srgbClr val="FFC776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pt1219"/>
            <p:cNvSpPr/>
            <p:nvPr/>
          </p:nvSpPr>
          <p:spPr>
            <a:xfrm>
              <a:off x="2655699" y="3182128"/>
              <a:ext cx="66855" cy="66855"/>
            </a:xfrm>
            <a:prstGeom prst="ellipse">
              <a:avLst/>
            </a:prstGeom>
            <a:solidFill>
              <a:srgbClr val="FF6700">
                <a:alpha val="56862"/>
              </a:srgbClr>
            </a:solidFill>
            <a:ln w="9000" cap="rnd">
              <a:solidFill>
                <a:srgbClr val="FF6700">
                  <a:alpha val="5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pt1220"/>
            <p:cNvSpPr/>
            <p:nvPr/>
          </p:nvSpPr>
          <p:spPr>
            <a:xfrm>
              <a:off x="2766576" y="2941040"/>
              <a:ext cx="51768" cy="51768"/>
            </a:xfrm>
            <a:prstGeom prst="ellipse">
              <a:avLst/>
            </a:prstGeom>
            <a:solidFill>
              <a:srgbClr val="FFBD5D">
                <a:alpha val="31764"/>
              </a:srgbClr>
            </a:solidFill>
            <a:ln w="9000" cap="rnd">
              <a:solidFill>
                <a:srgbClr val="FFBD5D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pt1221"/>
            <p:cNvSpPr/>
            <p:nvPr/>
          </p:nvSpPr>
          <p:spPr>
            <a:xfrm>
              <a:off x="2787982" y="3343587"/>
              <a:ext cx="36603" cy="36603"/>
            </a:xfrm>
            <a:prstGeom prst="ellipse">
              <a:avLst/>
            </a:prstGeom>
            <a:solidFill>
              <a:srgbClr val="FFF6E9">
                <a:alpha val="12941"/>
              </a:srgbClr>
            </a:solidFill>
            <a:ln w="9000" cap="rnd">
              <a:solidFill>
                <a:srgbClr val="FFF6E9">
                  <a:alpha val="1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pt1222"/>
            <p:cNvSpPr/>
            <p:nvPr/>
          </p:nvSpPr>
          <p:spPr>
            <a:xfrm>
              <a:off x="2360548" y="3150845"/>
              <a:ext cx="65636" cy="65636"/>
            </a:xfrm>
            <a:prstGeom prst="ellipse">
              <a:avLst/>
            </a:prstGeom>
            <a:solidFill>
              <a:srgbClr val="FF0000">
                <a:alpha val="81568"/>
              </a:srgbClr>
            </a:solidFill>
            <a:ln w="9000" cap="rnd">
              <a:solidFill>
                <a:srgbClr val="FF0000">
                  <a:alpha val="8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pt1223"/>
            <p:cNvSpPr/>
            <p:nvPr/>
          </p:nvSpPr>
          <p:spPr>
            <a:xfrm>
              <a:off x="2757958" y="2963444"/>
              <a:ext cx="53683" cy="53683"/>
            </a:xfrm>
            <a:prstGeom prst="ellipse">
              <a:avLst/>
            </a:prstGeom>
            <a:solidFill>
              <a:srgbClr val="FFCB81">
                <a:alpha val="27058"/>
              </a:srgbClr>
            </a:solidFill>
            <a:ln w="9000" cap="rnd">
              <a:solidFill>
                <a:srgbClr val="FFCB81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pt1224"/>
            <p:cNvSpPr/>
            <p:nvPr/>
          </p:nvSpPr>
          <p:spPr>
            <a:xfrm>
              <a:off x="2748995" y="2653592"/>
              <a:ext cx="53265" cy="53265"/>
            </a:xfrm>
            <a:prstGeom prst="ellipse">
              <a:avLst/>
            </a:prstGeom>
            <a:solidFill>
              <a:srgbClr val="FFC168">
                <a:alpha val="30588"/>
              </a:srgbClr>
            </a:solidFill>
            <a:ln w="9000" cap="rnd">
              <a:solidFill>
                <a:srgbClr val="FFC168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pt1225"/>
            <p:cNvSpPr/>
            <p:nvPr/>
          </p:nvSpPr>
          <p:spPr>
            <a:xfrm>
              <a:off x="2757016" y="2618198"/>
              <a:ext cx="55567" cy="55567"/>
            </a:xfrm>
            <a:prstGeom prst="ellipse">
              <a:avLst/>
            </a:prstGeom>
            <a:solidFill>
              <a:srgbClr val="FFAC2C">
                <a:alpha val="37647"/>
              </a:srgbClr>
            </a:solidFill>
            <a:ln w="9000" cap="rnd">
              <a:solidFill>
                <a:srgbClr val="FFAC2C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pt1226"/>
            <p:cNvSpPr/>
            <p:nvPr/>
          </p:nvSpPr>
          <p:spPr>
            <a:xfrm>
              <a:off x="2785880" y="2478724"/>
              <a:ext cx="42355" cy="42355"/>
            </a:xfrm>
            <a:prstGeom prst="ellipse">
              <a:avLst/>
            </a:prstGeom>
            <a:solidFill>
              <a:srgbClr val="FFCB81">
                <a:alpha val="27058"/>
              </a:srgbClr>
            </a:solidFill>
            <a:ln w="9000" cap="rnd">
              <a:solidFill>
                <a:srgbClr val="FFCB81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pt1227"/>
            <p:cNvSpPr/>
            <p:nvPr/>
          </p:nvSpPr>
          <p:spPr>
            <a:xfrm>
              <a:off x="2771787" y="3328989"/>
              <a:ext cx="68993" cy="68993"/>
            </a:xfrm>
            <a:prstGeom prst="ellipse">
              <a:avLst/>
            </a:prstGeom>
            <a:solidFill>
              <a:srgbClr val="FFC97C">
                <a:alpha val="27843"/>
              </a:srgbClr>
            </a:solidFill>
            <a:ln w="9000" cap="rnd">
              <a:solidFill>
                <a:srgbClr val="FFC97C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pt1228"/>
            <p:cNvSpPr/>
            <p:nvPr/>
          </p:nvSpPr>
          <p:spPr>
            <a:xfrm>
              <a:off x="2765846" y="2939778"/>
              <a:ext cx="53230" cy="53230"/>
            </a:xfrm>
            <a:prstGeom prst="ellipse">
              <a:avLst/>
            </a:prstGeom>
            <a:solidFill>
              <a:srgbClr val="FFC676">
                <a:alpha val="28627"/>
              </a:srgbClr>
            </a:solidFill>
            <a:ln w="9000" cap="rnd">
              <a:solidFill>
                <a:srgbClr val="FFC676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pt1229"/>
            <p:cNvSpPr/>
            <p:nvPr/>
          </p:nvSpPr>
          <p:spPr>
            <a:xfrm>
              <a:off x="2737154" y="2686111"/>
              <a:ext cx="61501" cy="61501"/>
            </a:xfrm>
            <a:prstGeom prst="ellipse">
              <a:avLst/>
            </a:prstGeom>
            <a:solidFill>
              <a:srgbClr val="FFA60A">
                <a:alpha val="39607"/>
              </a:srgbClr>
            </a:solidFill>
            <a:ln w="9000" cap="rnd">
              <a:solidFill>
                <a:srgbClr val="FFA60A">
                  <a:alpha val="3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pt1230"/>
            <p:cNvSpPr/>
            <p:nvPr/>
          </p:nvSpPr>
          <p:spPr>
            <a:xfrm>
              <a:off x="2781158" y="2472407"/>
              <a:ext cx="51798" cy="51798"/>
            </a:xfrm>
            <a:prstGeom prst="ellipse">
              <a:avLst/>
            </a:prstGeom>
            <a:solidFill>
              <a:srgbClr val="FFD498">
                <a:alpha val="23921"/>
              </a:srgbClr>
            </a:solidFill>
            <a:ln w="9000" cap="rnd">
              <a:solidFill>
                <a:srgbClr val="FFD498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pt1231"/>
            <p:cNvSpPr/>
            <p:nvPr/>
          </p:nvSpPr>
          <p:spPr>
            <a:xfrm>
              <a:off x="2784411" y="2895122"/>
              <a:ext cx="46972" cy="46972"/>
            </a:xfrm>
            <a:prstGeom prst="ellipse">
              <a:avLst/>
            </a:prstGeom>
            <a:solidFill>
              <a:srgbClr val="FFEED6">
                <a:alpha val="15686"/>
              </a:srgbClr>
            </a:solidFill>
            <a:ln w="9000" cap="rnd">
              <a:solidFill>
                <a:srgbClr val="FFEED6">
                  <a:alpha val="1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pt1232"/>
            <p:cNvSpPr/>
            <p:nvPr/>
          </p:nvSpPr>
          <p:spPr>
            <a:xfrm>
              <a:off x="2781431" y="2703162"/>
              <a:ext cx="49706" cy="49706"/>
            </a:xfrm>
            <a:prstGeom prst="ellipse">
              <a:avLst/>
            </a:prstGeom>
            <a:solidFill>
              <a:srgbClr val="FFBD5F">
                <a:alpha val="31764"/>
              </a:srgbClr>
            </a:solidFill>
            <a:ln w="9000" cap="rnd">
              <a:solidFill>
                <a:srgbClr val="FFBD5F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pt1233"/>
            <p:cNvSpPr/>
            <p:nvPr/>
          </p:nvSpPr>
          <p:spPr>
            <a:xfrm>
              <a:off x="2771619" y="2915391"/>
              <a:ext cx="54218" cy="54218"/>
            </a:xfrm>
            <a:prstGeom prst="ellipse">
              <a:avLst/>
            </a:prstGeom>
            <a:solidFill>
              <a:srgbClr val="FFD497">
                <a:alpha val="23921"/>
              </a:srgbClr>
            </a:solidFill>
            <a:ln w="9000" cap="rnd">
              <a:solidFill>
                <a:srgbClr val="FFD497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pt1234"/>
            <p:cNvSpPr/>
            <p:nvPr/>
          </p:nvSpPr>
          <p:spPr>
            <a:xfrm>
              <a:off x="2763777" y="2581459"/>
              <a:ext cx="57366" cy="57366"/>
            </a:xfrm>
            <a:prstGeom prst="ellipse">
              <a:avLst/>
            </a:prstGeom>
            <a:solidFill>
              <a:srgbClr val="FFB84F">
                <a:alpha val="33725"/>
              </a:srgbClr>
            </a:solidFill>
            <a:ln w="9000" cap="rnd">
              <a:solidFill>
                <a:srgbClr val="FFB84F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pt1235"/>
            <p:cNvSpPr/>
            <p:nvPr/>
          </p:nvSpPr>
          <p:spPr>
            <a:xfrm>
              <a:off x="2771857" y="2916694"/>
              <a:ext cx="53742" cy="53742"/>
            </a:xfrm>
            <a:prstGeom prst="ellipse">
              <a:avLst/>
            </a:prstGeom>
            <a:solidFill>
              <a:srgbClr val="FFB84F">
                <a:alpha val="33725"/>
              </a:srgbClr>
            </a:solidFill>
            <a:ln w="9000" cap="rnd">
              <a:solidFill>
                <a:srgbClr val="FFB84F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pt1236"/>
            <p:cNvSpPr/>
            <p:nvPr/>
          </p:nvSpPr>
          <p:spPr>
            <a:xfrm>
              <a:off x="2746092" y="2652285"/>
              <a:ext cx="59071" cy="59071"/>
            </a:xfrm>
            <a:prstGeom prst="ellipse">
              <a:avLst/>
            </a:prstGeom>
            <a:solidFill>
              <a:srgbClr val="FFA400">
                <a:alpha val="40392"/>
              </a:srgbClr>
            </a:solidFill>
            <a:ln w="9000" cap="rnd">
              <a:solidFill>
                <a:srgbClr val="FFA400">
                  <a:alpha val="4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pt1237"/>
            <p:cNvSpPr/>
            <p:nvPr/>
          </p:nvSpPr>
          <p:spPr>
            <a:xfrm>
              <a:off x="2796161" y="2412567"/>
              <a:ext cx="51110" cy="51110"/>
            </a:xfrm>
            <a:prstGeom prst="ellipse">
              <a:avLst/>
            </a:prstGeom>
            <a:solidFill>
              <a:srgbClr val="FFD7A0">
                <a:alpha val="22745"/>
              </a:srgbClr>
            </a:solidFill>
            <a:ln w="9000" cap="rnd">
              <a:solidFill>
                <a:srgbClr val="FFD7A0">
                  <a:alpha val="2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pt1238"/>
            <p:cNvSpPr/>
            <p:nvPr/>
          </p:nvSpPr>
          <p:spPr>
            <a:xfrm>
              <a:off x="2791391" y="2741718"/>
              <a:ext cx="51623" cy="51623"/>
            </a:xfrm>
            <a:prstGeom prst="ellipse">
              <a:avLst/>
            </a:prstGeom>
            <a:solidFill>
              <a:srgbClr val="FFDDAD">
                <a:alpha val="21176"/>
              </a:srgbClr>
            </a:solidFill>
            <a:ln w="9000" cap="rnd">
              <a:solidFill>
                <a:srgbClr val="FFDDAD">
                  <a:alpha val="2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pt1239"/>
            <p:cNvSpPr/>
            <p:nvPr/>
          </p:nvSpPr>
          <p:spPr>
            <a:xfrm>
              <a:off x="2785603" y="2476511"/>
              <a:ext cx="55423" cy="55423"/>
            </a:xfrm>
            <a:prstGeom prst="ellipse">
              <a:avLst/>
            </a:prstGeom>
            <a:solidFill>
              <a:srgbClr val="FFC778">
                <a:alpha val="28235"/>
              </a:srgbClr>
            </a:solidFill>
            <a:ln w="9000" cap="rnd">
              <a:solidFill>
                <a:srgbClr val="FFC778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pt1240"/>
            <p:cNvSpPr/>
            <p:nvPr/>
          </p:nvSpPr>
          <p:spPr>
            <a:xfrm>
              <a:off x="2770703" y="2547077"/>
              <a:ext cx="56050" cy="56050"/>
            </a:xfrm>
            <a:prstGeom prst="ellipse">
              <a:avLst/>
            </a:prstGeom>
            <a:solidFill>
              <a:srgbClr val="FFB64C">
                <a:alpha val="34117"/>
              </a:srgbClr>
            </a:solidFill>
            <a:ln w="9000" cap="rnd">
              <a:solidFill>
                <a:srgbClr val="FFB64C">
                  <a:alpha val="3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pt1241"/>
            <p:cNvSpPr/>
            <p:nvPr/>
          </p:nvSpPr>
          <p:spPr>
            <a:xfrm>
              <a:off x="2779920" y="2511284"/>
              <a:ext cx="55955" cy="55955"/>
            </a:xfrm>
            <a:prstGeom prst="ellipse">
              <a:avLst/>
            </a:prstGeom>
            <a:solidFill>
              <a:srgbClr val="FFCA7E">
                <a:alpha val="27450"/>
              </a:srgbClr>
            </a:solidFill>
            <a:ln w="9000" cap="rnd">
              <a:solidFill>
                <a:srgbClr val="FFCA7E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pt1242"/>
            <p:cNvSpPr/>
            <p:nvPr/>
          </p:nvSpPr>
          <p:spPr>
            <a:xfrm>
              <a:off x="2784710" y="2445358"/>
              <a:ext cx="57209" cy="57209"/>
            </a:xfrm>
            <a:prstGeom prst="ellipse">
              <a:avLst/>
            </a:prstGeom>
            <a:solidFill>
              <a:srgbClr val="FFCD86">
                <a:alpha val="26274"/>
              </a:srgbClr>
            </a:solidFill>
            <a:ln w="9000" cap="rnd">
              <a:solidFill>
                <a:srgbClr val="FFCD86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pt1243"/>
            <p:cNvSpPr/>
            <p:nvPr/>
          </p:nvSpPr>
          <p:spPr>
            <a:xfrm>
              <a:off x="2765355" y="2583834"/>
              <a:ext cx="54211" cy="54211"/>
            </a:xfrm>
            <a:prstGeom prst="ellipse">
              <a:avLst/>
            </a:prstGeom>
            <a:solidFill>
              <a:srgbClr val="FFA817">
                <a:alpha val="39215"/>
              </a:srgbClr>
            </a:solidFill>
            <a:ln w="9000" cap="rnd">
              <a:solidFill>
                <a:srgbClr val="FFA817">
                  <a:alpha val="3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pt1244"/>
            <p:cNvSpPr/>
            <p:nvPr/>
          </p:nvSpPr>
          <p:spPr>
            <a:xfrm>
              <a:off x="2756660" y="2617866"/>
              <a:ext cx="57827" cy="57827"/>
            </a:xfrm>
            <a:prstGeom prst="ellipse">
              <a:avLst/>
            </a:prstGeom>
            <a:solidFill>
              <a:srgbClr val="FFA300">
                <a:alpha val="40784"/>
              </a:srgbClr>
            </a:solidFill>
            <a:ln w="9000" cap="rnd">
              <a:solidFill>
                <a:srgbClr val="FFA300">
                  <a:alpha val="4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pt1245"/>
            <p:cNvSpPr/>
            <p:nvPr/>
          </p:nvSpPr>
          <p:spPr>
            <a:xfrm>
              <a:off x="2779032" y="2511195"/>
              <a:ext cx="57729" cy="57729"/>
            </a:xfrm>
            <a:prstGeom prst="ellipse">
              <a:avLst/>
            </a:prstGeom>
            <a:solidFill>
              <a:srgbClr val="FFB446">
                <a:alpha val="34901"/>
              </a:srgbClr>
            </a:solidFill>
            <a:ln w="9000" cap="rnd">
              <a:solidFill>
                <a:srgbClr val="FFB446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pt1246"/>
            <p:cNvSpPr/>
            <p:nvPr/>
          </p:nvSpPr>
          <p:spPr>
            <a:xfrm>
              <a:off x="2805599" y="3089956"/>
              <a:ext cx="50503" cy="50503"/>
            </a:xfrm>
            <a:prstGeom prst="ellipse">
              <a:avLst/>
            </a:prstGeom>
            <a:solidFill>
              <a:srgbClr val="FFD292">
                <a:alpha val="24705"/>
              </a:srgbClr>
            </a:solidFill>
            <a:ln w="9000" cap="rnd">
              <a:solidFill>
                <a:srgbClr val="FFD292">
                  <a:alpha val="2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pt1247"/>
            <p:cNvSpPr/>
            <p:nvPr/>
          </p:nvSpPr>
          <p:spPr>
            <a:xfrm>
              <a:off x="2779678" y="2891985"/>
              <a:ext cx="56437" cy="56437"/>
            </a:xfrm>
            <a:prstGeom prst="ellipse">
              <a:avLst/>
            </a:prstGeom>
            <a:solidFill>
              <a:srgbClr val="FFB343">
                <a:alpha val="34901"/>
              </a:srgbClr>
            </a:solidFill>
            <a:ln w="9000" cap="rnd">
              <a:solidFill>
                <a:srgbClr val="FFB343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pt1248"/>
            <p:cNvSpPr/>
            <p:nvPr/>
          </p:nvSpPr>
          <p:spPr>
            <a:xfrm>
              <a:off x="2793337" y="2844039"/>
              <a:ext cx="56759" cy="56759"/>
            </a:xfrm>
            <a:prstGeom prst="ellipse">
              <a:avLst/>
            </a:prstGeom>
            <a:solidFill>
              <a:srgbClr val="FFC470">
                <a:alpha val="29411"/>
              </a:srgbClr>
            </a:solidFill>
            <a:ln w="9000" cap="rnd">
              <a:solidFill>
                <a:srgbClr val="FFC470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pt1249"/>
            <p:cNvSpPr/>
            <p:nvPr/>
          </p:nvSpPr>
          <p:spPr>
            <a:xfrm>
              <a:off x="2793095" y="2410300"/>
              <a:ext cx="57244" cy="57244"/>
            </a:xfrm>
            <a:prstGeom prst="ellipse">
              <a:avLst/>
            </a:prstGeom>
            <a:solidFill>
              <a:srgbClr val="FFD08D">
                <a:alpha val="25490"/>
              </a:srgbClr>
            </a:solidFill>
            <a:ln w="9000" cap="rnd">
              <a:solidFill>
                <a:srgbClr val="FFD08D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pt1250"/>
            <p:cNvSpPr/>
            <p:nvPr/>
          </p:nvSpPr>
          <p:spPr>
            <a:xfrm>
              <a:off x="2779447" y="2891221"/>
              <a:ext cx="56901" cy="56901"/>
            </a:xfrm>
            <a:prstGeom prst="ellipse">
              <a:avLst/>
            </a:prstGeom>
            <a:solidFill>
              <a:srgbClr val="FFB954">
                <a:alpha val="32941"/>
              </a:srgbClr>
            </a:solidFill>
            <a:ln w="9000" cap="rnd">
              <a:solidFill>
                <a:srgbClr val="FFB954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pt1251"/>
            <p:cNvSpPr/>
            <p:nvPr/>
          </p:nvSpPr>
          <p:spPr>
            <a:xfrm>
              <a:off x="2793564" y="2441827"/>
              <a:ext cx="56304" cy="56304"/>
            </a:xfrm>
            <a:prstGeom prst="ellipse">
              <a:avLst/>
            </a:prstGeom>
            <a:solidFill>
              <a:srgbClr val="FFB548">
                <a:alpha val="34509"/>
              </a:srgbClr>
            </a:solidFill>
            <a:ln w="9000" cap="rnd">
              <a:solidFill>
                <a:srgbClr val="FFB548">
                  <a:alpha val="3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pt1252"/>
            <p:cNvSpPr/>
            <p:nvPr/>
          </p:nvSpPr>
          <p:spPr>
            <a:xfrm>
              <a:off x="2806424" y="2796723"/>
              <a:ext cx="57946" cy="57946"/>
            </a:xfrm>
            <a:prstGeom prst="ellipse">
              <a:avLst/>
            </a:prstGeom>
            <a:solidFill>
              <a:srgbClr val="FFC26C">
                <a:alpha val="29803"/>
              </a:srgbClr>
            </a:solidFill>
            <a:ln w="9000" cap="rnd">
              <a:solidFill>
                <a:srgbClr val="FFC26C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pt1253"/>
            <p:cNvSpPr/>
            <p:nvPr/>
          </p:nvSpPr>
          <p:spPr>
            <a:xfrm>
              <a:off x="2800424" y="2374263"/>
              <a:ext cx="59235" cy="59235"/>
            </a:xfrm>
            <a:prstGeom prst="ellipse">
              <a:avLst/>
            </a:prstGeom>
            <a:solidFill>
              <a:srgbClr val="FFD293">
                <a:alpha val="24705"/>
              </a:srgbClr>
            </a:solidFill>
            <a:ln w="9000" cap="rnd">
              <a:solidFill>
                <a:srgbClr val="FFD293">
                  <a:alpha val="2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pt1254"/>
            <p:cNvSpPr/>
            <p:nvPr/>
          </p:nvSpPr>
          <p:spPr>
            <a:xfrm>
              <a:off x="2784708" y="2867704"/>
              <a:ext cx="57213" cy="57213"/>
            </a:xfrm>
            <a:prstGeom prst="ellipse">
              <a:avLst/>
            </a:prstGeom>
            <a:solidFill>
              <a:srgbClr val="FFB446">
                <a:alpha val="34901"/>
              </a:srgbClr>
            </a:solidFill>
            <a:ln w="9000" cap="rnd">
              <a:solidFill>
                <a:srgbClr val="FFB446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pt1255"/>
            <p:cNvSpPr/>
            <p:nvPr/>
          </p:nvSpPr>
          <p:spPr>
            <a:xfrm>
              <a:off x="2769191" y="2547161"/>
              <a:ext cx="59075" cy="59075"/>
            </a:xfrm>
            <a:prstGeom prst="ellipse">
              <a:avLst/>
            </a:prstGeom>
            <a:solidFill>
              <a:srgbClr val="FF9D00">
                <a:alpha val="42352"/>
              </a:srgbClr>
            </a:solidFill>
            <a:ln w="9000" cap="rnd">
              <a:solidFill>
                <a:srgbClr val="FF9D00">
                  <a:alpha val="4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pt1256"/>
            <p:cNvSpPr/>
            <p:nvPr/>
          </p:nvSpPr>
          <p:spPr>
            <a:xfrm>
              <a:off x="2789746" y="2628238"/>
              <a:ext cx="59391" cy="59391"/>
            </a:xfrm>
            <a:prstGeom prst="ellipse">
              <a:avLst/>
            </a:prstGeom>
            <a:solidFill>
              <a:srgbClr val="FFC26A">
                <a:alpha val="30196"/>
              </a:srgbClr>
            </a:solidFill>
            <a:ln w="9000" cap="rnd">
              <a:solidFill>
                <a:srgbClr val="FFC26A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pt1257"/>
            <p:cNvSpPr/>
            <p:nvPr/>
          </p:nvSpPr>
          <p:spPr>
            <a:xfrm>
              <a:off x="2779032" y="2511993"/>
              <a:ext cx="57729" cy="57729"/>
            </a:xfrm>
            <a:prstGeom prst="ellipse">
              <a:avLst/>
            </a:prstGeom>
            <a:solidFill>
              <a:srgbClr val="FFA400">
                <a:alpha val="40392"/>
              </a:srgbClr>
            </a:solidFill>
            <a:ln w="9000" cap="rnd">
              <a:solidFill>
                <a:srgbClr val="FFA400">
                  <a:alpha val="4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pt1258"/>
            <p:cNvSpPr/>
            <p:nvPr/>
          </p:nvSpPr>
          <p:spPr>
            <a:xfrm>
              <a:off x="2810647" y="2561506"/>
              <a:ext cx="49499" cy="49499"/>
            </a:xfrm>
            <a:prstGeom prst="ellipse">
              <a:avLst/>
            </a:prstGeom>
            <a:solidFill>
              <a:srgbClr val="FFE4BF">
                <a:alpha val="18431"/>
              </a:srgbClr>
            </a:solidFill>
            <a:ln w="9000" cap="rnd">
              <a:solidFill>
                <a:srgbClr val="FFE4BF">
                  <a:alpha val="1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pt1259"/>
            <p:cNvSpPr/>
            <p:nvPr/>
          </p:nvSpPr>
          <p:spPr>
            <a:xfrm>
              <a:off x="2784708" y="2476413"/>
              <a:ext cx="57213" cy="57213"/>
            </a:xfrm>
            <a:prstGeom prst="ellipse">
              <a:avLst/>
            </a:prstGeom>
            <a:solidFill>
              <a:srgbClr val="FFB240">
                <a:alpha val="35294"/>
              </a:srgbClr>
            </a:solidFill>
            <a:ln w="9000" cap="rnd">
              <a:solidFill>
                <a:srgbClr val="FFB240">
                  <a:alpha val="3529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pt1260"/>
            <p:cNvSpPr/>
            <p:nvPr/>
          </p:nvSpPr>
          <p:spPr>
            <a:xfrm>
              <a:off x="2784249" y="2867778"/>
              <a:ext cx="58131" cy="58131"/>
            </a:xfrm>
            <a:prstGeom prst="ellipse">
              <a:avLst/>
            </a:prstGeom>
            <a:solidFill>
              <a:srgbClr val="FFAD2F">
                <a:alpha val="37254"/>
              </a:srgbClr>
            </a:solidFill>
            <a:ln w="9000" cap="rnd">
              <a:solidFill>
                <a:srgbClr val="FFAD2F">
                  <a:alpha val="3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pt1261"/>
            <p:cNvSpPr/>
            <p:nvPr/>
          </p:nvSpPr>
          <p:spPr>
            <a:xfrm>
              <a:off x="2801049" y="2819533"/>
              <a:ext cx="57985" cy="57985"/>
            </a:xfrm>
            <a:prstGeom prst="ellipse">
              <a:avLst/>
            </a:prstGeom>
            <a:solidFill>
              <a:srgbClr val="FFDAA6">
                <a:alpha val="21960"/>
              </a:srgbClr>
            </a:solidFill>
            <a:ln w="9000" cap="rnd">
              <a:solidFill>
                <a:srgbClr val="FFDAA6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pt1262"/>
            <p:cNvSpPr/>
            <p:nvPr/>
          </p:nvSpPr>
          <p:spPr>
            <a:xfrm>
              <a:off x="2798603" y="2404929"/>
              <a:ext cx="58420" cy="58420"/>
            </a:xfrm>
            <a:prstGeom prst="ellipse">
              <a:avLst/>
            </a:prstGeom>
            <a:solidFill>
              <a:srgbClr val="FFCD86">
                <a:alpha val="26666"/>
              </a:srgbClr>
            </a:solidFill>
            <a:ln w="9000" cap="rnd">
              <a:solidFill>
                <a:srgbClr val="FFCD86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pt1263"/>
            <p:cNvSpPr/>
            <p:nvPr/>
          </p:nvSpPr>
          <p:spPr>
            <a:xfrm>
              <a:off x="2835347" y="3284679"/>
              <a:ext cx="36494" cy="36494"/>
            </a:xfrm>
            <a:prstGeom prst="ellipse">
              <a:avLst/>
            </a:prstGeom>
            <a:solidFill>
              <a:srgbClr val="FFE7C6">
                <a:alpha val="17647"/>
              </a:srgbClr>
            </a:solidFill>
            <a:ln w="9000" cap="rnd">
              <a:solidFill>
                <a:srgbClr val="FFE7C6">
                  <a:alpha val="1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pt1264"/>
            <p:cNvSpPr/>
            <p:nvPr/>
          </p:nvSpPr>
          <p:spPr>
            <a:xfrm>
              <a:off x="2675050" y="3123234"/>
              <a:ext cx="69937" cy="69937"/>
            </a:xfrm>
            <a:prstGeom prst="ellipse">
              <a:avLst/>
            </a:prstGeom>
            <a:solidFill>
              <a:srgbClr val="FF7000">
                <a:alpha val="54509"/>
              </a:srgbClr>
            </a:solidFill>
            <a:ln w="9000" cap="rnd">
              <a:solidFill>
                <a:srgbClr val="FF7000">
                  <a:alpha val="5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pt1265"/>
            <p:cNvSpPr/>
            <p:nvPr/>
          </p:nvSpPr>
          <p:spPr>
            <a:xfrm>
              <a:off x="2763537" y="2582815"/>
              <a:ext cx="57846" cy="57846"/>
            </a:xfrm>
            <a:prstGeom prst="ellipse">
              <a:avLst/>
            </a:prstGeom>
            <a:solidFill>
              <a:srgbClr val="FF9F00">
                <a:alpha val="41960"/>
              </a:srgbClr>
            </a:solidFill>
            <a:ln w="9000" cap="rnd">
              <a:solidFill>
                <a:srgbClr val="FF9F00">
                  <a:alpha val="4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pt1266"/>
            <p:cNvSpPr/>
            <p:nvPr/>
          </p:nvSpPr>
          <p:spPr>
            <a:xfrm>
              <a:off x="2792874" y="2440338"/>
              <a:ext cx="57686" cy="57686"/>
            </a:xfrm>
            <a:prstGeom prst="ellipse">
              <a:avLst/>
            </a:prstGeom>
            <a:solidFill>
              <a:srgbClr val="FFCB81">
                <a:alpha val="27058"/>
              </a:srgbClr>
            </a:solidFill>
            <a:ln w="9000" cap="rnd">
              <a:solidFill>
                <a:srgbClr val="FFCB81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pt1267"/>
            <p:cNvSpPr/>
            <p:nvPr/>
          </p:nvSpPr>
          <p:spPr>
            <a:xfrm>
              <a:off x="2770703" y="2547875"/>
              <a:ext cx="56050" cy="56050"/>
            </a:xfrm>
            <a:prstGeom prst="ellipse">
              <a:avLst/>
            </a:prstGeom>
            <a:solidFill>
              <a:srgbClr val="FFA60B">
                <a:alpha val="39607"/>
              </a:srgbClr>
            </a:solidFill>
            <a:ln w="9000" cap="rnd">
              <a:solidFill>
                <a:srgbClr val="FFA60B">
                  <a:alpha val="3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pt1268"/>
            <p:cNvSpPr/>
            <p:nvPr/>
          </p:nvSpPr>
          <p:spPr>
            <a:xfrm>
              <a:off x="2779032" y="2512792"/>
              <a:ext cx="57729" cy="57729"/>
            </a:xfrm>
            <a:prstGeom prst="ellipse">
              <a:avLst/>
            </a:prstGeom>
            <a:solidFill>
              <a:srgbClr val="FF9D00">
                <a:alpha val="42352"/>
              </a:srgbClr>
            </a:solidFill>
            <a:ln w="9000" cap="rnd">
              <a:solidFill>
                <a:srgbClr val="FF9D00">
                  <a:alpha val="4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pt1269"/>
            <p:cNvSpPr/>
            <p:nvPr/>
          </p:nvSpPr>
          <p:spPr>
            <a:xfrm>
              <a:off x="2806835" y="2370536"/>
              <a:ext cx="57123" cy="57123"/>
            </a:xfrm>
            <a:prstGeom prst="ellipse">
              <a:avLst/>
            </a:prstGeom>
            <a:solidFill>
              <a:srgbClr val="FFCF8C">
                <a:alpha val="25490"/>
              </a:srgbClr>
            </a:solidFill>
            <a:ln w="9000" cap="rnd">
              <a:solidFill>
                <a:srgbClr val="FFCF8C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pt1270"/>
            <p:cNvSpPr/>
            <p:nvPr/>
          </p:nvSpPr>
          <p:spPr>
            <a:xfrm>
              <a:off x="2792235" y="2844002"/>
              <a:ext cx="58963" cy="58963"/>
            </a:xfrm>
            <a:prstGeom prst="ellipse">
              <a:avLst/>
            </a:prstGeom>
            <a:solidFill>
              <a:srgbClr val="FFAE31">
                <a:alpha val="36862"/>
              </a:srgbClr>
            </a:solidFill>
            <a:ln w="9000" cap="rnd">
              <a:solidFill>
                <a:srgbClr val="FFAE31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pt1271"/>
            <p:cNvSpPr/>
            <p:nvPr/>
          </p:nvSpPr>
          <p:spPr>
            <a:xfrm>
              <a:off x="2836336" y="2236393"/>
              <a:ext cx="45085" cy="45085"/>
            </a:xfrm>
            <a:prstGeom prst="ellipse">
              <a:avLst/>
            </a:prstGeom>
            <a:solidFill>
              <a:srgbClr val="FFE4BD">
                <a:alpha val="18823"/>
              </a:srgbClr>
            </a:solidFill>
            <a:ln w="9000" cap="rnd">
              <a:solidFill>
                <a:srgbClr val="FFE4BD">
                  <a:alpha val="1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pt1272"/>
            <p:cNvSpPr/>
            <p:nvPr/>
          </p:nvSpPr>
          <p:spPr>
            <a:xfrm>
              <a:off x="2791627" y="2441485"/>
              <a:ext cx="60180" cy="60180"/>
            </a:xfrm>
            <a:prstGeom prst="ellipse">
              <a:avLst/>
            </a:prstGeom>
            <a:solidFill>
              <a:srgbClr val="FFA100">
                <a:alpha val="41176"/>
              </a:srgbClr>
            </a:solidFill>
            <a:ln w="9000" cap="rnd">
              <a:solidFill>
                <a:srgbClr val="FFA100">
                  <a:alpha val="4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pt1273"/>
            <p:cNvSpPr/>
            <p:nvPr/>
          </p:nvSpPr>
          <p:spPr>
            <a:xfrm>
              <a:off x="2820326" y="2300264"/>
              <a:ext cx="57508" cy="57508"/>
            </a:xfrm>
            <a:prstGeom prst="ellipse">
              <a:avLst/>
            </a:prstGeom>
            <a:solidFill>
              <a:srgbClr val="FFD396">
                <a:alpha val="24313"/>
              </a:srgbClr>
            </a:solidFill>
            <a:ln w="9000" cap="rnd">
              <a:solidFill>
                <a:srgbClr val="FFD396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pt1274"/>
            <p:cNvSpPr/>
            <p:nvPr/>
          </p:nvSpPr>
          <p:spPr>
            <a:xfrm>
              <a:off x="2805578" y="2370876"/>
              <a:ext cx="59637" cy="59637"/>
            </a:xfrm>
            <a:prstGeom prst="ellipse">
              <a:avLst/>
            </a:prstGeom>
            <a:solidFill>
              <a:srgbClr val="FFAC29">
                <a:alpha val="37647"/>
              </a:srgbClr>
            </a:solidFill>
            <a:ln w="9000" cap="rnd">
              <a:solidFill>
                <a:srgbClr val="FFAC29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pt1275"/>
            <p:cNvSpPr/>
            <p:nvPr/>
          </p:nvSpPr>
          <p:spPr>
            <a:xfrm>
              <a:off x="2806198" y="2370698"/>
              <a:ext cx="58397" cy="58397"/>
            </a:xfrm>
            <a:prstGeom prst="ellipse">
              <a:avLst/>
            </a:prstGeom>
            <a:solidFill>
              <a:srgbClr val="FFB953">
                <a:alpha val="32941"/>
              </a:srgbClr>
            </a:solidFill>
            <a:ln w="9000" cap="rnd">
              <a:solidFill>
                <a:srgbClr val="FFB953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pt1276"/>
            <p:cNvSpPr/>
            <p:nvPr/>
          </p:nvSpPr>
          <p:spPr>
            <a:xfrm>
              <a:off x="2807375" y="3115233"/>
              <a:ext cx="60529" cy="60529"/>
            </a:xfrm>
            <a:prstGeom prst="ellipse">
              <a:avLst/>
            </a:prstGeom>
            <a:solidFill>
              <a:srgbClr val="FFAF36">
                <a:alpha val="36470"/>
              </a:srgbClr>
            </a:solidFill>
            <a:ln w="9000" cap="rnd">
              <a:solidFill>
                <a:srgbClr val="FFAF36">
                  <a:alpha val="3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pt1277"/>
            <p:cNvSpPr/>
            <p:nvPr/>
          </p:nvSpPr>
          <p:spPr>
            <a:xfrm>
              <a:off x="2819686" y="2300422"/>
              <a:ext cx="58788" cy="58788"/>
            </a:xfrm>
            <a:prstGeom prst="ellipse">
              <a:avLst/>
            </a:prstGeom>
            <a:solidFill>
              <a:srgbClr val="FFBF64">
                <a:alpha val="30980"/>
              </a:srgbClr>
            </a:solidFill>
            <a:ln w="9000" cap="rnd">
              <a:solidFill>
                <a:srgbClr val="FFBF64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pt1278"/>
            <p:cNvSpPr/>
            <p:nvPr/>
          </p:nvSpPr>
          <p:spPr>
            <a:xfrm>
              <a:off x="2816369" y="3442912"/>
              <a:ext cx="60887" cy="60887"/>
            </a:xfrm>
            <a:prstGeom prst="ellipse">
              <a:avLst/>
            </a:prstGeom>
            <a:solidFill>
              <a:srgbClr val="FFC16A">
                <a:alpha val="30196"/>
              </a:srgbClr>
            </a:solidFill>
            <a:ln w="9000" cap="rnd">
              <a:solidFill>
                <a:srgbClr val="FFC16A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pt1279"/>
            <p:cNvSpPr/>
            <p:nvPr/>
          </p:nvSpPr>
          <p:spPr>
            <a:xfrm>
              <a:off x="2806835" y="2797668"/>
              <a:ext cx="57123" cy="57123"/>
            </a:xfrm>
            <a:prstGeom prst="ellipse">
              <a:avLst/>
            </a:prstGeom>
            <a:solidFill>
              <a:srgbClr val="FFB341">
                <a:alpha val="35294"/>
              </a:srgbClr>
            </a:solidFill>
            <a:ln w="9000" cap="rnd">
              <a:solidFill>
                <a:srgbClr val="FFB341">
                  <a:alpha val="3529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pt1280"/>
            <p:cNvSpPr/>
            <p:nvPr/>
          </p:nvSpPr>
          <p:spPr>
            <a:xfrm>
              <a:off x="2809907" y="2771248"/>
              <a:ext cx="63241" cy="63241"/>
            </a:xfrm>
            <a:prstGeom prst="ellipse">
              <a:avLst/>
            </a:prstGeom>
            <a:solidFill>
              <a:srgbClr val="FFB13B">
                <a:alpha val="36078"/>
              </a:srgbClr>
            </a:solidFill>
            <a:ln w="9000" cap="rnd">
              <a:solidFill>
                <a:srgbClr val="FFB13B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pt1281"/>
            <p:cNvSpPr/>
            <p:nvPr/>
          </p:nvSpPr>
          <p:spPr>
            <a:xfrm>
              <a:off x="2812767" y="2773576"/>
              <a:ext cx="57522" cy="57522"/>
            </a:xfrm>
            <a:prstGeom prst="ellipse">
              <a:avLst/>
            </a:prstGeom>
            <a:solidFill>
              <a:srgbClr val="FFC066">
                <a:alpha val="30588"/>
              </a:srgbClr>
            </a:solidFill>
            <a:ln w="9000" cap="rnd">
              <a:solidFill>
                <a:srgbClr val="FFC066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pt1282"/>
            <p:cNvSpPr/>
            <p:nvPr/>
          </p:nvSpPr>
          <p:spPr>
            <a:xfrm>
              <a:off x="2820317" y="2750213"/>
              <a:ext cx="57526" cy="57526"/>
            </a:xfrm>
            <a:prstGeom prst="ellipse">
              <a:avLst/>
            </a:prstGeom>
            <a:solidFill>
              <a:srgbClr val="FFC066">
                <a:alpha val="30588"/>
              </a:srgbClr>
            </a:solidFill>
            <a:ln w="9000" cap="rnd">
              <a:solidFill>
                <a:srgbClr val="FFC066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pt1283"/>
            <p:cNvSpPr/>
            <p:nvPr/>
          </p:nvSpPr>
          <p:spPr>
            <a:xfrm>
              <a:off x="2783404" y="2475907"/>
              <a:ext cx="59820" cy="59820"/>
            </a:xfrm>
            <a:prstGeom prst="ellipse">
              <a:avLst/>
            </a:prstGeom>
            <a:solidFill>
              <a:srgbClr val="FFA300">
                <a:alpha val="40392"/>
              </a:srgbClr>
            </a:solidFill>
            <a:ln w="9000" cap="rnd">
              <a:solidFill>
                <a:srgbClr val="FFA300">
                  <a:alpha val="4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pt1284"/>
            <p:cNvSpPr/>
            <p:nvPr/>
          </p:nvSpPr>
          <p:spPr>
            <a:xfrm>
              <a:off x="2792874" y="2441934"/>
              <a:ext cx="57686" cy="57686"/>
            </a:xfrm>
            <a:prstGeom prst="ellipse">
              <a:avLst/>
            </a:prstGeom>
            <a:solidFill>
              <a:srgbClr val="FFA714">
                <a:alpha val="39215"/>
              </a:srgbClr>
            </a:solidFill>
            <a:ln w="9000" cap="rnd">
              <a:solidFill>
                <a:srgbClr val="FFA714">
                  <a:alpha val="3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pt1285"/>
            <p:cNvSpPr/>
            <p:nvPr/>
          </p:nvSpPr>
          <p:spPr>
            <a:xfrm>
              <a:off x="2826758" y="2266361"/>
              <a:ext cx="55233" cy="55233"/>
            </a:xfrm>
            <a:prstGeom prst="ellipse">
              <a:avLst/>
            </a:prstGeom>
            <a:solidFill>
              <a:srgbClr val="FFD8A2">
                <a:alpha val="22745"/>
              </a:srgbClr>
            </a:solidFill>
            <a:ln w="9000" cap="rnd">
              <a:solidFill>
                <a:srgbClr val="FFD8A2">
                  <a:alpha val="2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pt1286"/>
            <p:cNvSpPr/>
            <p:nvPr/>
          </p:nvSpPr>
          <p:spPr>
            <a:xfrm>
              <a:off x="2798370" y="2820148"/>
              <a:ext cx="58885" cy="58885"/>
            </a:xfrm>
            <a:prstGeom prst="ellipse">
              <a:avLst/>
            </a:prstGeom>
            <a:solidFill>
              <a:srgbClr val="FFB341">
                <a:alpha val="35294"/>
              </a:srgbClr>
            </a:solidFill>
            <a:ln w="9000" cap="rnd">
              <a:solidFill>
                <a:srgbClr val="FFB341">
                  <a:alpha val="3529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pt1287"/>
            <p:cNvSpPr/>
            <p:nvPr/>
          </p:nvSpPr>
          <p:spPr>
            <a:xfrm>
              <a:off x="2819676" y="2750637"/>
              <a:ext cx="58807" cy="58807"/>
            </a:xfrm>
            <a:prstGeom prst="ellipse">
              <a:avLst/>
            </a:prstGeom>
            <a:solidFill>
              <a:srgbClr val="FFB03A">
                <a:alpha val="36078"/>
              </a:srgbClr>
            </a:solidFill>
            <a:ln w="9000" cap="rnd">
              <a:solidFill>
                <a:srgbClr val="FFB03A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pt1288"/>
            <p:cNvSpPr/>
            <p:nvPr/>
          </p:nvSpPr>
          <p:spPr>
            <a:xfrm>
              <a:off x="2818843" y="2749271"/>
              <a:ext cx="60474" cy="60474"/>
            </a:xfrm>
            <a:prstGeom prst="ellipse">
              <a:avLst/>
            </a:prstGeom>
            <a:solidFill>
              <a:srgbClr val="FFB342">
                <a:alpha val="35294"/>
              </a:srgbClr>
            </a:solidFill>
            <a:ln w="9000" cap="rnd">
              <a:solidFill>
                <a:srgbClr val="FFB342">
                  <a:alpha val="3529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pt1289"/>
            <p:cNvSpPr/>
            <p:nvPr/>
          </p:nvSpPr>
          <p:spPr>
            <a:xfrm>
              <a:off x="2806835" y="2372932"/>
              <a:ext cx="57123" cy="57123"/>
            </a:xfrm>
            <a:prstGeom prst="ellipse">
              <a:avLst/>
            </a:prstGeom>
            <a:solidFill>
              <a:srgbClr val="FFA817">
                <a:alpha val="39215"/>
              </a:srgbClr>
            </a:solidFill>
            <a:ln w="9000" cap="rnd">
              <a:solidFill>
                <a:srgbClr val="FFA817">
                  <a:alpha val="3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pt1290"/>
            <p:cNvSpPr/>
            <p:nvPr/>
          </p:nvSpPr>
          <p:spPr>
            <a:xfrm>
              <a:off x="2817194" y="2301794"/>
              <a:ext cx="59235" cy="59235"/>
            </a:xfrm>
            <a:prstGeom prst="ellipse">
              <a:avLst/>
            </a:prstGeom>
            <a:solidFill>
              <a:srgbClr val="FFAF37">
                <a:alpha val="36470"/>
              </a:srgbClr>
            </a:solidFill>
            <a:ln w="9000" cap="rnd">
              <a:solidFill>
                <a:srgbClr val="FFAF37">
                  <a:alpha val="3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pt1291"/>
            <p:cNvSpPr/>
            <p:nvPr/>
          </p:nvSpPr>
          <p:spPr>
            <a:xfrm>
              <a:off x="2791402" y="2706617"/>
              <a:ext cx="66719" cy="66719"/>
            </a:xfrm>
            <a:prstGeom prst="ellipse">
              <a:avLst/>
            </a:prstGeom>
            <a:solidFill>
              <a:srgbClr val="FFB13C">
                <a:alpha val="36078"/>
              </a:srgbClr>
            </a:solidFill>
            <a:ln w="9000" cap="rnd">
              <a:solidFill>
                <a:srgbClr val="FFB13C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pt1292"/>
            <p:cNvSpPr/>
            <p:nvPr/>
          </p:nvSpPr>
          <p:spPr>
            <a:xfrm>
              <a:off x="2798370" y="2407091"/>
              <a:ext cx="58885" cy="58885"/>
            </a:xfrm>
            <a:prstGeom prst="ellipse">
              <a:avLst/>
            </a:prstGeom>
            <a:solidFill>
              <a:srgbClr val="FFA400">
                <a:alpha val="40392"/>
              </a:srgbClr>
            </a:solidFill>
            <a:ln w="9000" cap="rnd">
              <a:solidFill>
                <a:srgbClr val="FFA400">
                  <a:alpha val="4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pt1293"/>
            <p:cNvSpPr/>
            <p:nvPr/>
          </p:nvSpPr>
          <p:spPr>
            <a:xfrm>
              <a:off x="2811293" y="2335419"/>
              <a:ext cx="60468" cy="60468"/>
            </a:xfrm>
            <a:prstGeom prst="ellipse">
              <a:avLst/>
            </a:prstGeom>
            <a:solidFill>
              <a:srgbClr val="FFAE31">
                <a:alpha val="36862"/>
              </a:srgbClr>
            </a:solidFill>
            <a:ln w="9000" cap="rnd">
              <a:solidFill>
                <a:srgbClr val="FFAE31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pt1294"/>
            <p:cNvSpPr/>
            <p:nvPr/>
          </p:nvSpPr>
          <p:spPr>
            <a:xfrm>
              <a:off x="2806835" y="2798201"/>
              <a:ext cx="57123" cy="57123"/>
            </a:xfrm>
            <a:prstGeom prst="ellipse">
              <a:avLst/>
            </a:prstGeom>
            <a:solidFill>
              <a:srgbClr val="FFAE34">
                <a:alpha val="36862"/>
              </a:srgbClr>
            </a:solidFill>
            <a:ln w="9000" cap="rnd">
              <a:solidFill>
                <a:srgbClr val="FFAE34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pt1295"/>
            <p:cNvSpPr/>
            <p:nvPr/>
          </p:nvSpPr>
          <p:spPr>
            <a:xfrm>
              <a:off x="2830232" y="2229508"/>
              <a:ext cx="60450" cy="60450"/>
            </a:xfrm>
            <a:prstGeom prst="ellipse">
              <a:avLst/>
            </a:prstGeom>
            <a:solidFill>
              <a:srgbClr val="FFCA7F">
                <a:alpha val="27450"/>
              </a:srgbClr>
            </a:solidFill>
            <a:ln w="9000" cap="rnd">
              <a:solidFill>
                <a:srgbClr val="FFCA7F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pt1296"/>
            <p:cNvSpPr/>
            <p:nvPr/>
          </p:nvSpPr>
          <p:spPr>
            <a:xfrm>
              <a:off x="2694952" y="3371287"/>
              <a:ext cx="89408" cy="89408"/>
            </a:xfrm>
            <a:prstGeom prst="ellipse">
              <a:avLst/>
            </a:prstGeom>
            <a:solidFill>
              <a:srgbClr val="FF8A00">
                <a:alpha val="47843"/>
              </a:srgbClr>
            </a:solidFill>
            <a:ln w="9000" cap="rnd">
              <a:solidFill>
                <a:srgbClr val="FF8A00">
                  <a:alpha val="4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pt1297"/>
            <p:cNvSpPr/>
            <p:nvPr/>
          </p:nvSpPr>
          <p:spPr>
            <a:xfrm>
              <a:off x="2800832" y="2820912"/>
              <a:ext cx="58420" cy="58420"/>
            </a:xfrm>
            <a:prstGeom prst="ellipse">
              <a:avLst/>
            </a:prstGeom>
            <a:solidFill>
              <a:srgbClr val="FFAD30">
                <a:alpha val="37254"/>
              </a:srgbClr>
            </a:solidFill>
            <a:ln w="9000" cap="rnd">
              <a:solidFill>
                <a:srgbClr val="FFAD30">
                  <a:alpha val="3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pt1298"/>
            <p:cNvSpPr/>
            <p:nvPr/>
          </p:nvSpPr>
          <p:spPr>
            <a:xfrm>
              <a:off x="2836180" y="2679799"/>
              <a:ext cx="59255" cy="59255"/>
            </a:xfrm>
            <a:prstGeom prst="ellipse">
              <a:avLst/>
            </a:prstGeom>
            <a:solidFill>
              <a:srgbClr val="FFC067">
                <a:alpha val="30588"/>
              </a:srgbClr>
            </a:solidFill>
            <a:ln w="9000" cap="rnd">
              <a:solidFill>
                <a:srgbClr val="FFC067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pt1299"/>
            <p:cNvSpPr/>
            <p:nvPr/>
          </p:nvSpPr>
          <p:spPr>
            <a:xfrm>
              <a:off x="2797111" y="2405033"/>
              <a:ext cx="61403" cy="61403"/>
            </a:xfrm>
            <a:prstGeom prst="ellipse">
              <a:avLst/>
            </a:prstGeom>
            <a:solidFill>
              <a:srgbClr val="FFA91F">
                <a:alpha val="38431"/>
              </a:srgbClr>
            </a:solidFill>
            <a:ln w="9000" cap="rnd">
              <a:solidFill>
                <a:srgbClr val="FFA91F">
                  <a:alpha val="3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pt1300"/>
            <p:cNvSpPr/>
            <p:nvPr/>
          </p:nvSpPr>
          <p:spPr>
            <a:xfrm>
              <a:off x="2818843" y="2300375"/>
              <a:ext cx="60474" cy="60474"/>
            </a:xfrm>
            <a:prstGeom prst="ellipse">
              <a:avLst/>
            </a:prstGeom>
            <a:solidFill>
              <a:srgbClr val="FFB23E">
                <a:alpha val="35686"/>
              </a:srgbClr>
            </a:solidFill>
            <a:ln w="9000" cap="rnd">
              <a:solidFill>
                <a:srgbClr val="FFB23E">
                  <a:alpha val="3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pt1301"/>
            <p:cNvSpPr/>
            <p:nvPr/>
          </p:nvSpPr>
          <p:spPr>
            <a:xfrm>
              <a:off x="2811911" y="2773785"/>
              <a:ext cx="59233" cy="59233"/>
            </a:xfrm>
            <a:prstGeom prst="ellipse">
              <a:avLst/>
            </a:prstGeom>
            <a:solidFill>
              <a:srgbClr val="FFAD2F">
                <a:alpha val="37254"/>
              </a:srgbClr>
            </a:solidFill>
            <a:ln w="9000" cap="rnd">
              <a:solidFill>
                <a:srgbClr val="FFAD2F">
                  <a:alpha val="3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pt1302"/>
            <p:cNvSpPr/>
            <p:nvPr/>
          </p:nvSpPr>
          <p:spPr>
            <a:xfrm>
              <a:off x="2824767" y="2726009"/>
              <a:ext cx="59214" cy="59214"/>
            </a:xfrm>
            <a:prstGeom prst="ellipse">
              <a:avLst/>
            </a:prstGeom>
            <a:solidFill>
              <a:srgbClr val="FFC471">
                <a:alpha val="29411"/>
              </a:srgbClr>
            </a:solidFill>
            <a:ln w="9000" cap="rnd">
              <a:solidFill>
                <a:srgbClr val="FFC471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pt1303"/>
            <p:cNvSpPr/>
            <p:nvPr/>
          </p:nvSpPr>
          <p:spPr>
            <a:xfrm>
              <a:off x="2831475" y="2704338"/>
              <a:ext cx="57963" cy="57963"/>
            </a:xfrm>
            <a:prstGeom prst="ellipse">
              <a:avLst/>
            </a:prstGeom>
            <a:solidFill>
              <a:srgbClr val="FFB84F">
                <a:alpha val="33725"/>
              </a:srgbClr>
            </a:solidFill>
            <a:ln w="9000" cap="rnd">
              <a:solidFill>
                <a:srgbClr val="FFB84F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pt1304"/>
            <p:cNvSpPr/>
            <p:nvPr/>
          </p:nvSpPr>
          <p:spPr>
            <a:xfrm>
              <a:off x="2846390" y="3455975"/>
              <a:ext cx="53960" cy="53960"/>
            </a:xfrm>
            <a:prstGeom prst="ellipse">
              <a:avLst/>
            </a:prstGeom>
            <a:solidFill>
              <a:srgbClr val="FFD191">
                <a:alpha val="24705"/>
              </a:srgbClr>
            </a:solidFill>
            <a:ln w="9000" cap="rnd">
              <a:solidFill>
                <a:srgbClr val="FFD191">
                  <a:alpha val="2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pt1305"/>
            <p:cNvSpPr/>
            <p:nvPr/>
          </p:nvSpPr>
          <p:spPr>
            <a:xfrm>
              <a:off x="2783191" y="2476493"/>
              <a:ext cx="60246" cy="60246"/>
            </a:xfrm>
            <a:prstGeom prst="ellipse">
              <a:avLst/>
            </a:prstGeom>
            <a:solidFill>
              <a:srgbClr val="FF9D00">
                <a:alpha val="42352"/>
              </a:srgbClr>
            </a:solidFill>
            <a:ln w="9000" cap="rnd">
              <a:solidFill>
                <a:srgbClr val="FF9D00">
                  <a:alpha val="4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pt1306"/>
            <p:cNvSpPr/>
            <p:nvPr/>
          </p:nvSpPr>
          <p:spPr>
            <a:xfrm>
              <a:off x="2811911" y="2336836"/>
              <a:ext cx="59233" cy="59233"/>
            </a:xfrm>
            <a:prstGeom prst="ellipse">
              <a:avLst/>
            </a:prstGeom>
            <a:solidFill>
              <a:srgbClr val="FFAA24">
                <a:alpha val="38039"/>
              </a:srgbClr>
            </a:solidFill>
            <a:ln w="9000" cap="rnd">
              <a:solidFill>
                <a:srgbClr val="FFAA24">
                  <a:alpha val="3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pt1307"/>
            <p:cNvSpPr/>
            <p:nvPr/>
          </p:nvSpPr>
          <p:spPr>
            <a:xfrm>
              <a:off x="2824139" y="2266135"/>
              <a:ext cx="60470" cy="60470"/>
            </a:xfrm>
            <a:prstGeom prst="ellipse">
              <a:avLst/>
            </a:prstGeom>
            <a:solidFill>
              <a:srgbClr val="FFB446">
                <a:alpha val="34901"/>
              </a:srgbClr>
            </a:solidFill>
            <a:ln w="9000" cap="rnd">
              <a:solidFill>
                <a:srgbClr val="FFB446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pt1308"/>
            <p:cNvSpPr/>
            <p:nvPr/>
          </p:nvSpPr>
          <p:spPr>
            <a:xfrm>
              <a:off x="2829458" y="2230307"/>
              <a:ext cx="60450" cy="60450"/>
            </a:xfrm>
            <a:prstGeom prst="ellipse">
              <a:avLst/>
            </a:prstGeom>
            <a:solidFill>
              <a:srgbClr val="FFBD5E">
                <a:alpha val="31764"/>
              </a:srgbClr>
            </a:solidFill>
            <a:ln w="9000" cap="rnd">
              <a:solidFill>
                <a:srgbClr val="FFBD5E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pt1309"/>
            <p:cNvSpPr/>
            <p:nvPr/>
          </p:nvSpPr>
          <p:spPr>
            <a:xfrm>
              <a:off x="2847042" y="2126845"/>
              <a:ext cx="57129" cy="57129"/>
            </a:xfrm>
            <a:prstGeom prst="ellipse">
              <a:avLst/>
            </a:prstGeom>
            <a:solidFill>
              <a:srgbClr val="FFD498">
                <a:alpha val="23921"/>
              </a:srgbClr>
            </a:solidFill>
            <a:ln w="9000" cap="rnd">
              <a:solidFill>
                <a:srgbClr val="FFD498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pt1310"/>
            <p:cNvSpPr/>
            <p:nvPr/>
          </p:nvSpPr>
          <p:spPr>
            <a:xfrm>
              <a:off x="2824156" y="2725930"/>
              <a:ext cx="60436" cy="60436"/>
            </a:xfrm>
            <a:prstGeom prst="ellipse">
              <a:avLst/>
            </a:prstGeom>
            <a:solidFill>
              <a:srgbClr val="FFB549">
                <a:alpha val="34509"/>
              </a:srgbClr>
            </a:solidFill>
            <a:ln w="9000" cap="rnd">
              <a:solidFill>
                <a:srgbClr val="FFB549">
                  <a:alpha val="3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pt1311"/>
            <p:cNvSpPr/>
            <p:nvPr/>
          </p:nvSpPr>
          <p:spPr>
            <a:xfrm>
              <a:off x="2834516" y="2197308"/>
              <a:ext cx="57963" cy="57963"/>
            </a:xfrm>
            <a:prstGeom prst="ellipse">
              <a:avLst/>
            </a:prstGeom>
            <a:solidFill>
              <a:srgbClr val="FFC36F">
                <a:alpha val="29411"/>
              </a:srgbClr>
            </a:solidFill>
            <a:ln w="9000" cap="rnd">
              <a:solidFill>
                <a:srgbClr val="FFC36F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pt1312"/>
            <p:cNvSpPr/>
            <p:nvPr/>
          </p:nvSpPr>
          <p:spPr>
            <a:xfrm>
              <a:off x="2861186" y="2060273"/>
              <a:ext cx="50111" cy="50111"/>
            </a:xfrm>
            <a:prstGeom prst="ellipse">
              <a:avLst/>
            </a:prstGeom>
            <a:solidFill>
              <a:srgbClr val="FFEACC">
                <a:alpha val="16862"/>
              </a:srgbClr>
            </a:solidFill>
            <a:ln w="9000" cap="rnd">
              <a:solidFill>
                <a:srgbClr val="FFEACC">
                  <a:alpha val="1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pt1313"/>
            <p:cNvSpPr/>
            <p:nvPr/>
          </p:nvSpPr>
          <p:spPr>
            <a:xfrm>
              <a:off x="2824156" y="2265354"/>
              <a:ext cx="60436" cy="60436"/>
            </a:xfrm>
            <a:prstGeom prst="ellipse">
              <a:avLst/>
            </a:prstGeom>
            <a:solidFill>
              <a:srgbClr val="FFB74E">
                <a:alpha val="33725"/>
              </a:srgbClr>
            </a:solidFill>
            <a:ln w="9000" cap="rnd">
              <a:solidFill>
                <a:srgbClr val="FFB74E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pt1314"/>
            <p:cNvSpPr/>
            <p:nvPr/>
          </p:nvSpPr>
          <p:spPr>
            <a:xfrm>
              <a:off x="2868694" y="3163883"/>
              <a:ext cx="42877" cy="42877"/>
            </a:xfrm>
            <a:prstGeom prst="ellipse">
              <a:avLst/>
            </a:prstGeom>
            <a:solidFill>
              <a:srgbClr val="FFCB82">
                <a:alpha val="27058"/>
              </a:srgbClr>
            </a:solidFill>
            <a:ln w="9000" cap="rnd">
              <a:solidFill>
                <a:srgbClr val="FFCB82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pt1315"/>
            <p:cNvSpPr/>
            <p:nvPr/>
          </p:nvSpPr>
          <p:spPr>
            <a:xfrm>
              <a:off x="2834516" y="2680977"/>
              <a:ext cx="57963" cy="57963"/>
            </a:xfrm>
            <a:prstGeom prst="ellipse">
              <a:avLst/>
            </a:prstGeom>
            <a:solidFill>
              <a:srgbClr val="FFBF62">
                <a:alpha val="31372"/>
              </a:srgbClr>
            </a:solidFill>
            <a:ln w="9000" cap="rnd">
              <a:solidFill>
                <a:srgbClr val="FFBF62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pt1316"/>
            <p:cNvSpPr/>
            <p:nvPr/>
          </p:nvSpPr>
          <p:spPr>
            <a:xfrm>
              <a:off x="2830852" y="2231726"/>
              <a:ext cx="59208" cy="59208"/>
            </a:xfrm>
            <a:prstGeom prst="ellipse">
              <a:avLst/>
            </a:prstGeom>
            <a:solidFill>
              <a:srgbClr val="FFBB59">
                <a:alpha val="32549"/>
              </a:srgbClr>
            </a:solidFill>
            <a:ln w="9000" cap="rnd">
              <a:solidFill>
                <a:srgbClr val="FFBB59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pt1317"/>
            <p:cNvSpPr/>
            <p:nvPr/>
          </p:nvSpPr>
          <p:spPr>
            <a:xfrm>
              <a:off x="2822190" y="2724495"/>
              <a:ext cx="64369" cy="64369"/>
            </a:xfrm>
            <a:prstGeom prst="ellipse">
              <a:avLst/>
            </a:prstGeom>
            <a:solidFill>
              <a:srgbClr val="FFB444">
                <a:alpha val="34901"/>
              </a:srgbClr>
            </a:solidFill>
            <a:ln w="9000" cap="rnd">
              <a:solidFill>
                <a:srgbClr val="FFB444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pt1318"/>
            <p:cNvSpPr/>
            <p:nvPr/>
          </p:nvSpPr>
          <p:spPr>
            <a:xfrm>
              <a:off x="2808735" y="2637103"/>
              <a:ext cx="65586" cy="65586"/>
            </a:xfrm>
            <a:prstGeom prst="ellipse">
              <a:avLst/>
            </a:prstGeom>
            <a:solidFill>
              <a:srgbClr val="FFAC2B">
                <a:alpha val="37647"/>
              </a:srgbClr>
            </a:solidFill>
            <a:ln w="9000" cap="rnd">
              <a:solidFill>
                <a:srgbClr val="FFAC2B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pt1319"/>
            <p:cNvSpPr/>
            <p:nvPr/>
          </p:nvSpPr>
          <p:spPr>
            <a:xfrm>
              <a:off x="2836805" y="2196489"/>
              <a:ext cx="58005" cy="58005"/>
            </a:xfrm>
            <a:prstGeom prst="ellipse">
              <a:avLst/>
            </a:prstGeom>
            <a:solidFill>
              <a:srgbClr val="FFC470">
                <a:alpha val="29411"/>
              </a:srgbClr>
            </a:solidFill>
            <a:ln w="9000" cap="rnd">
              <a:solidFill>
                <a:srgbClr val="FFC470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pt1320"/>
            <p:cNvSpPr/>
            <p:nvPr/>
          </p:nvSpPr>
          <p:spPr>
            <a:xfrm>
              <a:off x="2814871" y="2597609"/>
              <a:ext cx="72896" cy="72896"/>
            </a:xfrm>
            <a:prstGeom prst="ellipse">
              <a:avLst/>
            </a:prstGeom>
            <a:solidFill>
              <a:srgbClr val="FFBA55">
                <a:alpha val="32941"/>
              </a:srgbClr>
            </a:solidFill>
            <a:ln w="9000" cap="rnd">
              <a:solidFill>
                <a:srgbClr val="FFBA55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pt1321"/>
            <p:cNvSpPr/>
            <p:nvPr/>
          </p:nvSpPr>
          <p:spPr>
            <a:xfrm>
              <a:off x="2674521" y="3124300"/>
              <a:ext cx="70995" cy="70995"/>
            </a:xfrm>
            <a:prstGeom prst="ellipse">
              <a:avLst/>
            </a:prstGeom>
            <a:solidFill>
              <a:srgbClr val="FF3800">
                <a:alpha val="65490"/>
              </a:srgbClr>
            </a:solidFill>
            <a:ln w="9000" cap="rnd">
              <a:solidFill>
                <a:srgbClr val="FF3800">
                  <a:alpha val="6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pt1322"/>
            <p:cNvSpPr/>
            <p:nvPr/>
          </p:nvSpPr>
          <p:spPr>
            <a:xfrm>
              <a:off x="2816142" y="2601918"/>
              <a:ext cx="65875" cy="65875"/>
            </a:xfrm>
            <a:prstGeom prst="ellipse">
              <a:avLst/>
            </a:prstGeom>
            <a:solidFill>
              <a:srgbClr val="FFAA24">
                <a:alpha val="38039"/>
              </a:srgbClr>
            </a:solidFill>
            <a:ln w="9000" cap="rnd">
              <a:solidFill>
                <a:srgbClr val="FFAA24">
                  <a:alpha val="3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pt1323"/>
            <p:cNvSpPr/>
            <p:nvPr/>
          </p:nvSpPr>
          <p:spPr>
            <a:xfrm>
              <a:off x="2467140" y="3150647"/>
              <a:ext cx="71648" cy="71648"/>
            </a:xfrm>
            <a:prstGeom prst="ellipse">
              <a:avLst/>
            </a:prstGeom>
            <a:solidFill>
              <a:srgbClr val="FFA400">
                <a:alpha val="40392"/>
              </a:srgbClr>
            </a:solidFill>
            <a:ln w="9000" cap="rnd">
              <a:solidFill>
                <a:srgbClr val="FFA400">
                  <a:alpha val="4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pt1324"/>
            <p:cNvSpPr/>
            <p:nvPr/>
          </p:nvSpPr>
          <p:spPr>
            <a:xfrm>
              <a:off x="2823883" y="2567059"/>
              <a:ext cx="65511" cy="65511"/>
            </a:xfrm>
            <a:prstGeom prst="ellipse">
              <a:avLst/>
            </a:prstGeom>
            <a:solidFill>
              <a:srgbClr val="FFAB28">
                <a:alpha val="37647"/>
              </a:srgbClr>
            </a:solidFill>
            <a:ln w="9000" cap="rnd">
              <a:solidFill>
                <a:srgbClr val="FFAB28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pt1325"/>
            <p:cNvSpPr/>
            <p:nvPr/>
          </p:nvSpPr>
          <p:spPr>
            <a:xfrm>
              <a:off x="2816142" y="2602716"/>
              <a:ext cx="65875" cy="65875"/>
            </a:xfrm>
            <a:prstGeom prst="ellipse">
              <a:avLst/>
            </a:prstGeom>
            <a:solidFill>
              <a:srgbClr val="FFA100">
                <a:alpha val="41176"/>
              </a:srgbClr>
            </a:solidFill>
            <a:ln w="9000" cap="rnd">
              <a:solidFill>
                <a:srgbClr val="FFA100">
                  <a:alpha val="4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pt1326"/>
            <p:cNvSpPr/>
            <p:nvPr/>
          </p:nvSpPr>
          <p:spPr>
            <a:xfrm>
              <a:off x="2826123" y="2567857"/>
              <a:ext cx="65511" cy="65511"/>
            </a:xfrm>
            <a:prstGeom prst="ellipse">
              <a:avLst/>
            </a:prstGeom>
            <a:solidFill>
              <a:srgbClr val="FFA400">
                <a:alpha val="40392"/>
              </a:srgbClr>
            </a:solidFill>
            <a:ln w="9000" cap="rnd">
              <a:solidFill>
                <a:srgbClr val="FFA400">
                  <a:alpha val="4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pt1327"/>
            <p:cNvSpPr/>
            <p:nvPr/>
          </p:nvSpPr>
          <p:spPr>
            <a:xfrm>
              <a:off x="2886622" y="3291015"/>
              <a:ext cx="62090" cy="62090"/>
            </a:xfrm>
            <a:prstGeom prst="ellipse">
              <a:avLst/>
            </a:prstGeom>
            <a:solidFill>
              <a:srgbClr val="FFE1B6">
                <a:alpha val="20000"/>
              </a:srgbClr>
            </a:solidFill>
            <a:ln w="9000" cap="rnd">
              <a:solidFill>
                <a:srgbClr val="FFE1B6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pt1328"/>
            <p:cNvSpPr/>
            <p:nvPr/>
          </p:nvSpPr>
          <p:spPr>
            <a:xfrm>
              <a:off x="2850565" y="2830390"/>
              <a:ext cx="71352" cy="71352"/>
            </a:xfrm>
            <a:prstGeom prst="ellipse">
              <a:avLst/>
            </a:prstGeom>
            <a:solidFill>
              <a:srgbClr val="FFCF8C">
                <a:alpha val="25490"/>
              </a:srgbClr>
            </a:solidFill>
            <a:ln w="9000" cap="rnd">
              <a:solidFill>
                <a:srgbClr val="FFCF8C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pt1329"/>
            <p:cNvSpPr/>
            <p:nvPr/>
          </p:nvSpPr>
          <p:spPr>
            <a:xfrm>
              <a:off x="2858246" y="3156612"/>
              <a:ext cx="63774" cy="63774"/>
            </a:xfrm>
            <a:prstGeom prst="ellipse">
              <a:avLst/>
            </a:prstGeom>
            <a:solidFill>
              <a:srgbClr val="FFB039">
                <a:alpha val="36078"/>
              </a:srgbClr>
            </a:solidFill>
            <a:ln w="9000" cap="rnd">
              <a:solidFill>
                <a:srgbClr val="FFB039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pt1330"/>
            <p:cNvSpPr/>
            <p:nvPr/>
          </p:nvSpPr>
          <p:spPr>
            <a:xfrm>
              <a:off x="2830004" y="2534321"/>
              <a:ext cx="62501" cy="62501"/>
            </a:xfrm>
            <a:prstGeom prst="ellipse">
              <a:avLst/>
            </a:prstGeom>
            <a:solidFill>
              <a:srgbClr val="FFAA20">
                <a:alpha val="38431"/>
              </a:srgbClr>
            </a:solidFill>
            <a:ln w="9000" cap="rnd">
              <a:solidFill>
                <a:srgbClr val="FFAA20">
                  <a:alpha val="3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pt1331"/>
            <p:cNvSpPr/>
            <p:nvPr/>
          </p:nvSpPr>
          <p:spPr>
            <a:xfrm>
              <a:off x="2829429" y="2532948"/>
              <a:ext cx="63650" cy="63650"/>
            </a:xfrm>
            <a:prstGeom prst="ellipse">
              <a:avLst/>
            </a:prstGeom>
            <a:solidFill>
              <a:srgbClr val="FFB03A">
                <a:alpha val="36078"/>
              </a:srgbClr>
            </a:solidFill>
            <a:ln w="9000" cap="rnd">
              <a:solidFill>
                <a:srgbClr val="FFB03A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pt1332"/>
            <p:cNvSpPr/>
            <p:nvPr/>
          </p:nvSpPr>
          <p:spPr>
            <a:xfrm>
              <a:off x="2859226" y="2812078"/>
              <a:ext cx="60189" cy="60189"/>
            </a:xfrm>
            <a:prstGeom prst="ellipse">
              <a:avLst/>
            </a:prstGeom>
            <a:solidFill>
              <a:srgbClr val="FFD9A3">
                <a:alpha val="22352"/>
              </a:srgbClr>
            </a:solidFill>
            <a:ln w="9000" cap="rnd">
              <a:solidFill>
                <a:srgbClr val="FFD9A3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pt1333"/>
            <p:cNvSpPr/>
            <p:nvPr/>
          </p:nvSpPr>
          <p:spPr>
            <a:xfrm>
              <a:off x="2838483" y="2497893"/>
              <a:ext cx="63679" cy="63679"/>
            </a:xfrm>
            <a:prstGeom prst="ellipse">
              <a:avLst/>
            </a:prstGeom>
            <a:solidFill>
              <a:srgbClr val="FFB547">
                <a:alpha val="34509"/>
              </a:srgbClr>
            </a:solidFill>
            <a:ln w="9000" cap="rnd">
              <a:solidFill>
                <a:srgbClr val="FFB547">
                  <a:alpha val="3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pt1334"/>
            <p:cNvSpPr/>
            <p:nvPr/>
          </p:nvSpPr>
          <p:spPr>
            <a:xfrm>
              <a:off x="2844554" y="2463639"/>
              <a:ext cx="62103" cy="62103"/>
            </a:xfrm>
            <a:prstGeom prst="ellipse">
              <a:avLst/>
            </a:prstGeom>
            <a:solidFill>
              <a:srgbClr val="FFBC5B">
                <a:alpha val="32156"/>
              </a:srgbClr>
            </a:solidFill>
            <a:ln w="9000" cap="rnd">
              <a:solidFill>
                <a:srgbClr val="FFBC5B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pt1335"/>
            <p:cNvSpPr/>
            <p:nvPr/>
          </p:nvSpPr>
          <p:spPr>
            <a:xfrm>
              <a:off x="2876682" y="2671125"/>
              <a:ext cx="58943" cy="58943"/>
            </a:xfrm>
            <a:prstGeom prst="ellipse">
              <a:avLst/>
            </a:prstGeom>
            <a:solidFill>
              <a:srgbClr val="FFBE60">
                <a:alpha val="31372"/>
              </a:srgbClr>
            </a:solidFill>
            <a:ln w="9000" cap="rnd">
              <a:solidFill>
                <a:srgbClr val="FFBE60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pt1336"/>
            <p:cNvSpPr/>
            <p:nvPr/>
          </p:nvSpPr>
          <p:spPr>
            <a:xfrm>
              <a:off x="2865871" y="2321202"/>
              <a:ext cx="68247" cy="68247"/>
            </a:xfrm>
            <a:prstGeom prst="ellipse">
              <a:avLst/>
            </a:prstGeom>
            <a:solidFill>
              <a:srgbClr val="FFD394">
                <a:alpha val="24313"/>
              </a:srgbClr>
            </a:solidFill>
            <a:ln w="9000" cap="rnd">
              <a:solidFill>
                <a:srgbClr val="FFD394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pt1337"/>
            <p:cNvSpPr/>
            <p:nvPr/>
          </p:nvSpPr>
          <p:spPr>
            <a:xfrm>
              <a:off x="2911336" y="2727530"/>
              <a:ext cx="38628" cy="38628"/>
            </a:xfrm>
            <a:prstGeom prst="ellipse">
              <a:avLst/>
            </a:prstGeom>
            <a:solidFill>
              <a:srgbClr val="FFEACE">
                <a:alpha val="16470"/>
              </a:srgbClr>
            </a:solidFill>
            <a:ln w="9000" cap="rnd">
              <a:solidFill>
                <a:srgbClr val="FFEACE">
                  <a:alpha val="1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pt1338"/>
            <p:cNvSpPr/>
            <p:nvPr/>
          </p:nvSpPr>
          <p:spPr>
            <a:xfrm>
              <a:off x="2913576" y="2675053"/>
              <a:ext cx="38628" cy="38628"/>
            </a:xfrm>
            <a:prstGeom prst="ellipse">
              <a:avLst/>
            </a:prstGeom>
            <a:solidFill>
              <a:srgbClr val="FFE4BF">
                <a:alpha val="18431"/>
              </a:srgbClr>
            </a:solidFill>
            <a:ln w="9000" cap="rnd">
              <a:solidFill>
                <a:srgbClr val="FFE4BF">
                  <a:alpha val="1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pt1339"/>
            <p:cNvSpPr/>
            <p:nvPr/>
          </p:nvSpPr>
          <p:spPr>
            <a:xfrm>
              <a:off x="2843387" y="2463271"/>
              <a:ext cx="64439" cy="64439"/>
            </a:xfrm>
            <a:prstGeom prst="ellipse">
              <a:avLst/>
            </a:prstGeom>
            <a:solidFill>
              <a:srgbClr val="FFB547">
                <a:alpha val="34509"/>
              </a:srgbClr>
            </a:solidFill>
            <a:ln w="9000" cap="rnd">
              <a:solidFill>
                <a:srgbClr val="FFB547">
                  <a:alpha val="3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pt1340"/>
            <p:cNvSpPr/>
            <p:nvPr/>
          </p:nvSpPr>
          <p:spPr>
            <a:xfrm>
              <a:off x="2859101" y="2397467"/>
              <a:ext cx="55882" cy="55882"/>
            </a:xfrm>
            <a:prstGeom prst="ellipse">
              <a:avLst/>
            </a:prstGeom>
            <a:solidFill>
              <a:srgbClr val="FFC777">
                <a:alpha val="28627"/>
              </a:srgbClr>
            </a:solidFill>
            <a:ln w="9000" cap="rnd">
              <a:solidFill>
                <a:srgbClr val="FFC777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pt1341"/>
            <p:cNvSpPr/>
            <p:nvPr/>
          </p:nvSpPr>
          <p:spPr>
            <a:xfrm>
              <a:off x="2911278" y="3204808"/>
              <a:ext cx="43224" cy="43224"/>
            </a:xfrm>
            <a:prstGeom prst="ellipse">
              <a:avLst/>
            </a:prstGeom>
            <a:solidFill>
              <a:srgbClr val="FFCF8C">
                <a:alpha val="25882"/>
              </a:srgbClr>
            </a:solidFill>
            <a:ln w="9000" cap="rnd">
              <a:solidFill>
                <a:srgbClr val="FFCF8C">
                  <a:alpha val="2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pt1342"/>
            <p:cNvSpPr/>
            <p:nvPr/>
          </p:nvSpPr>
          <p:spPr>
            <a:xfrm>
              <a:off x="2858246" y="3155029"/>
              <a:ext cx="63774" cy="63774"/>
            </a:xfrm>
            <a:prstGeom prst="ellipse">
              <a:avLst/>
            </a:prstGeom>
            <a:solidFill>
              <a:srgbClr val="FFA200">
                <a:alpha val="40784"/>
              </a:srgbClr>
            </a:solidFill>
            <a:ln w="9000" cap="rnd">
              <a:solidFill>
                <a:srgbClr val="FFA200">
                  <a:alpha val="4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pt1343"/>
            <p:cNvSpPr/>
            <p:nvPr/>
          </p:nvSpPr>
          <p:spPr>
            <a:xfrm>
              <a:off x="2908487" y="3201338"/>
              <a:ext cx="53357" cy="53357"/>
            </a:xfrm>
            <a:prstGeom prst="ellipse">
              <a:avLst/>
            </a:prstGeom>
            <a:solidFill>
              <a:srgbClr val="FF9F00">
                <a:alpha val="41568"/>
              </a:srgbClr>
            </a:solidFill>
            <a:ln w="9000" cap="rnd">
              <a:solidFill>
                <a:srgbClr val="FF9F00">
                  <a:alpha val="4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pt1344"/>
            <p:cNvSpPr/>
            <p:nvPr/>
          </p:nvSpPr>
          <p:spPr>
            <a:xfrm>
              <a:off x="2894508" y="2707785"/>
              <a:ext cx="81313" cy="81313"/>
            </a:xfrm>
            <a:prstGeom prst="ellipse">
              <a:avLst/>
            </a:prstGeom>
            <a:solidFill>
              <a:srgbClr val="FFC776">
                <a:alpha val="28627"/>
              </a:srgbClr>
            </a:solidFill>
            <a:ln w="9000" cap="rnd">
              <a:solidFill>
                <a:srgbClr val="FFC776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pt1345"/>
            <p:cNvSpPr/>
            <p:nvPr/>
          </p:nvSpPr>
          <p:spPr>
            <a:xfrm>
              <a:off x="2900602" y="3192656"/>
              <a:ext cx="69125" cy="69125"/>
            </a:xfrm>
            <a:prstGeom prst="ellipse">
              <a:avLst/>
            </a:prstGeom>
            <a:solidFill>
              <a:srgbClr val="FFB549">
                <a:alpha val="34509"/>
              </a:srgbClr>
            </a:solidFill>
            <a:ln w="9000" cap="rnd">
              <a:solidFill>
                <a:srgbClr val="FFB549">
                  <a:alpha val="3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pt1346"/>
            <p:cNvSpPr/>
            <p:nvPr/>
          </p:nvSpPr>
          <p:spPr>
            <a:xfrm>
              <a:off x="2858246" y="3158208"/>
              <a:ext cx="63774" cy="63774"/>
            </a:xfrm>
            <a:prstGeom prst="ellipse">
              <a:avLst/>
            </a:prstGeom>
            <a:solidFill>
              <a:srgbClr val="FF8D00">
                <a:alpha val="47058"/>
              </a:srgbClr>
            </a:solidFill>
            <a:ln w="9000" cap="rnd">
              <a:solidFill>
                <a:srgbClr val="FF8D00">
                  <a:alpha val="4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pt1347"/>
            <p:cNvSpPr/>
            <p:nvPr/>
          </p:nvSpPr>
          <p:spPr>
            <a:xfrm>
              <a:off x="2895118" y="2709991"/>
              <a:ext cx="80094" cy="80094"/>
            </a:xfrm>
            <a:prstGeom prst="ellipse">
              <a:avLst/>
            </a:prstGeom>
            <a:solidFill>
              <a:srgbClr val="FFA81A">
                <a:alpha val="38823"/>
              </a:srgbClr>
            </a:solidFill>
            <a:ln w="9000" cap="rnd">
              <a:solidFill>
                <a:srgbClr val="FFA81A">
                  <a:alpha val="3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pt1348"/>
            <p:cNvSpPr/>
            <p:nvPr/>
          </p:nvSpPr>
          <p:spPr>
            <a:xfrm>
              <a:off x="2360548" y="3154025"/>
              <a:ext cx="65636" cy="65636"/>
            </a:xfrm>
            <a:prstGeom prst="ellipse">
              <a:avLst/>
            </a:prstGeom>
            <a:solidFill>
              <a:srgbClr val="FF0000">
                <a:alpha val="89019"/>
              </a:srgbClr>
            </a:solidFill>
            <a:ln w="9000" cap="rnd">
              <a:solidFill>
                <a:srgbClr val="FF0000">
                  <a:alpha val="8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pt1349"/>
            <p:cNvSpPr/>
            <p:nvPr/>
          </p:nvSpPr>
          <p:spPr>
            <a:xfrm>
              <a:off x="2966348" y="3156830"/>
              <a:ext cx="40652" cy="40652"/>
            </a:xfrm>
            <a:prstGeom prst="ellipse">
              <a:avLst/>
            </a:prstGeom>
            <a:solidFill>
              <a:srgbClr val="FFC066">
                <a:alpha val="30588"/>
              </a:srgbClr>
            </a:solidFill>
            <a:ln w="9000" cap="rnd">
              <a:solidFill>
                <a:srgbClr val="FFC066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pt1350"/>
            <p:cNvSpPr/>
            <p:nvPr/>
          </p:nvSpPr>
          <p:spPr>
            <a:xfrm>
              <a:off x="2674521" y="3125883"/>
              <a:ext cx="70995" cy="70995"/>
            </a:xfrm>
            <a:prstGeom prst="ellipse">
              <a:avLst/>
            </a:prstGeom>
            <a:solidFill>
              <a:srgbClr val="FF5000">
                <a:alpha val="61568"/>
              </a:srgbClr>
            </a:solidFill>
            <a:ln w="9000" cap="rnd">
              <a:solidFill>
                <a:srgbClr val="FF5000">
                  <a:alpha val="6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pt1351"/>
            <p:cNvSpPr/>
            <p:nvPr/>
          </p:nvSpPr>
          <p:spPr>
            <a:xfrm>
              <a:off x="2951971" y="3107340"/>
              <a:ext cx="60357" cy="60357"/>
            </a:xfrm>
            <a:prstGeom prst="ellipse">
              <a:avLst/>
            </a:prstGeom>
            <a:solidFill>
              <a:srgbClr val="FF9E00">
                <a:alpha val="42352"/>
              </a:srgbClr>
            </a:solidFill>
            <a:ln w="9000" cap="rnd">
              <a:solidFill>
                <a:srgbClr val="FF9E00">
                  <a:alpha val="4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pt1352"/>
            <p:cNvSpPr/>
            <p:nvPr/>
          </p:nvSpPr>
          <p:spPr>
            <a:xfrm>
              <a:off x="3020941" y="3450675"/>
              <a:ext cx="51893" cy="51893"/>
            </a:xfrm>
            <a:prstGeom prst="ellipse">
              <a:avLst/>
            </a:prstGeom>
            <a:solidFill>
              <a:srgbClr val="FFC87A">
                <a:alpha val="28235"/>
              </a:srgbClr>
            </a:solidFill>
            <a:ln w="9000" cap="rnd">
              <a:solidFill>
                <a:srgbClr val="FFC87A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pt1353"/>
            <p:cNvSpPr/>
            <p:nvPr/>
          </p:nvSpPr>
          <p:spPr>
            <a:xfrm>
              <a:off x="2360014" y="3151907"/>
              <a:ext cx="66704" cy="66704"/>
            </a:xfrm>
            <a:prstGeom prst="ellipse">
              <a:avLst/>
            </a:prstGeom>
            <a:solidFill>
              <a:srgbClr val="FF0000">
                <a:alpha val="92941"/>
              </a:srgbClr>
            </a:solidFill>
            <a:ln w="9000" cap="rnd">
              <a:solidFill>
                <a:srgbClr val="FF0000">
                  <a:alpha val="9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pt1354"/>
            <p:cNvSpPr/>
            <p:nvPr/>
          </p:nvSpPr>
          <p:spPr>
            <a:xfrm>
              <a:off x="2894521" y="2710990"/>
              <a:ext cx="81288" cy="81288"/>
            </a:xfrm>
            <a:prstGeom prst="ellipse">
              <a:avLst/>
            </a:prstGeom>
            <a:solidFill>
              <a:srgbClr val="FF9500">
                <a:alpha val="44705"/>
              </a:srgbClr>
            </a:solidFill>
            <a:ln w="9000" cap="rnd">
              <a:solidFill>
                <a:srgbClr val="FF9500">
                  <a:alpha val="4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pt1355"/>
            <p:cNvSpPr/>
            <p:nvPr/>
          </p:nvSpPr>
          <p:spPr>
            <a:xfrm>
              <a:off x="3046781" y="3430320"/>
              <a:ext cx="44812" cy="44812"/>
            </a:xfrm>
            <a:prstGeom prst="ellipse">
              <a:avLst/>
            </a:prstGeom>
            <a:solidFill>
              <a:srgbClr val="FFCC84">
                <a:alpha val="26666"/>
              </a:srgbClr>
            </a:solidFill>
            <a:ln w="9000" cap="rnd">
              <a:solidFill>
                <a:srgbClr val="FFCC84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pt1356"/>
            <p:cNvSpPr/>
            <p:nvPr/>
          </p:nvSpPr>
          <p:spPr>
            <a:xfrm>
              <a:off x="3095645" y="3340208"/>
              <a:ext cx="55926" cy="55926"/>
            </a:xfrm>
            <a:prstGeom prst="ellipse">
              <a:avLst/>
            </a:prstGeom>
            <a:solidFill>
              <a:srgbClr val="FFCA7F">
                <a:alpha val="27450"/>
              </a:srgbClr>
            </a:solidFill>
            <a:ln w="9000" cap="rnd">
              <a:solidFill>
                <a:srgbClr val="FFCA7F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pt1357"/>
            <p:cNvSpPr/>
            <p:nvPr/>
          </p:nvSpPr>
          <p:spPr>
            <a:xfrm>
              <a:off x="3095113" y="3331734"/>
              <a:ext cx="63262" cy="63262"/>
            </a:xfrm>
            <a:prstGeom prst="ellipse">
              <a:avLst/>
            </a:prstGeom>
            <a:solidFill>
              <a:srgbClr val="FFC26B">
                <a:alpha val="30196"/>
              </a:srgbClr>
            </a:solidFill>
            <a:ln w="9000" cap="rnd">
              <a:solidFill>
                <a:srgbClr val="FFC26B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pt1358"/>
            <p:cNvSpPr/>
            <p:nvPr/>
          </p:nvSpPr>
          <p:spPr>
            <a:xfrm>
              <a:off x="2361659" y="3129103"/>
              <a:ext cx="67752" cy="67752"/>
            </a:xfrm>
            <a:prstGeom prst="ellipse">
              <a:avLst/>
            </a:prstGeom>
            <a:solidFill>
              <a:srgbClr val="FF0000">
                <a:alpha val="74117"/>
              </a:srgbClr>
            </a:solidFill>
            <a:ln w="9000" cap="rnd">
              <a:solidFill>
                <a:srgbClr val="FF0000">
                  <a:alpha val="7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pt1359"/>
            <p:cNvSpPr/>
            <p:nvPr/>
          </p:nvSpPr>
          <p:spPr>
            <a:xfrm>
              <a:off x="2674521" y="3127480"/>
              <a:ext cx="70995" cy="70995"/>
            </a:xfrm>
            <a:prstGeom prst="ellipse">
              <a:avLst/>
            </a:prstGeom>
            <a:solidFill>
              <a:srgbClr val="FF0000">
                <a:alpha val="72549"/>
              </a:srgbClr>
            </a:solidFill>
            <a:ln w="9000" cap="rnd">
              <a:solidFill>
                <a:srgbClr val="FF0000">
                  <a:alpha val="7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pt1360"/>
            <p:cNvSpPr/>
            <p:nvPr/>
          </p:nvSpPr>
          <p:spPr>
            <a:xfrm>
              <a:off x="2868388" y="3426759"/>
              <a:ext cx="77133" cy="77133"/>
            </a:xfrm>
            <a:prstGeom prst="ellipse">
              <a:avLst/>
            </a:prstGeom>
            <a:solidFill>
              <a:srgbClr val="FF9800">
                <a:alpha val="43921"/>
              </a:srgbClr>
            </a:solidFill>
            <a:ln w="9000" cap="rnd">
              <a:solidFill>
                <a:srgbClr val="FF9800">
                  <a:alpha val="4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pt1361"/>
            <p:cNvSpPr/>
            <p:nvPr/>
          </p:nvSpPr>
          <p:spPr>
            <a:xfrm>
              <a:off x="2360014" y="3155086"/>
              <a:ext cx="66704" cy="66704"/>
            </a:xfrm>
            <a:prstGeom prst="ellipse">
              <a:avLst/>
            </a:prstGeom>
            <a:solidFill>
              <a:srgbClr val="FF0000">
                <a:alpha val="100000"/>
              </a:srgbClr>
            </a:solidFill>
            <a:ln w="9000" cap="rnd">
              <a:solidFill>
                <a:srgbClr val="FF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pt1362"/>
            <p:cNvSpPr/>
            <p:nvPr/>
          </p:nvSpPr>
          <p:spPr>
            <a:xfrm>
              <a:off x="3419881" y="3404378"/>
              <a:ext cx="61422" cy="61422"/>
            </a:xfrm>
            <a:prstGeom prst="ellipse">
              <a:avLst/>
            </a:prstGeom>
            <a:solidFill>
              <a:srgbClr val="FFBD5E">
                <a:alpha val="31764"/>
              </a:srgbClr>
            </a:solidFill>
            <a:ln w="9000" cap="rnd">
              <a:solidFill>
                <a:srgbClr val="FFBD5E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pt1363"/>
            <p:cNvSpPr/>
            <p:nvPr/>
          </p:nvSpPr>
          <p:spPr>
            <a:xfrm>
              <a:off x="2867484" y="3427451"/>
              <a:ext cx="78941" cy="78941"/>
            </a:xfrm>
            <a:prstGeom prst="ellipse">
              <a:avLst/>
            </a:prstGeom>
            <a:solidFill>
              <a:srgbClr val="FF5900">
                <a:alpha val="60000"/>
              </a:srgbClr>
            </a:solidFill>
            <a:ln w="9000" cap="rnd">
              <a:solidFill>
                <a:srgbClr val="FF59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pt1364"/>
            <p:cNvSpPr/>
            <p:nvPr/>
          </p:nvSpPr>
          <p:spPr>
            <a:xfrm>
              <a:off x="3420088" y="3406183"/>
              <a:ext cx="61006" cy="61006"/>
            </a:xfrm>
            <a:prstGeom prst="ellipse">
              <a:avLst/>
            </a:prstGeom>
            <a:solidFill>
              <a:srgbClr val="FF8A00">
                <a:alpha val="47843"/>
              </a:srgbClr>
            </a:solidFill>
            <a:ln w="9000" cap="rnd">
              <a:solidFill>
                <a:srgbClr val="FF8A00">
                  <a:alpha val="4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pt1365"/>
            <p:cNvSpPr/>
            <p:nvPr/>
          </p:nvSpPr>
          <p:spPr>
            <a:xfrm>
              <a:off x="2922239" y="3402995"/>
              <a:ext cx="118303" cy="118303"/>
            </a:xfrm>
            <a:prstGeom prst="ellipse">
              <a:avLst/>
            </a:prstGeom>
            <a:solidFill>
              <a:srgbClr val="FF3000">
                <a:alpha val="66666"/>
              </a:srgbClr>
            </a:solidFill>
            <a:ln w="9000" cap="rnd">
              <a:solidFill>
                <a:srgbClr val="FF3000">
                  <a:alpha val="6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pt1366"/>
            <p:cNvSpPr/>
            <p:nvPr/>
          </p:nvSpPr>
          <p:spPr>
            <a:xfrm>
              <a:off x="2926054" y="3430330"/>
              <a:ext cx="63632" cy="63632"/>
            </a:xfrm>
            <a:prstGeom prst="ellipse">
              <a:avLst/>
            </a:prstGeom>
            <a:solidFill>
              <a:srgbClr val="FF5C00">
                <a:alpha val="59215"/>
              </a:srgbClr>
            </a:solidFill>
            <a:ln w="9000" cap="rnd">
              <a:solidFill>
                <a:srgbClr val="FF5C00">
                  <a:alpha val="5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pt1367"/>
            <p:cNvSpPr/>
            <p:nvPr/>
          </p:nvSpPr>
          <p:spPr>
            <a:xfrm>
              <a:off x="2948533" y="3428529"/>
              <a:ext cx="67234" cy="67234"/>
            </a:xfrm>
            <a:prstGeom prst="ellipse">
              <a:avLst/>
            </a:prstGeom>
            <a:solidFill>
              <a:srgbClr val="FF4D00">
                <a:alpha val="62352"/>
              </a:srgbClr>
            </a:solidFill>
            <a:ln w="9000" cap="rnd">
              <a:solidFill>
                <a:srgbClr val="FF4D00">
                  <a:alpha val="6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pt1368"/>
            <p:cNvSpPr/>
            <p:nvPr/>
          </p:nvSpPr>
          <p:spPr>
            <a:xfrm>
              <a:off x="2708217" y="3335327"/>
              <a:ext cx="62879" cy="62879"/>
            </a:xfrm>
            <a:prstGeom prst="ellipse">
              <a:avLst/>
            </a:prstGeom>
            <a:solidFill>
              <a:srgbClr val="FF7100">
                <a:alpha val="54117"/>
              </a:srgbClr>
            </a:solidFill>
            <a:ln w="9000" cap="rnd">
              <a:solidFill>
                <a:srgbClr val="FF7100">
                  <a:alpha val="5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pt1369"/>
            <p:cNvSpPr/>
            <p:nvPr/>
          </p:nvSpPr>
          <p:spPr>
            <a:xfrm>
              <a:off x="3342011" y="3470345"/>
              <a:ext cx="60780" cy="60780"/>
            </a:xfrm>
            <a:prstGeom prst="ellipse">
              <a:avLst/>
            </a:prstGeom>
            <a:solidFill>
              <a:srgbClr val="FF9300">
                <a:alpha val="45490"/>
              </a:srgbClr>
            </a:solidFill>
            <a:ln w="9000" cap="rnd">
              <a:solidFill>
                <a:srgbClr val="FF9300">
                  <a:alpha val="4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pt1370"/>
            <p:cNvSpPr/>
            <p:nvPr/>
          </p:nvSpPr>
          <p:spPr>
            <a:xfrm>
              <a:off x="3801011" y="2418742"/>
              <a:ext cx="55686" cy="55686"/>
            </a:xfrm>
            <a:prstGeom prst="ellipse">
              <a:avLst/>
            </a:prstGeom>
            <a:solidFill>
              <a:srgbClr val="FF9500">
                <a:alpha val="44705"/>
              </a:srgbClr>
            </a:solidFill>
            <a:ln w="9000" cap="rnd">
              <a:solidFill>
                <a:srgbClr val="FF9500">
                  <a:alpha val="4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pt1371"/>
            <p:cNvSpPr/>
            <p:nvPr/>
          </p:nvSpPr>
          <p:spPr>
            <a:xfrm>
              <a:off x="3025509" y="3493638"/>
              <a:ext cx="48791" cy="48791"/>
            </a:xfrm>
            <a:prstGeom prst="ellipse">
              <a:avLst/>
            </a:prstGeom>
            <a:solidFill>
              <a:srgbClr val="FF9A00">
                <a:alpha val="43529"/>
              </a:srgbClr>
            </a:solidFill>
            <a:ln w="9000" cap="rnd">
              <a:solidFill>
                <a:srgbClr val="FF9A00">
                  <a:alpha val="4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pt1372"/>
            <p:cNvSpPr/>
            <p:nvPr/>
          </p:nvSpPr>
          <p:spPr>
            <a:xfrm>
              <a:off x="2444229" y="2840799"/>
              <a:ext cx="73866" cy="73866"/>
            </a:xfrm>
            <a:prstGeom prst="ellipse">
              <a:avLst/>
            </a:prstGeom>
            <a:solidFill>
              <a:srgbClr val="FF7C00">
                <a:alpha val="51372"/>
              </a:srgbClr>
            </a:solidFill>
            <a:ln w="9000" cap="rnd">
              <a:solidFill>
                <a:srgbClr val="FF7C00">
                  <a:alpha val="5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pt1373"/>
            <p:cNvSpPr/>
            <p:nvPr/>
          </p:nvSpPr>
          <p:spPr>
            <a:xfrm>
              <a:off x="4151515" y="2144911"/>
              <a:ext cx="58456" cy="58456"/>
            </a:xfrm>
            <a:prstGeom prst="ellipse">
              <a:avLst/>
            </a:prstGeom>
            <a:solidFill>
              <a:srgbClr val="FFD79E">
                <a:alpha val="23137"/>
              </a:srgbClr>
            </a:solidFill>
            <a:ln w="9000" cap="rnd">
              <a:solidFill>
                <a:srgbClr val="FFD79E">
                  <a:alpha val="2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pt1374"/>
            <p:cNvSpPr/>
            <p:nvPr/>
          </p:nvSpPr>
          <p:spPr>
            <a:xfrm>
              <a:off x="4156173" y="2143322"/>
              <a:ext cx="58456" cy="58456"/>
            </a:xfrm>
            <a:prstGeom prst="ellipse">
              <a:avLst/>
            </a:prstGeom>
            <a:solidFill>
              <a:srgbClr val="FFD8A1">
                <a:alpha val="22745"/>
              </a:srgbClr>
            </a:solidFill>
            <a:ln w="9000" cap="rnd">
              <a:solidFill>
                <a:srgbClr val="FFD8A1">
                  <a:alpha val="2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pt1375"/>
            <p:cNvSpPr/>
            <p:nvPr/>
          </p:nvSpPr>
          <p:spPr>
            <a:xfrm>
              <a:off x="4168276" y="1910398"/>
              <a:ext cx="53001" cy="53001"/>
            </a:xfrm>
            <a:prstGeom prst="ellipse">
              <a:avLst/>
            </a:prstGeom>
            <a:solidFill>
              <a:srgbClr val="FFE1B8">
                <a:alpha val="19607"/>
              </a:srgbClr>
            </a:solidFill>
            <a:ln w="9000" cap="rnd">
              <a:solidFill>
                <a:srgbClr val="FFE1B8">
                  <a:alpha val="1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pt1376"/>
            <p:cNvSpPr/>
            <p:nvPr/>
          </p:nvSpPr>
          <p:spPr>
            <a:xfrm>
              <a:off x="4141069" y="2515934"/>
              <a:ext cx="69970" cy="69970"/>
            </a:xfrm>
            <a:prstGeom prst="ellipse">
              <a:avLst/>
            </a:prstGeom>
            <a:solidFill>
              <a:srgbClr val="FFB444">
                <a:alpha val="34901"/>
              </a:srgbClr>
            </a:solidFill>
            <a:ln w="9000" cap="rnd">
              <a:solidFill>
                <a:srgbClr val="FFB444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pt1377"/>
            <p:cNvSpPr/>
            <p:nvPr/>
          </p:nvSpPr>
          <p:spPr>
            <a:xfrm>
              <a:off x="4143219" y="2573905"/>
              <a:ext cx="65670" cy="65670"/>
            </a:xfrm>
            <a:prstGeom prst="ellipse">
              <a:avLst/>
            </a:prstGeom>
            <a:solidFill>
              <a:srgbClr val="FFC674">
                <a:alpha val="29019"/>
              </a:srgbClr>
            </a:solidFill>
            <a:ln w="9000" cap="rnd">
              <a:solidFill>
                <a:srgbClr val="FFC674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pt1378"/>
            <p:cNvSpPr/>
            <p:nvPr/>
          </p:nvSpPr>
          <p:spPr>
            <a:xfrm>
              <a:off x="4151991" y="2531024"/>
              <a:ext cx="62194" cy="62194"/>
            </a:xfrm>
            <a:prstGeom prst="ellipse">
              <a:avLst/>
            </a:prstGeom>
            <a:solidFill>
              <a:srgbClr val="FFCB82">
                <a:alpha val="27058"/>
              </a:srgbClr>
            </a:solidFill>
            <a:ln w="9000" cap="rnd">
              <a:solidFill>
                <a:srgbClr val="FFCB82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pt1379"/>
            <p:cNvSpPr/>
            <p:nvPr/>
          </p:nvSpPr>
          <p:spPr>
            <a:xfrm>
              <a:off x="4125420" y="2652588"/>
              <a:ext cx="64390" cy="64390"/>
            </a:xfrm>
            <a:prstGeom prst="ellipse">
              <a:avLst/>
            </a:prstGeom>
            <a:solidFill>
              <a:srgbClr val="FFBF63">
                <a:alpha val="30980"/>
              </a:srgbClr>
            </a:solidFill>
            <a:ln w="9000" cap="rnd">
              <a:solidFill>
                <a:srgbClr val="FFBF63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pt1380"/>
            <p:cNvSpPr/>
            <p:nvPr/>
          </p:nvSpPr>
          <p:spPr>
            <a:xfrm>
              <a:off x="4174658" y="2103133"/>
              <a:ext cx="44926" cy="44926"/>
            </a:xfrm>
            <a:prstGeom prst="ellipse">
              <a:avLst/>
            </a:prstGeom>
            <a:solidFill>
              <a:srgbClr val="FFE5C0">
                <a:alpha val="18431"/>
              </a:srgbClr>
            </a:solidFill>
            <a:ln w="9000" cap="rnd">
              <a:solidFill>
                <a:srgbClr val="FFE5C0">
                  <a:alpha val="1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pt1381"/>
            <p:cNvSpPr/>
            <p:nvPr/>
          </p:nvSpPr>
          <p:spPr>
            <a:xfrm>
              <a:off x="4167245" y="1908615"/>
              <a:ext cx="59752" cy="59752"/>
            </a:xfrm>
            <a:prstGeom prst="ellipse">
              <a:avLst/>
            </a:prstGeom>
            <a:solidFill>
              <a:srgbClr val="FFE2B9">
                <a:alpha val="19607"/>
              </a:srgbClr>
            </a:solidFill>
            <a:ln w="9000" cap="rnd">
              <a:solidFill>
                <a:srgbClr val="FFE2B9">
                  <a:alpha val="1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pt1382"/>
            <p:cNvSpPr/>
            <p:nvPr/>
          </p:nvSpPr>
          <p:spPr>
            <a:xfrm>
              <a:off x="3210861" y="3368436"/>
              <a:ext cx="57137" cy="57137"/>
            </a:xfrm>
            <a:prstGeom prst="ellipse">
              <a:avLst/>
            </a:prstGeom>
            <a:solidFill>
              <a:srgbClr val="FF8D00">
                <a:alpha val="47058"/>
              </a:srgbClr>
            </a:solidFill>
            <a:ln w="9000" cap="rnd">
              <a:solidFill>
                <a:srgbClr val="FF8D00">
                  <a:alpha val="4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pt1383"/>
            <p:cNvSpPr/>
            <p:nvPr/>
          </p:nvSpPr>
          <p:spPr>
            <a:xfrm>
              <a:off x="4150424" y="2528740"/>
              <a:ext cx="69954" cy="69954"/>
            </a:xfrm>
            <a:prstGeom prst="ellipse">
              <a:avLst/>
            </a:prstGeom>
            <a:solidFill>
              <a:srgbClr val="FFBB58">
                <a:alpha val="32549"/>
              </a:srgbClr>
            </a:solidFill>
            <a:ln w="9000" cap="rnd">
              <a:solidFill>
                <a:srgbClr val="FFBB58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pt1384"/>
            <p:cNvSpPr/>
            <p:nvPr/>
          </p:nvSpPr>
          <p:spPr>
            <a:xfrm>
              <a:off x="4171927" y="2511487"/>
              <a:ext cx="59696" cy="59696"/>
            </a:xfrm>
            <a:prstGeom prst="ellipse">
              <a:avLst/>
            </a:prstGeom>
            <a:solidFill>
              <a:srgbClr val="FFD8A2">
                <a:alpha val="22745"/>
              </a:srgbClr>
            </a:solidFill>
            <a:ln w="9000" cap="rnd">
              <a:solidFill>
                <a:srgbClr val="FFD8A2">
                  <a:alpha val="2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pt1385"/>
            <p:cNvSpPr/>
            <p:nvPr/>
          </p:nvSpPr>
          <p:spPr>
            <a:xfrm>
              <a:off x="4159081" y="2488855"/>
              <a:ext cx="66771" cy="66771"/>
            </a:xfrm>
            <a:prstGeom prst="ellipse">
              <a:avLst/>
            </a:prstGeom>
            <a:solidFill>
              <a:srgbClr val="FFB74D">
                <a:alpha val="33725"/>
              </a:srgbClr>
            </a:solidFill>
            <a:ln w="9000" cap="rnd">
              <a:solidFill>
                <a:srgbClr val="FFB74D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pt1386"/>
            <p:cNvSpPr/>
            <p:nvPr/>
          </p:nvSpPr>
          <p:spPr>
            <a:xfrm>
              <a:off x="4171404" y="2448763"/>
              <a:ext cx="51434" cy="51434"/>
            </a:xfrm>
            <a:prstGeom prst="ellipse">
              <a:avLst/>
            </a:prstGeom>
            <a:solidFill>
              <a:srgbClr val="FFC471">
                <a:alpha val="29411"/>
              </a:srgbClr>
            </a:solidFill>
            <a:ln w="9000" cap="rnd">
              <a:solidFill>
                <a:srgbClr val="FFC471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pt1387"/>
            <p:cNvSpPr/>
            <p:nvPr/>
          </p:nvSpPr>
          <p:spPr>
            <a:xfrm>
              <a:off x="4173045" y="1846227"/>
              <a:ext cx="66769" cy="66769"/>
            </a:xfrm>
            <a:prstGeom prst="ellipse">
              <a:avLst/>
            </a:prstGeom>
            <a:solidFill>
              <a:srgbClr val="FFC97C">
                <a:alpha val="27843"/>
              </a:srgbClr>
            </a:solidFill>
            <a:ln w="9000" cap="rnd">
              <a:solidFill>
                <a:srgbClr val="FFC97C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pt1388"/>
            <p:cNvSpPr/>
            <p:nvPr/>
          </p:nvSpPr>
          <p:spPr>
            <a:xfrm>
              <a:off x="4175895" y="1848393"/>
              <a:ext cx="65619" cy="65619"/>
            </a:xfrm>
            <a:prstGeom prst="ellipse">
              <a:avLst/>
            </a:prstGeom>
            <a:solidFill>
              <a:srgbClr val="FFBB5A">
                <a:alpha val="32156"/>
              </a:srgbClr>
            </a:solidFill>
            <a:ln w="9000" cap="rnd">
              <a:solidFill>
                <a:srgbClr val="FFBB5A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pt1389"/>
            <p:cNvSpPr/>
            <p:nvPr/>
          </p:nvSpPr>
          <p:spPr>
            <a:xfrm>
              <a:off x="4174014" y="2235097"/>
              <a:ext cx="74000" cy="74000"/>
            </a:xfrm>
            <a:prstGeom prst="ellipse">
              <a:avLst/>
            </a:prstGeom>
            <a:solidFill>
              <a:srgbClr val="FF8C00">
                <a:alpha val="47058"/>
              </a:srgbClr>
            </a:solidFill>
            <a:ln w="9000" cap="rnd">
              <a:solidFill>
                <a:srgbClr val="FF8C00">
                  <a:alpha val="4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pt1390"/>
            <p:cNvSpPr/>
            <p:nvPr/>
          </p:nvSpPr>
          <p:spPr>
            <a:xfrm>
              <a:off x="4115432" y="2625384"/>
              <a:ext cx="61547" cy="61547"/>
            </a:xfrm>
            <a:prstGeom prst="ellipse">
              <a:avLst/>
            </a:prstGeom>
            <a:solidFill>
              <a:srgbClr val="FFCC84">
                <a:alpha val="26666"/>
              </a:srgbClr>
            </a:solidFill>
            <a:ln w="9000" cap="rnd">
              <a:solidFill>
                <a:srgbClr val="FFCC84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pt1391"/>
            <p:cNvSpPr/>
            <p:nvPr/>
          </p:nvSpPr>
          <p:spPr>
            <a:xfrm>
              <a:off x="4184672" y="3520968"/>
              <a:ext cx="80191" cy="80191"/>
            </a:xfrm>
            <a:prstGeom prst="ellipse">
              <a:avLst/>
            </a:prstGeom>
            <a:solidFill>
              <a:srgbClr val="FFC674">
                <a:alpha val="29019"/>
              </a:srgbClr>
            </a:solidFill>
            <a:ln w="9000" cap="rnd">
              <a:solidFill>
                <a:srgbClr val="FFC674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pt1392"/>
            <p:cNvSpPr/>
            <p:nvPr/>
          </p:nvSpPr>
          <p:spPr>
            <a:xfrm>
              <a:off x="4198702" y="3221919"/>
              <a:ext cx="79629" cy="79629"/>
            </a:xfrm>
            <a:prstGeom prst="ellipse">
              <a:avLst/>
            </a:prstGeom>
            <a:solidFill>
              <a:srgbClr val="FF5E00">
                <a:alpha val="58823"/>
              </a:srgbClr>
            </a:solidFill>
            <a:ln w="9000" cap="rnd">
              <a:solidFill>
                <a:srgbClr val="FF5E00">
                  <a:alpha val="5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pt1393"/>
            <p:cNvSpPr/>
            <p:nvPr/>
          </p:nvSpPr>
          <p:spPr>
            <a:xfrm>
              <a:off x="4283378" y="3238270"/>
              <a:ext cx="46928" cy="46928"/>
            </a:xfrm>
            <a:prstGeom prst="ellipse">
              <a:avLst/>
            </a:prstGeom>
            <a:solidFill>
              <a:srgbClr val="FF8000">
                <a:alpha val="50588"/>
              </a:srgbClr>
            </a:solidFill>
            <a:ln w="9000" cap="rnd">
              <a:solidFill>
                <a:srgbClr val="FF8000">
                  <a:alpha val="5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pt1394"/>
            <p:cNvSpPr/>
            <p:nvPr/>
          </p:nvSpPr>
          <p:spPr>
            <a:xfrm>
              <a:off x="4307525" y="3240461"/>
              <a:ext cx="42546" cy="42546"/>
            </a:xfrm>
            <a:prstGeom prst="ellipse">
              <a:avLst/>
            </a:prstGeom>
            <a:solidFill>
              <a:srgbClr val="FF8700">
                <a:alpha val="48627"/>
              </a:srgbClr>
            </a:solidFill>
            <a:ln w="9000" cap="rnd">
              <a:solidFill>
                <a:srgbClr val="FF8700">
                  <a:alpha val="4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pt1395"/>
            <p:cNvSpPr/>
            <p:nvPr/>
          </p:nvSpPr>
          <p:spPr>
            <a:xfrm>
              <a:off x="4342938" y="3240790"/>
              <a:ext cx="41887" cy="41887"/>
            </a:xfrm>
            <a:prstGeom prst="ellipse">
              <a:avLst/>
            </a:prstGeom>
            <a:solidFill>
              <a:srgbClr val="FF8C00">
                <a:alpha val="47450"/>
              </a:srgbClr>
            </a:solidFill>
            <a:ln w="9000" cap="rnd">
              <a:solidFill>
                <a:srgbClr val="FF8C00">
                  <a:alpha val="4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pt1396"/>
            <p:cNvSpPr/>
            <p:nvPr/>
          </p:nvSpPr>
          <p:spPr>
            <a:xfrm>
              <a:off x="4183378" y="3249284"/>
              <a:ext cx="101110" cy="101110"/>
            </a:xfrm>
            <a:prstGeom prst="ellipse">
              <a:avLst/>
            </a:prstGeom>
            <a:solidFill>
              <a:srgbClr val="FFAD2D">
                <a:alpha val="37254"/>
              </a:srgbClr>
            </a:solidFill>
            <a:ln w="9000" cap="rnd">
              <a:solidFill>
                <a:srgbClr val="FFAD2D">
                  <a:alpha val="3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pt1397"/>
            <p:cNvSpPr/>
            <p:nvPr/>
          </p:nvSpPr>
          <p:spPr>
            <a:xfrm>
              <a:off x="4194128" y="3394237"/>
              <a:ext cx="97946" cy="97946"/>
            </a:xfrm>
            <a:prstGeom prst="ellipse">
              <a:avLst/>
            </a:prstGeom>
            <a:solidFill>
              <a:srgbClr val="FFB74C">
                <a:alpha val="34117"/>
              </a:srgbClr>
            </a:solidFill>
            <a:ln w="9000" cap="rnd">
              <a:solidFill>
                <a:srgbClr val="FFB74C">
                  <a:alpha val="3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pt1398"/>
            <p:cNvSpPr/>
            <p:nvPr/>
          </p:nvSpPr>
          <p:spPr>
            <a:xfrm>
              <a:off x="4369933" y="3026709"/>
              <a:ext cx="52315" cy="52315"/>
            </a:xfrm>
            <a:prstGeom prst="ellipse">
              <a:avLst/>
            </a:prstGeom>
            <a:solidFill>
              <a:srgbClr val="FFCC84">
                <a:alpha val="26666"/>
              </a:srgbClr>
            </a:solidFill>
            <a:ln w="9000" cap="rnd">
              <a:solidFill>
                <a:srgbClr val="FFCC84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pt1399"/>
            <p:cNvSpPr/>
            <p:nvPr/>
          </p:nvSpPr>
          <p:spPr>
            <a:xfrm>
              <a:off x="4180725" y="3362710"/>
              <a:ext cx="97246" cy="97246"/>
            </a:xfrm>
            <a:prstGeom prst="ellipse">
              <a:avLst/>
            </a:prstGeom>
            <a:solidFill>
              <a:srgbClr val="FFA91E">
                <a:alpha val="38431"/>
              </a:srgbClr>
            </a:solidFill>
            <a:ln w="9000" cap="rnd">
              <a:solidFill>
                <a:srgbClr val="FFA91E">
                  <a:alpha val="3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pt1400"/>
            <p:cNvSpPr/>
            <p:nvPr/>
          </p:nvSpPr>
          <p:spPr>
            <a:xfrm>
              <a:off x="4382840" y="3389127"/>
              <a:ext cx="44412" cy="44412"/>
            </a:xfrm>
            <a:prstGeom prst="ellipse">
              <a:avLst/>
            </a:prstGeom>
            <a:solidFill>
              <a:srgbClr val="FFCD86">
                <a:alpha val="26666"/>
              </a:srgbClr>
            </a:solidFill>
            <a:ln w="9000" cap="rnd">
              <a:solidFill>
                <a:srgbClr val="FFCD86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pt1401"/>
            <p:cNvSpPr/>
            <p:nvPr/>
          </p:nvSpPr>
          <p:spPr>
            <a:xfrm>
              <a:off x="4193208" y="3287816"/>
              <a:ext cx="122926" cy="122926"/>
            </a:xfrm>
            <a:prstGeom prst="ellipse">
              <a:avLst/>
            </a:prstGeom>
            <a:solidFill>
              <a:srgbClr val="FF9A00">
                <a:alpha val="43137"/>
              </a:srgbClr>
            </a:solidFill>
            <a:ln w="9000" cap="rnd">
              <a:solidFill>
                <a:srgbClr val="FF9A00">
                  <a:alpha val="4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pt1402"/>
            <p:cNvSpPr/>
            <p:nvPr/>
          </p:nvSpPr>
          <p:spPr>
            <a:xfrm>
              <a:off x="4378326" y="3323345"/>
              <a:ext cx="51865" cy="51865"/>
            </a:xfrm>
            <a:prstGeom prst="ellipse">
              <a:avLst/>
            </a:prstGeom>
            <a:solidFill>
              <a:srgbClr val="FFC168">
                <a:alpha val="30588"/>
              </a:srgbClr>
            </a:solidFill>
            <a:ln w="9000" cap="rnd">
              <a:solidFill>
                <a:srgbClr val="FFC168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pt1403"/>
            <p:cNvSpPr/>
            <p:nvPr/>
          </p:nvSpPr>
          <p:spPr>
            <a:xfrm>
              <a:off x="4231117" y="3070086"/>
              <a:ext cx="112542" cy="112542"/>
            </a:xfrm>
            <a:prstGeom prst="ellipse">
              <a:avLst/>
            </a:prstGeom>
            <a:solidFill>
              <a:srgbClr val="FFB446">
                <a:alpha val="34901"/>
              </a:srgbClr>
            </a:solidFill>
            <a:ln w="9000" cap="rnd">
              <a:solidFill>
                <a:srgbClr val="FFB446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pt1404"/>
            <p:cNvSpPr/>
            <p:nvPr/>
          </p:nvSpPr>
          <p:spPr>
            <a:xfrm>
              <a:off x="4367716" y="3103585"/>
              <a:ext cx="45544" cy="45544"/>
            </a:xfrm>
            <a:prstGeom prst="ellipse">
              <a:avLst/>
            </a:prstGeom>
            <a:solidFill>
              <a:srgbClr val="FFCE88">
                <a:alpha val="26274"/>
              </a:srgbClr>
            </a:solidFill>
            <a:ln w="9000" cap="rnd">
              <a:solidFill>
                <a:srgbClr val="FFCE88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pt1405"/>
            <p:cNvSpPr/>
            <p:nvPr/>
          </p:nvSpPr>
          <p:spPr>
            <a:xfrm>
              <a:off x="4304888" y="2560115"/>
              <a:ext cx="59251" cy="59251"/>
            </a:xfrm>
            <a:prstGeom prst="ellipse">
              <a:avLst/>
            </a:prstGeom>
            <a:solidFill>
              <a:srgbClr val="FFC573">
                <a:alpha val="29019"/>
              </a:srgbClr>
            </a:solidFill>
            <a:ln w="9000" cap="rnd">
              <a:solidFill>
                <a:srgbClr val="FFC573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pt1406"/>
            <p:cNvSpPr/>
            <p:nvPr/>
          </p:nvSpPr>
          <p:spPr>
            <a:xfrm>
              <a:off x="4381796" y="2564880"/>
              <a:ext cx="49721" cy="49721"/>
            </a:xfrm>
            <a:prstGeom prst="ellipse">
              <a:avLst/>
            </a:prstGeom>
            <a:solidFill>
              <a:srgbClr val="FFCD87">
                <a:alpha val="26274"/>
              </a:srgbClr>
            </a:solidFill>
            <a:ln w="9000" cap="rnd">
              <a:solidFill>
                <a:srgbClr val="FFCD87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pt1407"/>
            <p:cNvSpPr/>
            <p:nvPr/>
          </p:nvSpPr>
          <p:spPr>
            <a:xfrm>
              <a:off x="4189468" y="2884329"/>
              <a:ext cx="79761" cy="79761"/>
            </a:xfrm>
            <a:prstGeom prst="ellipse">
              <a:avLst/>
            </a:prstGeom>
            <a:solidFill>
              <a:srgbClr val="FF8D00">
                <a:alpha val="47058"/>
              </a:srgbClr>
            </a:solidFill>
            <a:ln w="9000" cap="rnd">
              <a:solidFill>
                <a:srgbClr val="FF8D00">
                  <a:alpha val="4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pt1408"/>
            <p:cNvSpPr/>
            <p:nvPr/>
          </p:nvSpPr>
          <p:spPr>
            <a:xfrm>
              <a:off x="4187769" y="3336073"/>
              <a:ext cx="73997" cy="73997"/>
            </a:xfrm>
            <a:prstGeom prst="ellipse">
              <a:avLst/>
            </a:prstGeom>
            <a:solidFill>
              <a:srgbClr val="FFAE33">
                <a:alpha val="36862"/>
              </a:srgbClr>
            </a:solidFill>
            <a:ln w="9000" cap="rnd">
              <a:solidFill>
                <a:srgbClr val="FFAE33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pt1409"/>
            <p:cNvSpPr/>
            <p:nvPr/>
          </p:nvSpPr>
          <p:spPr>
            <a:xfrm>
              <a:off x="4280689" y="3349333"/>
              <a:ext cx="47476" cy="47476"/>
            </a:xfrm>
            <a:prstGeom prst="ellipse">
              <a:avLst/>
            </a:prstGeom>
            <a:solidFill>
              <a:srgbClr val="FFC26A">
                <a:alpha val="30196"/>
              </a:srgbClr>
            </a:solidFill>
            <a:ln w="9000" cap="rnd">
              <a:solidFill>
                <a:srgbClr val="FFC26A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pt1410"/>
            <p:cNvSpPr/>
            <p:nvPr/>
          </p:nvSpPr>
          <p:spPr>
            <a:xfrm>
              <a:off x="4372756" y="3352890"/>
              <a:ext cx="40363" cy="40363"/>
            </a:xfrm>
            <a:prstGeom prst="ellipse">
              <a:avLst/>
            </a:prstGeom>
            <a:solidFill>
              <a:srgbClr val="FFCD86">
                <a:alpha val="26666"/>
              </a:srgbClr>
            </a:solidFill>
            <a:ln w="9000" cap="rnd">
              <a:solidFill>
                <a:srgbClr val="FFCD86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pt1411"/>
            <p:cNvSpPr/>
            <p:nvPr/>
          </p:nvSpPr>
          <p:spPr>
            <a:xfrm>
              <a:off x="4346122" y="3105998"/>
              <a:ext cx="53317" cy="53317"/>
            </a:xfrm>
            <a:prstGeom prst="ellipse">
              <a:avLst/>
            </a:prstGeom>
            <a:solidFill>
              <a:srgbClr val="FFC573">
                <a:alpha val="29019"/>
              </a:srgbClr>
            </a:solidFill>
            <a:ln w="9000" cap="rnd">
              <a:solidFill>
                <a:srgbClr val="FFC573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pt1412"/>
            <p:cNvSpPr/>
            <p:nvPr/>
          </p:nvSpPr>
          <p:spPr>
            <a:xfrm>
              <a:off x="4370739" y="3069740"/>
              <a:ext cx="52300" cy="52300"/>
            </a:xfrm>
            <a:prstGeom prst="ellipse">
              <a:avLst/>
            </a:prstGeom>
            <a:solidFill>
              <a:srgbClr val="FFC470">
                <a:alpha val="29411"/>
              </a:srgbClr>
            </a:solidFill>
            <a:ln w="9000" cap="rnd">
              <a:solidFill>
                <a:srgbClr val="FFC470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pt1413"/>
            <p:cNvSpPr/>
            <p:nvPr/>
          </p:nvSpPr>
          <p:spPr>
            <a:xfrm>
              <a:off x="4414197" y="3071025"/>
              <a:ext cx="49730" cy="49730"/>
            </a:xfrm>
            <a:prstGeom prst="ellipse">
              <a:avLst/>
            </a:prstGeom>
            <a:solidFill>
              <a:srgbClr val="FFC676">
                <a:alpha val="28627"/>
              </a:srgbClr>
            </a:solidFill>
            <a:ln w="9000" cap="rnd">
              <a:solidFill>
                <a:srgbClr val="FFC676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pt1414"/>
            <p:cNvSpPr/>
            <p:nvPr/>
          </p:nvSpPr>
          <p:spPr>
            <a:xfrm>
              <a:off x="4367847" y="3079629"/>
              <a:ext cx="51791" cy="51791"/>
            </a:xfrm>
            <a:prstGeom prst="ellipse">
              <a:avLst/>
            </a:prstGeom>
            <a:solidFill>
              <a:srgbClr val="FFC778">
                <a:alpha val="28235"/>
              </a:srgbClr>
            </a:solidFill>
            <a:ln w="9000" cap="rnd">
              <a:solidFill>
                <a:srgbClr val="FFC778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pt1415"/>
            <p:cNvSpPr/>
            <p:nvPr/>
          </p:nvSpPr>
          <p:spPr>
            <a:xfrm>
              <a:off x="4184830" y="3480808"/>
              <a:ext cx="93587" cy="93587"/>
            </a:xfrm>
            <a:prstGeom prst="ellipse">
              <a:avLst/>
            </a:prstGeom>
            <a:solidFill>
              <a:srgbClr val="FFB64B">
                <a:alpha val="34117"/>
              </a:srgbClr>
            </a:solidFill>
            <a:ln w="9000" cap="rnd">
              <a:solidFill>
                <a:srgbClr val="FFB64B">
                  <a:alpha val="3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pt1416"/>
            <p:cNvSpPr/>
            <p:nvPr/>
          </p:nvSpPr>
          <p:spPr>
            <a:xfrm>
              <a:off x="4195373" y="3321028"/>
              <a:ext cx="81668" cy="81668"/>
            </a:xfrm>
            <a:prstGeom prst="ellipse">
              <a:avLst/>
            </a:prstGeom>
            <a:solidFill>
              <a:srgbClr val="FFBE5F">
                <a:alpha val="31764"/>
              </a:srgbClr>
            </a:solidFill>
            <a:ln w="9000" cap="rnd">
              <a:solidFill>
                <a:srgbClr val="FFBE5F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pt1417"/>
            <p:cNvSpPr/>
            <p:nvPr/>
          </p:nvSpPr>
          <p:spPr>
            <a:xfrm>
              <a:off x="4410036" y="3052739"/>
              <a:ext cx="45103" cy="45103"/>
            </a:xfrm>
            <a:prstGeom prst="ellipse">
              <a:avLst/>
            </a:prstGeom>
            <a:solidFill>
              <a:srgbClr val="FFCA7F">
                <a:alpha val="27450"/>
              </a:srgbClr>
            </a:solidFill>
            <a:ln w="9000" cap="rnd">
              <a:solidFill>
                <a:srgbClr val="FFCA7F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pt1418"/>
            <p:cNvSpPr/>
            <p:nvPr/>
          </p:nvSpPr>
          <p:spPr>
            <a:xfrm>
              <a:off x="4353161" y="3051558"/>
              <a:ext cx="47464" cy="47464"/>
            </a:xfrm>
            <a:prstGeom prst="ellipse">
              <a:avLst/>
            </a:prstGeom>
            <a:solidFill>
              <a:srgbClr val="FFC97C">
                <a:alpha val="27843"/>
              </a:srgbClr>
            </a:solidFill>
            <a:ln w="9000" cap="rnd">
              <a:solidFill>
                <a:srgbClr val="FFC97C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pt1419"/>
            <p:cNvSpPr/>
            <p:nvPr/>
          </p:nvSpPr>
          <p:spPr>
            <a:xfrm>
              <a:off x="4190722" y="3238901"/>
              <a:ext cx="77252" cy="77252"/>
            </a:xfrm>
            <a:prstGeom prst="ellipse">
              <a:avLst/>
            </a:prstGeom>
            <a:solidFill>
              <a:srgbClr val="FFAA24">
                <a:alpha val="38039"/>
              </a:srgbClr>
            </a:solidFill>
            <a:ln w="9000" cap="rnd">
              <a:solidFill>
                <a:srgbClr val="FFAA24">
                  <a:alpha val="3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pt1420"/>
            <p:cNvSpPr/>
            <p:nvPr/>
          </p:nvSpPr>
          <p:spPr>
            <a:xfrm>
              <a:off x="4399555" y="3266315"/>
              <a:ext cx="22426" cy="22426"/>
            </a:xfrm>
            <a:prstGeom prst="ellipse">
              <a:avLst/>
            </a:prstGeom>
            <a:solidFill>
              <a:srgbClr val="FFE7C5">
                <a:alpha val="18039"/>
              </a:srgbClr>
            </a:solidFill>
            <a:ln w="9000" cap="rnd">
              <a:solidFill>
                <a:srgbClr val="FFE7C5">
                  <a:alpha val="1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pt1421"/>
            <p:cNvSpPr/>
            <p:nvPr/>
          </p:nvSpPr>
          <p:spPr>
            <a:xfrm>
              <a:off x="4424811" y="3255945"/>
              <a:ext cx="43164" cy="43164"/>
            </a:xfrm>
            <a:prstGeom prst="ellipse">
              <a:avLst/>
            </a:prstGeom>
            <a:solidFill>
              <a:srgbClr val="FFC676">
                <a:alpha val="28627"/>
              </a:srgbClr>
            </a:solidFill>
            <a:ln w="9000" cap="rnd">
              <a:solidFill>
                <a:srgbClr val="FFC676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pt1422"/>
            <p:cNvSpPr/>
            <p:nvPr/>
          </p:nvSpPr>
          <p:spPr>
            <a:xfrm>
              <a:off x="4281405" y="3255306"/>
              <a:ext cx="44442" cy="44442"/>
            </a:xfrm>
            <a:prstGeom prst="ellipse">
              <a:avLst/>
            </a:prstGeom>
            <a:solidFill>
              <a:srgbClr val="FFC36D">
                <a:alpha val="29803"/>
              </a:srgbClr>
            </a:solidFill>
            <a:ln w="9000" cap="rnd">
              <a:solidFill>
                <a:srgbClr val="FFC36D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pt1423"/>
            <p:cNvSpPr/>
            <p:nvPr/>
          </p:nvSpPr>
          <p:spPr>
            <a:xfrm>
              <a:off x="4183688" y="2269001"/>
              <a:ext cx="72989" cy="72989"/>
            </a:xfrm>
            <a:prstGeom prst="ellipse">
              <a:avLst/>
            </a:prstGeom>
            <a:solidFill>
              <a:srgbClr val="FF8600">
                <a:alpha val="49019"/>
              </a:srgbClr>
            </a:solidFill>
            <a:ln w="9000" cap="rnd">
              <a:solidFill>
                <a:srgbClr val="FF8600">
                  <a:alpha val="4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pt1424"/>
            <p:cNvSpPr/>
            <p:nvPr/>
          </p:nvSpPr>
          <p:spPr>
            <a:xfrm>
              <a:off x="4335698" y="2840666"/>
              <a:ext cx="48136" cy="48136"/>
            </a:xfrm>
            <a:prstGeom prst="ellipse">
              <a:avLst/>
            </a:prstGeom>
            <a:solidFill>
              <a:srgbClr val="FFD69B">
                <a:alpha val="23529"/>
              </a:srgbClr>
            </a:solidFill>
            <a:ln w="9000" cap="rnd">
              <a:solidFill>
                <a:srgbClr val="FFD69B">
                  <a:alpha val="2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pt1425"/>
            <p:cNvSpPr/>
            <p:nvPr/>
          </p:nvSpPr>
          <p:spPr>
            <a:xfrm>
              <a:off x="4427906" y="2842209"/>
              <a:ext cx="45052" cy="45052"/>
            </a:xfrm>
            <a:prstGeom prst="ellipse">
              <a:avLst/>
            </a:prstGeom>
            <a:solidFill>
              <a:srgbClr val="FFD9A4">
                <a:alpha val="22352"/>
              </a:srgbClr>
            </a:solidFill>
            <a:ln w="9000" cap="rnd">
              <a:solidFill>
                <a:srgbClr val="FFD9A4">
                  <a:alpha val="2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pt1426"/>
            <p:cNvSpPr/>
            <p:nvPr/>
          </p:nvSpPr>
          <p:spPr>
            <a:xfrm>
              <a:off x="4496396" y="3188798"/>
              <a:ext cx="18391" cy="18391"/>
            </a:xfrm>
            <a:prstGeom prst="ellipse">
              <a:avLst/>
            </a:prstGeom>
            <a:solidFill>
              <a:srgbClr val="FFF6EA">
                <a:alpha val="12941"/>
              </a:srgbClr>
            </a:solidFill>
            <a:ln w="9000" cap="rnd">
              <a:solidFill>
                <a:srgbClr val="FFF6EA">
                  <a:alpha val="1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pt1427"/>
            <p:cNvSpPr/>
            <p:nvPr/>
          </p:nvSpPr>
          <p:spPr>
            <a:xfrm>
              <a:off x="4373387" y="3167122"/>
              <a:ext cx="61744" cy="61744"/>
            </a:xfrm>
            <a:prstGeom prst="ellipse">
              <a:avLst/>
            </a:prstGeom>
            <a:solidFill>
              <a:srgbClr val="FFBA56">
                <a:alpha val="32941"/>
              </a:srgbClr>
            </a:solidFill>
            <a:ln w="9000" cap="rnd">
              <a:solidFill>
                <a:srgbClr val="FFBA56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pt1428"/>
            <p:cNvSpPr/>
            <p:nvPr/>
          </p:nvSpPr>
          <p:spPr>
            <a:xfrm>
              <a:off x="4300222" y="3175132"/>
              <a:ext cx="45724" cy="45724"/>
            </a:xfrm>
            <a:prstGeom prst="ellipse">
              <a:avLst/>
            </a:prstGeom>
            <a:solidFill>
              <a:srgbClr val="FFC778">
                <a:alpha val="28235"/>
              </a:srgbClr>
            </a:solidFill>
            <a:ln w="9000" cap="rnd">
              <a:solidFill>
                <a:srgbClr val="FFC778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pt1429"/>
            <p:cNvSpPr/>
            <p:nvPr/>
          </p:nvSpPr>
          <p:spPr>
            <a:xfrm>
              <a:off x="4453628" y="3172826"/>
              <a:ext cx="50335" cy="50335"/>
            </a:xfrm>
            <a:prstGeom prst="ellipse">
              <a:avLst/>
            </a:prstGeom>
            <a:solidFill>
              <a:srgbClr val="FFC470">
                <a:alpha val="29411"/>
              </a:srgbClr>
            </a:solidFill>
            <a:ln w="9000" cap="rnd">
              <a:solidFill>
                <a:srgbClr val="FFC470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pt1430"/>
            <p:cNvSpPr/>
            <p:nvPr/>
          </p:nvSpPr>
          <p:spPr>
            <a:xfrm>
              <a:off x="4432546" y="3180108"/>
              <a:ext cx="35772" cy="35772"/>
            </a:xfrm>
            <a:prstGeom prst="ellipse">
              <a:avLst/>
            </a:prstGeom>
            <a:solidFill>
              <a:srgbClr val="FFD498">
                <a:alpha val="23921"/>
              </a:srgbClr>
            </a:solidFill>
            <a:ln w="9000" cap="rnd">
              <a:solidFill>
                <a:srgbClr val="FFD498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pt1431"/>
            <p:cNvSpPr/>
            <p:nvPr/>
          </p:nvSpPr>
          <p:spPr>
            <a:xfrm>
              <a:off x="4440573" y="2993159"/>
              <a:ext cx="65079" cy="65079"/>
            </a:xfrm>
            <a:prstGeom prst="ellipse">
              <a:avLst/>
            </a:prstGeom>
            <a:solidFill>
              <a:srgbClr val="FFBC5C">
                <a:alpha val="32156"/>
              </a:srgbClr>
            </a:solidFill>
            <a:ln w="9000" cap="rnd">
              <a:solidFill>
                <a:srgbClr val="FFBC5C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pt1432"/>
            <p:cNvSpPr/>
            <p:nvPr/>
          </p:nvSpPr>
          <p:spPr>
            <a:xfrm>
              <a:off x="4283313" y="2889922"/>
              <a:ext cx="48682" cy="48682"/>
            </a:xfrm>
            <a:prstGeom prst="ellipse">
              <a:avLst/>
            </a:prstGeom>
            <a:solidFill>
              <a:srgbClr val="FFCB81">
                <a:alpha val="27058"/>
              </a:srgbClr>
            </a:solidFill>
            <a:ln w="9000" cap="rnd">
              <a:solidFill>
                <a:srgbClr val="FFCB81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pt1433"/>
            <p:cNvSpPr/>
            <p:nvPr/>
          </p:nvSpPr>
          <p:spPr>
            <a:xfrm>
              <a:off x="4338152" y="2890196"/>
              <a:ext cx="48133" cy="48133"/>
            </a:xfrm>
            <a:prstGeom prst="ellipse">
              <a:avLst/>
            </a:prstGeom>
            <a:solidFill>
              <a:srgbClr val="FFCE89">
                <a:alpha val="25882"/>
              </a:srgbClr>
            </a:solidFill>
            <a:ln w="9000" cap="rnd">
              <a:solidFill>
                <a:srgbClr val="FFCE89">
                  <a:alpha val="2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pt1434"/>
            <p:cNvSpPr/>
            <p:nvPr/>
          </p:nvSpPr>
          <p:spPr>
            <a:xfrm>
              <a:off x="4463078" y="2892029"/>
              <a:ext cx="44467" cy="44467"/>
            </a:xfrm>
            <a:prstGeom prst="ellipse">
              <a:avLst/>
            </a:prstGeom>
            <a:solidFill>
              <a:srgbClr val="FFC777">
                <a:alpha val="28627"/>
              </a:srgbClr>
            </a:solidFill>
            <a:ln w="9000" cap="rnd">
              <a:solidFill>
                <a:srgbClr val="FFC777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pt1435"/>
            <p:cNvSpPr/>
            <p:nvPr/>
          </p:nvSpPr>
          <p:spPr>
            <a:xfrm>
              <a:off x="4474974" y="3234629"/>
              <a:ext cx="25455" cy="25455"/>
            </a:xfrm>
            <a:prstGeom prst="ellipse">
              <a:avLst/>
            </a:prstGeom>
            <a:solidFill>
              <a:srgbClr val="FFE3BD">
                <a:alpha val="18823"/>
              </a:srgbClr>
            </a:solidFill>
            <a:ln w="9000" cap="rnd">
              <a:solidFill>
                <a:srgbClr val="FFE3BD">
                  <a:alpha val="1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pt1436"/>
            <p:cNvSpPr/>
            <p:nvPr/>
          </p:nvSpPr>
          <p:spPr>
            <a:xfrm>
              <a:off x="4432139" y="3229064"/>
              <a:ext cx="36585" cy="36585"/>
            </a:xfrm>
            <a:prstGeom prst="ellipse">
              <a:avLst/>
            </a:prstGeom>
            <a:solidFill>
              <a:srgbClr val="FFD396">
                <a:alpha val="24313"/>
              </a:srgbClr>
            </a:solidFill>
            <a:ln w="9000" cap="rnd">
              <a:solidFill>
                <a:srgbClr val="FFD396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pt1437"/>
            <p:cNvSpPr/>
            <p:nvPr/>
          </p:nvSpPr>
          <p:spPr>
            <a:xfrm>
              <a:off x="4462264" y="2884683"/>
              <a:ext cx="62222" cy="62222"/>
            </a:xfrm>
            <a:prstGeom prst="ellipse">
              <a:avLst/>
            </a:prstGeom>
            <a:solidFill>
              <a:srgbClr val="FFB954">
                <a:alpha val="32941"/>
              </a:srgbClr>
            </a:solidFill>
            <a:ln w="9000" cap="rnd">
              <a:solidFill>
                <a:srgbClr val="FFB954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pt1438"/>
            <p:cNvSpPr/>
            <p:nvPr/>
          </p:nvSpPr>
          <p:spPr>
            <a:xfrm>
              <a:off x="4392340" y="2890101"/>
              <a:ext cx="51386" cy="51386"/>
            </a:xfrm>
            <a:prstGeom prst="ellipse">
              <a:avLst/>
            </a:prstGeom>
            <a:solidFill>
              <a:srgbClr val="FFC470">
                <a:alpha val="29411"/>
              </a:srgbClr>
            </a:solidFill>
            <a:ln w="9000" cap="rnd">
              <a:solidFill>
                <a:srgbClr val="FFC470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pt1439"/>
            <p:cNvSpPr/>
            <p:nvPr/>
          </p:nvSpPr>
          <p:spPr>
            <a:xfrm>
              <a:off x="4403164" y="2332646"/>
              <a:ext cx="49251" cy="49251"/>
            </a:xfrm>
            <a:prstGeom prst="ellipse">
              <a:avLst/>
            </a:prstGeom>
            <a:solidFill>
              <a:srgbClr val="FFCF8C">
                <a:alpha val="25490"/>
              </a:srgbClr>
            </a:solidFill>
            <a:ln w="9000" cap="rnd">
              <a:solidFill>
                <a:srgbClr val="FFCF8C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pt1440"/>
            <p:cNvSpPr/>
            <p:nvPr/>
          </p:nvSpPr>
          <p:spPr>
            <a:xfrm>
              <a:off x="4360557" y="3117814"/>
              <a:ext cx="51807" cy="51807"/>
            </a:xfrm>
            <a:prstGeom prst="ellipse">
              <a:avLst/>
            </a:prstGeom>
            <a:solidFill>
              <a:srgbClr val="FFB953">
                <a:alpha val="33333"/>
              </a:srgbClr>
            </a:solidFill>
            <a:ln w="9000" cap="rnd">
              <a:solidFill>
                <a:srgbClr val="FFB953">
                  <a:alpha val="3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pt1441"/>
            <p:cNvSpPr/>
            <p:nvPr/>
          </p:nvSpPr>
          <p:spPr>
            <a:xfrm>
              <a:off x="4298710" y="3118535"/>
              <a:ext cx="50363" cy="50363"/>
            </a:xfrm>
            <a:prstGeom prst="ellipse">
              <a:avLst/>
            </a:prstGeom>
            <a:solidFill>
              <a:srgbClr val="FFBB57">
                <a:alpha val="32549"/>
              </a:srgbClr>
            </a:solidFill>
            <a:ln w="9000" cap="rnd">
              <a:solidFill>
                <a:srgbClr val="FFBB57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pt1442"/>
            <p:cNvSpPr/>
            <p:nvPr/>
          </p:nvSpPr>
          <p:spPr>
            <a:xfrm>
              <a:off x="4411373" y="3114379"/>
              <a:ext cx="58675" cy="58675"/>
            </a:xfrm>
            <a:prstGeom prst="ellipse">
              <a:avLst/>
            </a:prstGeom>
            <a:solidFill>
              <a:srgbClr val="FFB343">
                <a:alpha val="35294"/>
              </a:srgbClr>
            </a:solidFill>
            <a:ln w="9000" cap="rnd">
              <a:solidFill>
                <a:srgbClr val="FFB343">
                  <a:alpha val="3529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pt1443"/>
            <p:cNvSpPr/>
            <p:nvPr/>
          </p:nvSpPr>
          <p:spPr>
            <a:xfrm>
              <a:off x="4464662" y="3121476"/>
              <a:ext cx="44478" cy="44478"/>
            </a:xfrm>
            <a:prstGeom prst="ellipse">
              <a:avLst/>
            </a:prstGeom>
            <a:solidFill>
              <a:srgbClr val="FFBE61">
                <a:alpha val="31372"/>
              </a:srgbClr>
            </a:solidFill>
            <a:ln w="9000" cap="rnd">
              <a:solidFill>
                <a:srgbClr val="FFBE61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pt1444"/>
            <p:cNvSpPr/>
            <p:nvPr/>
          </p:nvSpPr>
          <p:spPr>
            <a:xfrm>
              <a:off x="4481212" y="3121783"/>
              <a:ext cx="43866" cy="43866"/>
            </a:xfrm>
            <a:prstGeom prst="ellipse">
              <a:avLst/>
            </a:prstGeom>
            <a:solidFill>
              <a:srgbClr val="FFBE61">
                <a:alpha val="31372"/>
              </a:srgbClr>
            </a:solidFill>
            <a:ln w="9000" cap="rnd">
              <a:solidFill>
                <a:srgbClr val="FFBE61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pt1445"/>
            <p:cNvSpPr/>
            <p:nvPr/>
          </p:nvSpPr>
          <p:spPr>
            <a:xfrm>
              <a:off x="4182906" y="2913973"/>
              <a:ext cx="92885" cy="92885"/>
            </a:xfrm>
            <a:prstGeom prst="ellipse">
              <a:avLst/>
            </a:prstGeom>
            <a:solidFill>
              <a:srgbClr val="FFA819">
                <a:alpha val="38823"/>
              </a:srgbClr>
            </a:solidFill>
            <a:ln w="9000" cap="rnd">
              <a:solidFill>
                <a:srgbClr val="FFA819">
                  <a:alpha val="3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pt1446"/>
            <p:cNvSpPr/>
            <p:nvPr/>
          </p:nvSpPr>
          <p:spPr>
            <a:xfrm>
              <a:off x="4451022" y="2917259"/>
              <a:ext cx="86315" cy="86315"/>
            </a:xfrm>
            <a:prstGeom prst="ellipse">
              <a:avLst/>
            </a:prstGeom>
            <a:solidFill>
              <a:srgbClr val="FFAD2E">
                <a:alpha val="37254"/>
              </a:srgbClr>
            </a:solidFill>
            <a:ln w="9000" cap="rnd">
              <a:solidFill>
                <a:srgbClr val="FFAD2E">
                  <a:alpha val="3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pt1447"/>
            <p:cNvSpPr/>
            <p:nvPr/>
          </p:nvSpPr>
          <p:spPr>
            <a:xfrm>
              <a:off x="4279489" y="2937871"/>
              <a:ext cx="45090" cy="45090"/>
            </a:xfrm>
            <a:prstGeom prst="ellipse">
              <a:avLst/>
            </a:prstGeom>
            <a:solidFill>
              <a:srgbClr val="FFC574">
                <a:alpha val="29019"/>
              </a:srgbClr>
            </a:solidFill>
            <a:ln w="9000" cap="rnd">
              <a:solidFill>
                <a:srgbClr val="FFC574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pt1448"/>
            <p:cNvSpPr/>
            <p:nvPr/>
          </p:nvSpPr>
          <p:spPr>
            <a:xfrm>
              <a:off x="4387501" y="2936362"/>
              <a:ext cx="48108" cy="48108"/>
            </a:xfrm>
            <a:prstGeom prst="ellipse">
              <a:avLst/>
            </a:prstGeom>
            <a:solidFill>
              <a:srgbClr val="FFCA7E">
                <a:alpha val="27450"/>
              </a:srgbClr>
            </a:solidFill>
            <a:ln w="9000" cap="rnd">
              <a:solidFill>
                <a:srgbClr val="FFCA7E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pt1449"/>
            <p:cNvSpPr/>
            <p:nvPr/>
          </p:nvSpPr>
          <p:spPr>
            <a:xfrm>
              <a:off x="4361405" y="2936155"/>
              <a:ext cx="48522" cy="48522"/>
            </a:xfrm>
            <a:prstGeom prst="ellipse">
              <a:avLst/>
            </a:prstGeom>
            <a:solidFill>
              <a:srgbClr val="FFC87A">
                <a:alpha val="28235"/>
              </a:srgbClr>
            </a:solidFill>
            <a:ln w="9000" cap="rnd">
              <a:solidFill>
                <a:srgbClr val="FFC87A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pt1450"/>
            <p:cNvSpPr/>
            <p:nvPr/>
          </p:nvSpPr>
          <p:spPr>
            <a:xfrm>
              <a:off x="4479860" y="2900865"/>
              <a:ext cx="20598" cy="20598"/>
            </a:xfrm>
            <a:prstGeom prst="ellipse">
              <a:avLst/>
            </a:prstGeom>
            <a:solidFill>
              <a:srgbClr val="FFF4E4">
                <a:alpha val="13725"/>
              </a:srgbClr>
            </a:solidFill>
            <a:ln w="9000" cap="rnd">
              <a:solidFill>
                <a:srgbClr val="FFF4E4">
                  <a:alpha val="1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pt1451"/>
            <p:cNvSpPr/>
            <p:nvPr/>
          </p:nvSpPr>
          <p:spPr>
            <a:xfrm>
              <a:off x="4404601" y="2883949"/>
              <a:ext cx="54427" cy="54427"/>
            </a:xfrm>
            <a:prstGeom prst="ellipse">
              <a:avLst/>
            </a:prstGeom>
            <a:solidFill>
              <a:srgbClr val="FFC573">
                <a:alpha val="29019"/>
              </a:srgbClr>
            </a:solidFill>
            <a:ln w="9000" cap="rnd">
              <a:solidFill>
                <a:srgbClr val="FFC573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pt1452"/>
            <p:cNvSpPr/>
            <p:nvPr/>
          </p:nvSpPr>
          <p:spPr>
            <a:xfrm>
              <a:off x="4485144" y="2991942"/>
              <a:ext cx="45761" cy="45761"/>
            </a:xfrm>
            <a:prstGeom prst="ellipse">
              <a:avLst/>
            </a:prstGeom>
            <a:solidFill>
              <a:srgbClr val="FFC87A">
                <a:alpha val="28235"/>
              </a:srgbClr>
            </a:solidFill>
            <a:ln w="9000" cap="rnd">
              <a:solidFill>
                <a:srgbClr val="FFC87A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pt1453"/>
            <p:cNvSpPr/>
            <p:nvPr/>
          </p:nvSpPr>
          <p:spPr>
            <a:xfrm>
              <a:off x="4408272" y="2986398"/>
              <a:ext cx="56848" cy="56848"/>
            </a:xfrm>
            <a:prstGeom prst="ellipse">
              <a:avLst/>
            </a:prstGeom>
            <a:solidFill>
              <a:srgbClr val="FFC26B">
                <a:alpha val="30196"/>
              </a:srgbClr>
            </a:solidFill>
            <a:ln w="9000" cap="rnd">
              <a:solidFill>
                <a:srgbClr val="FFC26B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pt1454"/>
            <p:cNvSpPr/>
            <p:nvPr/>
          </p:nvSpPr>
          <p:spPr>
            <a:xfrm>
              <a:off x="4453478" y="2999226"/>
              <a:ext cx="31192" cy="31192"/>
            </a:xfrm>
            <a:prstGeom prst="ellipse">
              <a:avLst/>
            </a:prstGeom>
            <a:solidFill>
              <a:srgbClr val="FFDCAC">
                <a:alpha val="21176"/>
              </a:srgbClr>
            </a:solidFill>
            <a:ln w="9000" cap="rnd">
              <a:solidFill>
                <a:srgbClr val="FFDCAC">
                  <a:alpha val="2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pt1455"/>
            <p:cNvSpPr/>
            <p:nvPr/>
          </p:nvSpPr>
          <p:spPr>
            <a:xfrm>
              <a:off x="4468830" y="3096055"/>
              <a:ext cx="54009" cy="54009"/>
            </a:xfrm>
            <a:prstGeom prst="ellipse">
              <a:avLst/>
            </a:prstGeom>
            <a:solidFill>
              <a:srgbClr val="FFB851">
                <a:alpha val="33333"/>
              </a:srgbClr>
            </a:solidFill>
            <a:ln w="9000" cap="rnd">
              <a:solidFill>
                <a:srgbClr val="FFB851">
                  <a:alpha val="3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pt1456"/>
            <p:cNvSpPr/>
            <p:nvPr/>
          </p:nvSpPr>
          <p:spPr>
            <a:xfrm>
              <a:off x="4408862" y="3099334"/>
              <a:ext cx="47451" cy="47451"/>
            </a:xfrm>
            <a:prstGeom prst="ellipse">
              <a:avLst/>
            </a:prstGeom>
            <a:solidFill>
              <a:srgbClr val="FFC36C">
                <a:alpha val="29803"/>
              </a:srgbClr>
            </a:solidFill>
            <a:ln w="9000" cap="rnd">
              <a:solidFill>
                <a:srgbClr val="FFC36C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pt1457"/>
            <p:cNvSpPr/>
            <p:nvPr/>
          </p:nvSpPr>
          <p:spPr>
            <a:xfrm>
              <a:off x="4190525" y="3217525"/>
              <a:ext cx="82197" cy="82197"/>
            </a:xfrm>
            <a:prstGeom prst="ellipse">
              <a:avLst/>
            </a:prstGeom>
            <a:solidFill>
              <a:srgbClr val="FFAD2E">
                <a:alpha val="37254"/>
              </a:srgbClr>
            </a:solidFill>
            <a:ln w="9000" cap="rnd">
              <a:solidFill>
                <a:srgbClr val="FFAD2E">
                  <a:alpha val="3725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pt1458"/>
            <p:cNvSpPr/>
            <p:nvPr/>
          </p:nvSpPr>
          <p:spPr>
            <a:xfrm>
              <a:off x="4462805" y="3233726"/>
              <a:ext cx="49794" cy="49794"/>
            </a:xfrm>
            <a:prstGeom prst="ellipse">
              <a:avLst/>
            </a:prstGeom>
            <a:solidFill>
              <a:srgbClr val="FFC168">
                <a:alpha val="30588"/>
              </a:srgbClr>
            </a:solidFill>
            <a:ln w="9000" cap="rnd">
              <a:solidFill>
                <a:srgbClr val="FFC168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pt1459"/>
            <p:cNvSpPr/>
            <p:nvPr/>
          </p:nvSpPr>
          <p:spPr>
            <a:xfrm>
              <a:off x="4281411" y="3227481"/>
              <a:ext cx="62284" cy="62284"/>
            </a:xfrm>
            <a:prstGeom prst="ellipse">
              <a:avLst/>
            </a:prstGeom>
            <a:solidFill>
              <a:srgbClr val="FFBB57">
                <a:alpha val="32549"/>
              </a:srgbClr>
            </a:solidFill>
            <a:ln w="9000" cap="rnd">
              <a:solidFill>
                <a:srgbClr val="FFBB57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pt1460"/>
            <p:cNvSpPr/>
            <p:nvPr/>
          </p:nvSpPr>
          <p:spPr>
            <a:xfrm>
              <a:off x="4444950" y="3237725"/>
              <a:ext cx="41795" cy="41795"/>
            </a:xfrm>
            <a:prstGeom prst="ellipse">
              <a:avLst/>
            </a:prstGeom>
            <a:solidFill>
              <a:srgbClr val="FFCB83">
                <a:alpha val="27058"/>
              </a:srgbClr>
            </a:solidFill>
            <a:ln w="9000" cap="rnd">
              <a:solidFill>
                <a:srgbClr val="FFCB83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pt1461"/>
            <p:cNvSpPr/>
            <p:nvPr/>
          </p:nvSpPr>
          <p:spPr>
            <a:xfrm>
              <a:off x="4483721" y="3368670"/>
              <a:ext cx="46946" cy="46946"/>
            </a:xfrm>
            <a:prstGeom prst="ellipse">
              <a:avLst/>
            </a:prstGeom>
            <a:solidFill>
              <a:srgbClr val="FFD59A">
                <a:alpha val="23921"/>
              </a:srgbClr>
            </a:solidFill>
            <a:ln w="9000" cap="rnd">
              <a:solidFill>
                <a:srgbClr val="FFD59A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pt1462"/>
            <p:cNvSpPr/>
            <p:nvPr/>
          </p:nvSpPr>
          <p:spPr>
            <a:xfrm>
              <a:off x="4448306" y="3028167"/>
              <a:ext cx="46315" cy="46315"/>
            </a:xfrm>
            <a:prstGeom prst="ellipse">
              <a:avLst/>
            </a:prstGeom>
            <a:solidFill>
              <a:srgbClr val="FFC87B">
                <a:alpha val="27843"/>
              </a:srgbClr>
            </a:solidFill>
            <a:ln w="9000" cap="rnd">
              <a:solidFill>
                <a:srgbClr val="FFC87B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pt1463"/>
            <p:cNvSpPr/>
            <p:nvPr/>
          </p:nvSpPr>
          <p:spPr>
            <a:xfrm>
              <a:off x="4552126" y="3111744"/>
              <a:ext cx="41825" cy="41825"/>
            </a:xfrm>
            <a:prstGeom prst="ellipse">
              <a:avLst/>
            </a:prstGeom>
            <a:solidFill>
              <a:srgbClr val="FFCE88">
                <a:alpha val="26274"/>
              </a:srgbClr>
            </a:solidFill>
            <a:ln w="9000" cap="rnd">
              <a:solidFill>
                <a:srgbClr val="FFCE88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pt1464"/>
            <p:cNvSpPr/>
            <p:nvPr/>
          </p:nvSpPr>
          <p:spPr>
            <a:xfrm>
              <a:off x="4470228" y="3114326"/>
              <a:ext cx="36662" cy="36662"/>
            </a:xfrm>
            <a:prstGeom prst="ellipse">
              <a:avLst/>
            </a:prstGeom>
            <a:solidFill>
              <a:srgbClr val="FFD59A">
                <a:alpha val="23921"/>
              </a:srgbClr>
            </a:solidFill>
            <a:ln w="9000" cap="rnd">
              <a:solidFill>
                <a:srgbClr val="FFD59A">
                  <a:alpha val="2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pt1465"/>
            <p:cNvSpPr/>
            <p:nvPr/>
          </p:nvSpPr>
          <p:spPr>
            <a:xfrm>
              <a:off x="4491865" y="3109198"/>
              <a:ext cx="46918" cy="46918"/>
            </a:xfrm>
            <a:prstGeom prst="ellipse">
              <a:avLst/>
            </a:prstGeom>
            <a:solidFill>
              <a:srgbClr val="FFC879">
                <a:alpha val="28235"/>
              </a:srgbClr>
            </a:solidFill>
            <a:ln w="9000" cap="rnd">
              <a:solidFill>
                <a:srgbClr val="FFC879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pt1466"/>
            <p:cNvSpPr/>
            <p:nvPr/>
          </p:nvSpPr>
          <p:spPr>
            <a:xfrm>
              <a:off x="4474123" y="2264990"/>
              <a:ext cx="20656" cy="20656"/>
            </a:xfrm>
            <a:prstGeom prst="ellipse">
              <a:avLst/>
            </a:prstGeom>
            <a:solidFill>
              <a:srgbClr val="FFEBD0">
                <a:alpha val="16470"/>
              </a:srgbClr>
            </a:solidFill>
            <a:ln w="9000" cap="rnd">
              <a:solidFill>
                <a:srgbClr val="FFEBD0">
                  <a:alpha val="1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pt1467"/>
            <p:cNvSpPr/>
            <p:nvPr/>
          </p:nvSpPr>
          <p:spPr>
            <a:xfrm>
              <a:off x="4359270" y="2244905"/>
              <a:ext cx="60827" cy="60827"/>
            </a:xfrm>
            <a:prstGeom prst="ellipse">
              <a:avLst/>
            </a:prstGeom>
            <a:solidFill>
              <a:srgbClr val="FFB954">
                <a:alpha val="32941"/>
              </a:srgbClr>
            </a:solidFill>
            <a:ln w="9000" cap="rnd">
              <a:solidFill>
                <a:srgbClr val="FFB954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pt1468"/>
            <p:cNvSpPr/>
            <p:nvPr/>
          </p:nvSpPr>
          <p:spPr>
            <a:xfrm>
              <a:off x="4505579" y="2250130"/>
              <a:ext cx="50377" cy="50377"/>
            </a:xfrm>
            <a:prstGeom prst="ellipse">
              <a:avLst/>
            </a:prstGeom>
            <a:solidFill>
              <a:srgbClr val="FFBE61">
                <a:alpha val="31372"/>
              </a:srgbClr>
            </a:solidFill>
            <a:ln w="9000" cap="rnd">
              <a:solidFill>
                <a:srgbClr val="FFBE61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pt1469"/>
            <p:cNvSpPr/>
            <p:nvPr/>
          </p:nvSpPr>
          <p:spPr>
            <a:xfrm>
              <a:off x="4522617" y="3502338"/>
              <a:ext cx="56943" cy="56943"/>
            </a:xfrm>
            <a:prstGeom prst="ellipse">
              <a:avLst/>
            </a:prstGeom>
            <a:solidFill>
              <a:srgbClr val="FFC778">
                <a:alpha val="28235"/>
              </a:srgbClr>
            </a:solidFill>
            <a:ln w="9000" cap="rnd">
              <a:solidFill>
                <a:srgbClr val="FFC778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pt1470"/>
            <p:cNvSpPr/>
            <p:nvPr/>
          </p:nvSpPr>
          <p:spPr>
            <a:xfrm>
              <a:off x="4460989" y="2248636"/>
              <a:ext cx="46923" cy="46923"/>
            </a:xfrm>
            <a:prstGeom prst="ellipse">
              <a:avLst/>
            </a:prstGeom>
            <a:solidFill>
              <a:srgbClr val="FFC26B">
                <a:alpha val="30196"/>
              </a:srgbClr>
            </a:solidFill>
            <a:ln w="9000" cap="rnd">
              <a:solidFill>
                <a:srgbClr val="FFC26B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pt1471"/>
            <p:cNvSpPr/>
            <p:nvPr/>
          </p:nvSpPr>
          <p:spPr>
            <a:xfrm>
              <a:off x="4520211" y="2247737"/>
              <a:ext cx="48723" cy="48723"/>
            </a:xfrm>
            <a:prstGeom prst="ellipse">
              <a:avLst/>
            </a:prstGeom>
            <a:solidFill>
              <a:srgbClr val="FFC26B">
                <a:alpha val="30196"/>
              </a:srgbClr>
            </a:solidFill>
            <a:ln w="9000" cap="rnd">
              <a:solidFill>
                <a:srgbClr val="FFC26B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pt1472"/>
            <p:cNvSpPr/>
            <p:nvPr/>
          </p:nvSpPr>
          <p:spPr>
            <a:xfrm>
              <a:off x="4390269" y="2250812"/>
              <a:ext cx="42572" cy="42572"/>
            </a:xfrm>
            <a:prstGeom prst="ellipse">
              <a:avLst/>
            </a:prstGeom>
            <a:solidFill>
              <a:srgbClr val="FFCB82">
                <a:alpha val="27058"/>
              </a:srgbClr>
            </a:solidFill>
            <a:ln w="9000" cap="rnd">
              <a:solidFill>
                <a:srgbClr val="FFCB82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pt1473"/>
            <p:cNvSpPr/>
            <p:nvPr/>
          </p:nvSpPr>
          <p:spPr>
            <a:xfrm>
              <a:off x="4491488" y="2246654"/>
              <a:ext cx="50884" cy="50884"/>
            </a:xfrm>
            <a:prstGeom prst="ellipse">
              <a:avLst/>
            </a:prstGeom>
            <a:solidFill>
              <a:srgbClr val="FFBF64">
                <a:alpha val="30980"/>
              </a:srgbClr>
            </a:solidFill>
            <a:ln w="9000" cap="rnd">
              <a:solidFill>
                <a:srgbClr val="FFBF64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pt1474"/>
            <p:cNvSpPr/>
            <p:nvPr/>
          </p:nvSpPr>
          <p:spPr>
            <a:xfrm>
              <a:off x="4465384" y="2703570"/>
              <a:ext cx="46352" cy="46352"/>
            </a:xfrm>
            <a:prstGeom prst="ellipse">
              <a:avLst/>
            </a:prstGeom>
            <a:solidFill>
              <a:srgbClr val="FFC574">
                <a:alpha val="29019"/>
              </a:srgbClr>
            </a:solidFill>
            <a:ln w="9000" cap="rnd">
              <a:solidFill>
                <a:srgbClr val="FFC574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pt1475"/>
            <p:cNvSpPr/>
            <p:nvPr/>
          </p:nvSpPr>
          <p:spPr>
            <a:xfrm>
              <a:off x="4537829" y="2702124"/>
              <a:ext cx="49254" cy="49254"/>
            </a:xfrm>
            <a:prstGeom prst="ellipse">
              <a:avLst/>
            </a:prstGeom>
            <a:solidFill>
              <a:srgbClr val="FFC674">
                <a:alpha val="29019"/>
              </a:srgbClr>
            </a:solidFill>
            <a:ln w="9000" cap="rnd">
              <a:solidFill>
                <a:srgbClr val="FFC674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pt1476"/>
            <p:cNvSpPr/>
            <p:nvPr/>
          </p:nvSpPr>
          <p:spPr>
            <a:xfrm>
              <a:off x="4534889" y="3405262"/>
              <a:ext cx="50346" cy="50346"/>
            </a:xfrm>
            <a:prstGeom prst="ellipse">
              <a:avLst/>
            </a:prstGeom>
            <a:solidFill>
              <a:srgbClr val="FFCA7F">
                <a:alpha val="27450"/>
              </a:srgbClr>
            </a:solidFill>
            <a:ln w="9000" cap="rnd">
              <a:solidFill>
                <a:srgbClr val="FFCA7F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pt1477"/>
            <p:cNvSpPr/>
            <p:nvPr/>
          </p:nvSpPr>
          <p:spPr>
            <a:xfrm>
              <a:off x="4522611" y="3184879"/>
              <a:ext cx="39018" cy="39018"/>
            </a:xfrm>
            <a:prstGeom prst="ellipse">
              <a:avLst/>
            </a:prstGeom>
            <a:solidFill>
              <a:srgbClr val="FFC675">
                <a:alpha val="28627"/>
              </a:srgbClr>
            </a:solidFill>
            <a:ln w="9000" cap="rnd">
              <a:solidFill>
                <a:srgbClr val="FFC675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pt1478"/>
            <p:cNvSpPr/>
            <p:nvPr/>
          </p:nvSpPr>
          <p:spPr>
            <a:xfrm>
              <a:off x="4422957" y="3180951"/>
              <a:ext cx="46872" cy="46872"/>
            </a:xfrm>
            <a:prstGeom prst="ellipse">
              <a:avLst/>
            </a:prstGeom>
            <a:solidFill>
              <a:srgbClr val="FFBD5E">
                <a:alpha val="31764"/>
              </a:srgbClr>
            </a:solidFill>
            <a:ln w="9000" cap="rnd">
              <a:solidFill>
                <a:srgbClr val="FFBD5E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pt1479"/>
            <p:cNvSpPr/>
            <p:nvPr/>
          </p:nvSpPr>
          <p:spPr>
            <a:xfrm>
              <a:off x="4372195" y="3182839"/>
              <a:ext cx="43096" cy="43096"/>
            </a:xfrm>
            <a:prstGeom prst="ellipse">
              <a:avLst/>
            </a:prstGeom>
            <a:solidFill>
              <a:srgbClr val="FFC26A">
                <a:alpha val="30196"/>
              </a:srgbClr>
            </a:solidFill>
            <a:ln w="9000" cap="rnd">
              <a:solidFill>
                <a:srgbClr val="FFC26A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pt1480"/>
            <p:cNvSpPr/>
            <p:nvPr/>
          </p:nvSpPr>
          <p:spPr>
            <a:xfrm>
              <a:off x="4332098" y="3184846"/>
              <a:ext cx="39082" cy="39082"/>
            </a:xfrm>
            <a:prstGeom prst="ellipse">
              <a:avLst/>
            </a:prstGeom>
            <a:solidFill>
              <a:srgbClr val="FFC777">
                <a:alpha val="28627"/>
              </a:srgbClr>
            </a:solidFill>
            <a:ln w="9000" cap="rnd">
              <a:solidFill>
                <a:srgbClr val="FFC777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pt1481"/>
            <p:cNvSpPr/>
            <p:nvPr/>
          </p:nvSpPr>
          <p:spPr>
            <a:xfrm>
              <a:off x="4395312" y="3180063"/>
              <a:ext cx="48647" cy="48647"/>
            </a:xfrm>
            <a:prstGeom prst="ellipse">
              <a:avLst/>
            </a:prstGeom>
            <a:solidFill>
              <a:srgbClr val="FFBC5A">
                <a:alpha val="32156"/>
              </a:srgbClr>
            </a:solidFill>
            <a:ln w="9000" cap="rnd">
              <a:solidFill>
                <a:srgbClr val="FFBC5A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pt1482"/>
            <p:cNvSpPr/>
            <p:nvPr/>
          </p:nvSpPr>
          <p:spPr>
            <a:xfrm>
              <a:off x="4543813" y="3182490"/>
              <a:ext cx="43794" cy="43794"/>
            </a:xfrm>
            <a:prstGeom prst="ellipse">
              <a:avLst/>
            </a:prstGeom>
            <a:solidFill>
              <a:srgbClr val="FFC36D">
                <a:alpha val="29803"/>
              </a:srgbClr>
            </a:solidFill>
            <a:ln w="9000" cap="rnd">
              <a:solidFill>
                <a:srgbClr val="FFC36D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pt1483"/>
            <p:cNvSpPr/>
            <p:nvPr/>
          </p:nvSpPr>
          <p:spPr>
            <a:xfrm>
              <a:off x="4464137" y="3185679"/>
              <a:ext cx="37416" cy="37416"/>
            </a:xfrm>
            <a:prstGeom prst="ellipse">
              <a:avLst/>
            </a:prstGeom>
            <a:solidFill>
              <a:srgbClr val="FFC778">
                <a:alpha val="28235"/>
              </a:srgbClr>
            </a:solidFill>
            <a:ln w="9000" cap="rnd">
              <a:solidFill>
                <a:srgbClr val="FFC778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pt1484"/>
            <p:cNvSpPr/>
            <p:nvPr/>
          </p:nvSpPr>
          <p:spPr>
            <a:xfrm>
              <a:off x="4545166" y="2892022"/>
              <a:ext cx="47542" cy="47542"/>
            </a:xfrm>
            <a:prstGeom prst="ellipse">
              <a:avLst/>
            </a:prstGeom>
            <a:solidFill>
              <a:srgbClr val="FFC97C">
                <a:alpha val="27843"/>
              </a:srgbClr>
            </a:solidFill>
            <a:ln w="9000" cap="rnd">
              <a:solidFill>
                <a:srgbClr val="FFC97C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pt1485"/>
            <p:cNvSpPr/>
            <p:nvPr/>
          </p:nvSpPr>
          <p:spPr>
            <a:xfrm>
              <a:off x="4189230" y="3230183"/>
              <a:ext cx="75624" cy="75624"/>
            </a:xfrm>
            <a:prstGeom prst="ellipse">
              <a:avLst/>
            </a:prstGeom>
            <a:solidFill>
              <a:srgbClr val="FFAA22">
                <a:alpha val="38431"/>
              </a:srgbClr>
            </a:solidFill>
            <a:ln w="9000" cap="rnd">
              <a:solidFill>
                <a:srgbClr val="FFAA22">
                  <a:alpha val="3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pt1486"/>
            <p:cNvSpPr/>
            <p:nvPr/>
          </p:nvSpPr>
          <p:spPr>
            <a:xfrm>
              <a:off x="4482328" y="3257742"/>
              <a:ext cx="20505" cy="20505"/>
            </a:xfrm>
            <a:prstGeom prst="ellipse">
              <a:avLst/>
            </a:prstGeom>
            <a:solidFill>
              <a:srgbClr val="FFE6C4">
                <a:alpha val="18039"/>
              </a:srgbClr>
            </a:solidFill>
            <a:ln w="9000" cap="rnd">
              <a:solidFill>
                <a:srgbClr val="FFE6C4">
                  <a:alpha val="1803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pt1487"/>
            <p:cNvSpPr/>
            <p:nvPr/>
          </p:nvSpPr>
          <p:spPr>
            <a:xfrm>
              <a:off x="4276649" y="3241018"/>
              <a:ext cx="53953" cy="53953"/>
            </a:xfrm>
            <a:prstGeom prst="ellipse">
              <a:avLst/>
            </a:prstGeom>
            <a:solidFill>
              <a:srgbClr val="FFB64C">
                <a:alpha val="34117"/>
              </a:srgbClr>
            </a:solidFill>
            <a:ln w="9000" cap="rnd">
              <a:solidFill>
                <a:srgbClr val="FFB64C">
                  <a:alpha val="3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pt1488"/>
            <p:cNvSpPr/>
            <p:nvPr/>
          </p:nvSpPr>
          <p:spPr>
            <a:xfrm>
              <a:off x="4362972" y="3242868"/>
              <a:ext cx="50253" cy="50253"/>
            </a:xfrm>
            <a:prstGeom prst="ellipse">
              <a:avLst/>
            </a:prstGeom>
            <a:solidFill>
              <a:srgbClr val="FFBD5F">
                <a:alpha val="31764"/>
              </a:srgbClr>
            </a:solidFill>
            <a:ln w="9000" cap="rnd">
              <a:solidFill>
                <a:srgbClr val="FFBD5F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pt1489"/>
            <p:cNvSpPr/>
            <p:nvPr/>
          </p:nvSpPr>
          <p:spPr>
            <a:xfrm>
              <a:off x="4445346" y="3244267"/>
              <a:ext cx="47456" cy="47456"/>
            </a:xfrm>
            <a:prstGeom prst="ellipse">
              <a:avLst/>
            </a:prstGeom>
            <a:solidFill>
              <a:srgbClr val="FFBD5F">
                <a:alpha val="31764"/>
              </a:srgbClr>
            </a:solidFill>
            <a:ln w="9000" cap="rnd">
              <a:solidFill>
                <a:srgbClr val="FFBD5F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pt1490"/>
            <p:cNvSpPr/>
            <p:nvPr/>
          </p:nvSpPr>
          <p:spPr>
            <a:xfrm>
              <a:off x="4518534" y="3250915"/>
              <a:ext cx="34160" cy="34160"/>
            </a:xfrm>
            <a:prstGeom prst="ellipse">
              <a:avLst/>
            </a:prstGeom>
            <a:solidFill>
              <a:srgbClr val="FFCD87">
                <a:alpha val="26274"/>
              </a:srgbClr>
            </a:solidFill>
            <a:ln w="9000" cap="rnd">
              <a:solidFill>
                <a:srgbClr val="FFCD87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pt1491"/>
            <p:cNvSpPr/>
            <p:nvPr/>
          </p:nvSpPr>
          <p:spPr>
            <a:xfrm>
              <a:off x="4539753" y="3242836"/>
              <a:ext cx="50318" cy="50318"/>
            </a:xfrm>
            <a:prstGeom prst="ellipse">
              <a:avLst/>
            </a:prstGeom>
            <a:solidFill>
              <a:srgbClr val="FFBA57">
                <a:alpha val="32549"/>
              </a:srgbClr>
            </a:solidFill>
            <a:ln w="9000" cap="rnd">
              <a:solidFill>
                <a:srgbClr val="FFBA57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pt1492"/>
            <p:cNvSpPr/>
            <p:nvPr/>
          </p:nvSpPr>
          <p:spPr>
            <a:xfrm>
              <a:off x="4386714" y="3246401"/>
              <a:ext cx="43187" cy="43187"/>
            </a:xfrm>
            <a:prstGeom prst="ellipse">
              <a:avLst/>
            </a:prstGeom>
            <a:solidFill>
              <a:srgbClr val="FFC470">
                <a:alpha val="29411"/>
              </a:srgbClr>
            </a:solidFill>
            <a:ln w="9000" cap="rnd">
              <a:solidFill>
                <a:srgbClr val="FFC470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pt1493"/>
            <p:cNvSpPr/>
            <p:nvPr/>
          </p:nvSpPr>
          <p:spPr>
            <a:xfrm>
              <a:off x="4506610" y="3246348"/>
              <a:ext cx="20639" cy="20639"/>
            </a:xfrm>
            <a:prstGeom prst="ellipse">
              <a:avLst/>
            </a:prstGeom>
            <a:solidFill>
              <a:srgbClr val="FFF9F1">
                <a:alpha val="11764"/>
              </a:srgbClr>
            </a:solidFill>
            <a:ln w="9000" cap="rnd">
              <a:solidFill>
                <a:srgbClr val="FFF9F1">
                  <a:alpha val="1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pt1494"/>
            <p:cNvSpPr/>
            <p:nvPr/>
          </p:nvSpPr>
          <p:spPr>
            <a:xfrm>
              <a:off x="4288588" y="3233493"/>
              <a:ext cx="46349" cy="46349"/>
            </a:xfrm>
            <a:prstGeom prst="ellipse">
              <a:avLst/>
            </a:prstGeom>
            <a:solidFill>
              <a:srgbClr val="FFD497">
                <a:alpha val="24313"/>
              </a:srgbClr>
            </a:solidFill>
            <a:ln w="9000" cap="rnd">
              <a:solidFill>
                <a:srgbClr val="FFD497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pt1495"/>
            <p:cNvSpPr/>
            <p:nvPr/>
          </p:nvSpPr>
          <p:spPr>
            <a:xfrm>
              <a:off x="4545928" y="3247447"/>
              <a:ext cx="18442" cy="18442"/>
            </a:xfrm>
            <a:prstGeom prst="ellipse">
              <a:avLst/>
            </a:prstGeom>
            <a:solidFill>
              <a:srgbClr val="FFFFFF">
                <a:alpha val="10196"/>
              </a:srgbClr>
            </a:solidFill>
            <a:ln w="9000" cap="rnd">
              <a:solidFill>
                <a:srgbClr val="FFFFFF">
                  <a:alpha val="1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pt1496"/>
            <p:cNvSpPr/>
            <p:nvPr/>
          </p:nvSpPr>
          <p:spPr>
            <a:xfrm>
              <a:off x="4526811" y="3120230"/>
              <a:ext cx="46974" cy="46974"/>
            </a:xfrm>
            <a:prstGeom prst="ellipse">
              <a:avLst/>
            </a:prstGeom>
            <a:solidFill>
              <a:srgbClr val="FFBB59">
                <a:alpha val="32549"/>
              </a:srgbClr>
            </a:solidFill>
            <a:ln w="9000" cap="rnd">
              <a:solidFill>
                <a:srgbClr val="FFBB59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pt1497"/>
            <p:cNvSpPr/>
            <p:nvPr/>
          </p:nvSpPr>
          <p:spPr>
            <a:xfrm>
              <a:off x="4505063" y="3122124"/>
              <a:ext cx="43184" cy="43184"/>
            </a:xfrm>
            <a:prstGeom prst="ellipse">
              <a:avLst/>
            </a:prstGeom>
            <a:solidFill>
              <a:srgbClr val="FFC066">
                <a:alpha val="30588"/>
              </a:srgbClr>
            </a:solidFill>
            <a:ln w="9000" cap="rnd">
              <a:solidFill>
                <a:srgbClr val="FFC066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pt1498"/>
            <p:cNvSpPr/>
            <p:nvPr/>
          </p:nvSpPr>
          <p:spPr>
            <a:xfrm>
              <a:off x="4551979" y="3120256"/>
              <a:ext cx="46921" cy="46921"/>
            </a:xfrm>
            <a:prstGeom prst="ellipse">
              <a:avLst/>
            </a:prstGeom>
            <a:solidFill>
              <a:srgbClr val="FFBD5E">
                <a:alpha val="31764"/>
              </a:srgbClr>
            </a:solidFill>
            <a:ln w="9000" cap="rnd">
              <a:solidFill>
                <a:srgbClr val="FFBD5E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pt1499"/>
            <p:cNvSpPr/>
            <p:nvPr/>
          </p:nvSpPr>
          <p:spPr>
            <a:xfrm>
              <a:off x="4462739" y="2972075"/>
              <a:ext cx="56427" cy="56427"/>
            </a:xfrm>
            <a:prstGeom prst="ellipse">
              <a:avLst/>
            </a:prstGeom>
            <a:solidFill>
              <a:srgbClr val="FFB954">
                <a:alpha val="32941"/>
              </a:srgbClr>
            </a:solidFill>
            <a:ln w="9000" cap="rnd">
              <a:solidFill>
                <a:srgbClr val="FFB954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pt1500"/>
            <p:cNvSpPr/>
            <p:nvPr/>
          </p:nvSpPr>
          <p:spPr>
            <a:xfrm>
              <a:off x="4541377" y="2975954"/>
              <a:ext cx="48667" cy="48667"/>
            </a:xfrm>
            <a:prstGeom prst="ellipse">
              <a:avLst/>
            </a:prstGeom>
            <a:solidFill>
              <a:srgbClr val="FFC36D">
                <a:alpha val="29803"/>
              </a:srgbClr>
            </a:solidFill>
            <a:ln w="9000" cap="rnd">
              <a:solidFill>
                <a:srgbClr val="FFC36D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pt1501"/>
            <p:cNvSpPr/>
            <p:nvPr/>
          </p:nvSpPr>
          <p:spPr>
            <a:xfrm>
              <a:off x="4338666" y="2978324"/>
              <a:ext cx="43927" cy="43927"/>
            </a:xfrm>
            <a:prstGeom prst="ellipse">
              <a:avLst/>
            </a:prstGeom>
            <a:solidFill>
              <a:srgbClr val="FFC97C">
                <a:alpha val="27843"/>
              </a:srgbClr>
            </a:solidFill>
            <a:ln w="9000" cap="rnd">
              <a:solidFill>
                <a:srgbClr val="FFC97C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pt1502"/>
            <p:cNvSpPr/>
            <p:nvPr/>
          </p:nvSpPr>
          <p:spPr>
            <a:xfrm>
              <a:off x="4494577" y="3322022"/>
              <a:ext cx="54513" cy="54513"/>
            </a:xfrm>
            <a:prstGeom prst="ellipse">
              <a:avLst/>
            </a:prstGeom>
            <a:solidFill>
              <a:srgbClr val="FFBC5C">
                <a:alpha val="32156"/>
              </a:srgbClr>
            </a:solidFill>
            <a:ln w="9000" cap="rnd">
              <a:solidFill>
                <a:srgbClr val="FFBC5C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pt1503"/>
            <p:cNvSpPr/>
            <p:nvPr/>
          </p:nvSpPr>
          <p:spPr>
            <a:xfrm>
              <a:off x="4468550" y="3299517"/>
              <a:ext cx="64285" cy="64285"/>
            </a:xfrm>
            <a:prstGeom prst="ellipse">
              <a:avLst/>
            </a:prstGeom>
            <a:solidFill>
              <a:srgbClr val="FF9D00">
                <a:alpha val="42352"/>
              </a:srgbClr>
            </a:solidFill>
            <a:ln w="9000" cap="rnd">
              <a:solidFill>
                <a:srgbClr val="FF9D00">
                  <a:alpha val="4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pt1504"/>
            <p:cNvSpPr/>
            <p:nvPr/>
          </p:nvSpPr>
          <p:spPr>
            <a:xfrm>
              <a:off x="4524947" y="3303915"/>
              <a:ext cx="55490" cy="55490"/>
            </a:xfrm>
            <a:prstGeom prst="ellipse">
              <a:avLst/>
            </a:prstGeom>
            <a:solidFill>
              <a:srgbClr val="FFA500">
                <a:alpha val="40000"/>
              </a:srgbClr>
            </a:solidFill>
            <a:ln w="9000" cap="rnd">
              <a:solidFill>
                <a:srgbClr val="FFA5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pt1505"/>
            <p:cNvSpPr/>
            <p:nvPr/>
          </p:nvSpPr>
          <p:spPr>
            <a:xfrm>
              <a:off x="4563289" y="3314641"/>
              <a:ext cx="34036" cy="34036"/>
            </a:xfrm>
            <a:prstGeom prst="ellipse">
              <a:avLst/>
            </a:prstGeom>
            <a:solidFill>
              <a:srgbClr val="FFBD5D">
                <a:alpha val="31764"/>
              </a:srgbClr>
            </a:solidFill>
            <a:ln w="9000" cap="rnd">
              <a:solidFill>
                <a:srgbClr val="FFBD5D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pt1506"/>
            <p:cNvSpPr/>
            <p:nvPr/>
          </p:nvSpPr>
          <p:spPr>
            <a:xfrm>
              <a:off x="4293854" y="2946422"/>
              <a:ext cx="50360" cy="50360"/>
            </a:xfrm>
            <a:prstGeom prst="ellipse">
              <a:avLst/>
            </a:prstGeom>
            <a:solidFill>
              <a:srgbClr val="FFC87A">
                <a:alpha val="28235"/>
              </a:srgbClr>
            </a:solidFill>
            <a:ln w="9000" cap="rnd">
              <a:solidFill>
                <a:srgbClr val="FFC87A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pt1507"/>
            <p:cNvSpPr/>
            <p:nvPr/>
          </p:nvSpPr>
          <p:spPr>
            <a:xfrm>
              <a:off x="4408679" y="2948467"/>
              <a:ext cx="46271" cy="46271"/>
            </a:xfrm>
            <a:prstGeom prst="ellipse">
              <a:avLst/>
            </a:prstGeom>
            <a:solidFill>
              <a:srgbClr val="FFCD85">
                <a:alpha val="26666"/>
              </a:srgbClr>
            </a:solidFill>
            <a:ln w="9000" cap="rnd">
              <a:solidFill>
                <a:srgbClr val="FFCD85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pt1508"/>
            <p:cNvSpPr/>
            <p:nvPr/>
          </p:nvSpPr>
          <p:spPr>
            <a:xfrm>
              <a:off x="4196323" y="3032143"/>
              <a:ext cx="79769" cy="79769"/>
            </a:xfrm>
            <a:prstGeom prst="ellipse">
              <a:avLst/>
            </a:prstGeom>
            <a:solidFill>
              <a:srgbClr val="FFA91F">
                <a:alpha val="38431"/>
              </a:srgbClr>
            </a:solidFill>
            <a:ln w="9000" cap="rnd">
              <a:solidFill>
                <a:srgbClr val="FFA91F">
                  <a:alpha val="3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pt1509"/>
            <p:cNvSpPr/>
            <p:nvPr/>
          </p:nvSpPr>
          <p:spPr>
            <a:xfrm>
              <a:off x="4477366" y="3061691"/>
              <a:ext cx="20673" cy="20673"/>
            </a:xfrm>
            <a:prstGeom prst="ellipse">
              <a:avLst/>
            </a:prstGeom>
            <a:solidFill>
              <a:srgbClr val="FFE5C0">
                <a:alpha val="18431"/>
              </a:srgbClr>
            </a:solidFill>
            <a:ln w="9000" cap="rnd">
              <a:solidFill>
                <a:srgbClr val="FFE5C0">
                  <a:alpha val="1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pt1510"/>
            <p:cNvSpPr/>
            <p:nvPr/>
          </p:nvSpPr>
          <p:spPr>
            <a:xfrm>
              <a:off x="4298894" y="3060814"/>
              <a:ext cx="22426" cy="22426"/>
            </a:xfrm>
            <a:prstGeom prst="ellipse">
              <a:avLst/>
            </a:prstGeom>
            <a:solidFill>
              <a:srgbClr val="FFE3BD">
                <a:alpha val="18823"/>
              </a:srgbClr>
            </a:solidFill>
            <a:ln w="9000" cap="rnd">
              <a:solidFill>
                <a:srgbClr val="FFE3BD">
                  <a:alpha val="1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pt1511"/>
            <p:cNvSpPr/>
            <p:nvPr/>
          </p:nvSpPr>
          <p:spPr>
            <a:xfrm>
              <a:off x="4360826" y="3043170"/>
              <a:ext cx="57715" cy="57715"/>
            </a:xfrm>
            <a:prstGeom prst="ellipse">
              <a:avLst/>
            </a:prstGeom>
            <a:solidFill>
              <a:srgbClr val="FFBA56">
                <a:alpha val="32941"/>
              </a:srgbClr>
            </a:solidFill>
            <a:ln w="9000" cap="rnd">
              <a:solidFill>
                <a:srgbClr val="FFBA56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pt1512"/>
            <p:cNvSpPr/>
            <p:nvPr/>
          </p:nvSpPr>
          <p:spPr>
            <a:xfrm>
              <a:off x="4484860" y="3048863"/>
              <a:ext cx="46328" cy="46328"/>
            </a:xfrm>
            <a:prstGeom prst="ellipse">
              <a:avLst/>
            </a:prstGeom>
            <a:solidFill>
              <a:srgbClr val="FFBF62">
                <a:alpha val="31372"/>
              </a:srgbClr>
            </a:solidFill>
            <a:ln w="9000" cap="rnd">
              <a:solidFill>
                <a:srgbClr val="FFBF62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pt1513"/>
            <p:cNvSpPr/>
            <p:nvPr/>
          </p:nvSpPr>
          <p:spPr>
            <a:xfrm>
              <a:off x="4560686" y="3049147"/>
              <a:ext cx="45758" cy="45758"/>
            </a:xfrm>
            <a:prstGeom prst="ellipse">
              <a:avLst/>
            </a:prstGeom>
            <a:solidFill>
              <a:srgbClr val="FFC169">
                <a:alpha val="30196"/>
              </a:srgbClr>
            </a:solidFill>
            <a:ln w="9000" cap="rnd">
              <a:solidFill>
                <a:srgbClr val="FFC169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pt1514"/>
            <p:cNvSpPr/>
            <p:nvPr/>
          </p:nvSpPr>
          <p:spPr>
            <a:xfrm>
              <a:off x="4448932" y="3049497"/>
              <a:ext cx="45063" cy="45063"/>
            </a:xfrm>
            <a:prstGeom prst="ellipse">
              <a:avLst/>
            </a:prstGeom>
            <a:solidFill>
              <a:srgbClr val="FFC26B">
                <a:alpha val="30196"/>
              </a:srgbClr>
            </a:solidFill>
            <a:ln w="9000" cap="rnd">
              <a:solidFill>
                <a:srgbClr val="FFC26B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pt1515"/>
            <p:cNvSpPr/>
            <p:nvPr/>
          </p:nvSpPr>
          <p:spPr>
            <a:xfrm>
              <a:off x="4478875" y="2973844"/>
              <a:ext cx="46931" cy="46931"/>
            </a:xfrm>
            <a:prstGeom prst="ellipse">
              <a:avLst/>
            </a:prstGeom>
            <a:solidFill>
              <a:srgbClr val="FFCF8D">
                <a:alpha val="25490"/>
              </a:srgbClr>
            </a:solidFill>
            <a:ln w="9000" cap="rnd">
              <a:solidFill>
                <a:srgbClr val="FFCF8D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pt1516"/>
            <p:cNvSpPr/>
            <p:nvPr/>
          </p:nvSpPr>
          <p:spPr>
            <a:xfrm>
              <a:off x="4302548" y="3526029"/>
              <a:ext cx="50933" cy="50933"/>
            </a:xfrm>
            <a:prstGeom prst="ellipse">
              <a:avLst/>
            </a:prstGeom>
            <a:solidFill>
              <a:srgbClr val="FFC87B">
                <a:alpha val="27843"/>
              </a:srgbClr>
            </a:solidFill>
            <a:ln w="9000" cap="rnd">
              <a:solidFill>
                <a:srgbClr val="FFC87B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pt1517"/>
            <p:cNvSpPr/>
            <p:nvPr/>
          </p:nvSpPr>
          <p:spPr>
            <a:xfrm>
              <a:off x="4336918" y="3524533"/>
              <a:ext cx="53925" cy="53925"/>
            </a:xfrm>
            <a:prstGeom prst="ellipse">
              <a:avLst/>
            </a:prstGeom>
            <a:solidFill>
              <a:srgbClr val="FFC97D">
                <a:alpha val="27843"/>
              </a:srgbClr>
            </a:solidFill>
            <a:ln w="9000" cap="rnd">
              <a:solidFill>
                <a:srgbClr val="FFC97D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pt1518"/>
            <p:cNvSpPr/>
            <p:nvPr/>
          </p:nvSpPr>
          <p:spPr>
            <a:xfrm>
              <a:off x="4564230" y="3522809"/>
              <a:ext cx="22418" cy="22418"/>
            </a:xfrm>
            <a:prstGeom prst="ellipse">
              <a:avLst/>
            </a:prstGeom>
            <a:solidFill>
              <a:srgbClr val="FFF2E1">
                <a:alpha val="14117"/>
              </a:srgbClr>
            </a:solidFill>
            <a:ln w="9000" cap="rnd">
              <a:solidFill>
                <a:srgbClr val="FFF2E1">
                  <a:alpha val="1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pt1519"/>
            <p:cNvSpPr/>
            <p:nvPr/>
          </p:nvSpPr>
          <p:spPr>
            <a:xfrm>
              <a:off x="4487457" y="3507724"/>
              <a:ext cx="49225" cy="49225"/>
            </a:xfrm>
            <a:prstGeom prst="ellipse">
              <a:avLst/>
            </a:prstGeom>
            <a:solidFill>
              <a:srgbClr val="FFD395">
                <a:alpha val="24313"/>
              </a:srgbClr>
            </a:solidFill>
            <a:ln w="9000" cap="rnd">
              <a:solidFill>
                <a:srgbClr val="FFD395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pt1520"/>
            <p:cNvSpPr/>
            <p:nvPr/>
          </p:nvSpPr>
          <p:spPr>
            <a:xfrm>
              <a:off x="4196727" y="3477654"/>
              <a:ext cx="74410" cy="74410"/>
            </a:xfrm>
            <a:prstGeom prst="ellipse">
              <a:avLst/>
            </a:prstGeom>
            <a:solidFill>
              <a:srgbClr val="FFC065">
                <a:alpha val="30980"/>
              </a:srgbClr>
            </a:solidFill>
            <a:ln w="9000" cap="rnd">
              <a:solidFill>
                <a:srgbClr val="FFC065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pt1521"/>
            <p:cNvSpPr/>
            <p:nvPr/>
          </p:nvSpPr>
          <p:spPr>
            <a:xfrm>
              <a:off x="4496891" y="3504556"/>
              <a:ext cx="20606" cy="20606"/>
            </a:xfrm>
            <a:prstGeom prst="ellipse">
              <a:avLst/>
            </a:prstGeom>
            <a:solidFill>
              <a:srgbClr val="FFF2DF">
                <a:alpha val="14117"/>
              </a:srgbClr>
            </a:solidFill>
            <a:ln w="9000" cap="rnd">
              <a:solidFill>
                <a:srgbClr val="FFF2DF">
                  <a:alpha val="1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pt1522"/>
            <p:cNvSpPr/>
            <p:nvPr/>
          </p:nvSpPr>
          <p:spPr>
            <a:xfrm>
              <a:off x="4296281" y="3490506"/>
              <a:ext cx="48706" cy="48706"/>
            </a:xfrm>
            <a:prstGeom prst="ellipse">
              <a:avLst/>
            </a:prstGeom>
            <a:solidFill>
              <a:srgbClr val="FFD190">
                <a:alpha val="25098"/>
              </a:srgbClr>
            </a:solidFill>
            <a:ln w="9000" cap="rnd">
              <a:solidFill>
                <a:srgbClr val="FFD190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pt1523"/>
            <p:cNvSpPr/>
            <p:nvPr/>
          </p:nvSpPr>
          <p:spPr>
            <a:xfrm>
              <a:off x="4201413" y="3441862"/>
              <a:ext cx="69588" cy="69588"/>
            </a:xfrm>
            <a:prstGeom prst="ellipse">
              <a:avLst/>
            </a:prstGeom>
            <a:solidFill>
              <a:srgbClr val="FF9100">
                <a:alpha val="45882"/>
              </a:srgbClr>
            </a:solidFill>
            <a:ln w="9000" cap="rnd">
              <a:solidFill>
                <a:srgbClr val="FF9100">
                  <a:alpha val="4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pt1524"/>
            <p:cNvSpPr/>
            <p:nvPr/>
          </p:nvSpPr>
          <p:spPr>
            <a:xfrm>
              <a:off x="4456113" y="3422838"/>
              <a:ext cx="53464" cy="53464"/>
            </a:xfrm>
            <a:prstGeom prst="ellipse">
              <a:avLst/>
            </a:prstGeom>
            <a:solidFill>
              <a:srgbClr val="FFC169">
                <a:alpha val="30196"/>
              </a:srgbClr>
            </a:solidFill>
            <a:ln w="9000" cap="rnd">
              <a:solidFill>
                <a:srgbClr val="FFC169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pt1525"/>
            <p:cNvSpPr/>
            <p:nvPr/>
          </p:nvSpPr>
          <p:spPr>
            <a:xfrm>
              <a:off x="4529013" y="3426696"/>
              <a:ext cx="45747" cy="45747"/>
            </a:xfrm>
            <a:prstGeom prst="ellipse">
              <a:avLst/>
            </a:prstGeom>
            <a:solidFill>
              <a:srgbClr val="FFCA7E">
                <a:alpha val="27450"/>
              </a:srgbClr>
            </a:solidFill>
            <a:ln w="9000" cap="rnd">
              <a:solidFill>
                <a:srgbClr val="FFCA7E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pt1526"/>
            <p:cNvSpPr/>
            <p:nvPr/>
          </p:nvSpPr>
          <p:spPr>
            <a:xfrm>
              <a:off x="4482580" y="3415387"/>
              <a:ext cx="49230" cy="49230"/>
            </a:xfrm>
            <a:prstGeom prst="ellipse">
              <a:avLst/>
            </a:prstGeom>
            <a:solidFill>
              <a:srgbClr val="FFC97B">
                <a:alpha val="27843"/>
              </a:srgbClr>
            </a:solidFill>
            <a:ln w="9000" cap="rnd">
              <a:solidFill>
                <a:srgbClr val="FFC97B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pt1527"/>
            <p:cNvSpPr/>
            <p:nvPr/>
          </p:nvSpPr>
          <p:spPr>
            <a:xfrm>
              <a:off x="4582390" y="3421205"/>
              <a:ext cx="18575" cy="18575"/>
            </a:xfrm>
            <a:prstGeom prst="ellipse">
              <a:avLst/>
            </a:prstGeom>
            <a:solidFill>
              <a:srgbClr val="FFECD1">
                <a:alpha val="16078"/>
              </a:srgbClr>
            </a:solidFill>
            <a:ln w="9000" cap="rnd">
              <a:solidFill>
                <a:srgbClr val="FFECD1">
                  <a:alpha val="1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pt1528"/>
            <p:cNvSpPr/>
            <p:nvPr/>
          </p:nvSpPr>
          <p:spPr>
            <a:xfrm>
              <a:off x="4518936" y="3411358"/>
              <a:ext cx="38269" cy="38269"/>
            </a:xfrm>
            <a:prstGeom prst="ellipse">
              <a:avLst/>
            </a:prstGeom>
            <a:solidFill>
              <a:srgbClr val="FFC879">
                <a:alpha val="28235"/>
              </a:srgbClr>
            </a:solidFill>
            <a:ln w="9000" cap="rnd">
              <a:solidFill>
                <a:srgbClr val="FFC879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pt1529"/>
            <p:cNvSpPr/>
            <p:nvPr/>
          </p:nvSpPr>
          <p:spPr>
            <a:xfrm>
              <a:off x="4381135" y="3341205"/>
              <a:ext cx="54346" cy="54346"/>
            </a:xfrm>
            <a:prstGeom prst="ellipse">
              <a:avLst/>
            </a:prstGeom>
            <a:solidFill>
              <a:srgbClr val="FFB74E">
                <a:alpha val="33725"/>
              </a:srgbClr>
            </a:solidFill>
            <a:ln w="9000" cap="rnd">
              <a:solidFill>
                <a:srgbClr val="FFB74E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pt1530"/>
            <p:cNvSpPr/>
            <p:nvPr/>
          </p:nvSpPr>
          <p:spPr>
            <a:xfrm>
              <a:off x="4515810" y="3346117"/>
              <a:ext cx="44522" cy="44522"/>
            </a:xfrm>
            <a:prstGeom prst="ellipse">
              <a:avLst/>
            </a:prstGeom>
            <a:solidFill>
              <a:srgbClr val="FFC471">
                <a:alpha val="29411"/>
              </a:srgbClr>
            </a:solidFill>
            <a:ln w="9000" cap="rnd">
              <a:solidFill>
                <a:srgbClr val="FFC471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pt1531"/>
            <p:cNvSpPr/>
            <p:nvPr/>
          </p:nvSpPr>
          <p:spPr>
            <a:xfrm>
              <a:off x="4424030" y="3339505"/>
              <a:ext cx="57745" cy="57745"/>
            </a:xfrm>
            <a:prstGeom prst="ellipse">
              <a:avLst/>
            </a:prstGeom>
            <a:solidFill>
              <a:srgbClr val="FFB74F">
                <a:alpha val="33725"/>
              </a:srgbClr>
            </a:solidFill>
            <a:ln w="9000" cap="rnd">
              <a:solidFill>
                <a:srgbClr val="FFB74F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pt1532"/>
            <p:cNvSpPr/>
            <p:nvPr/>
          </p:nvSpPr>
          <p:spPr>
            <a:xfrm>
              <a:off x="4469565" y="3343762"/>
              <a:ext cx="49230" cy="49230"/>
            </a:xfrm>
            <a:prstGeom prst="ellipse">
              <a:avLst/>
            </a:prstGeom>
            <a:solidFill>
              <a:srgbClr val="FFC36C">
                <a:alpha val="29803"/>
              </a:srgbClr>
            </a:solidFill>
            <a:ln w="9000" cap="rnd">
              <a:solidFill>
                <a:srgbClr val="FFC36C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pt1533"/>
            <p:cNvSpPr/>
            <p:nvPr/>
          </p:nvSpPr>
          <p:spPr>
            <a:xfrm>
              <a:off x="4423644" y="3336776"/>
              <a:ext cx="50285" cy="50285"/>
            </a:xfrm>
            <a:prstGeom prst="ellipse">
              <a:avLst/>
            </a:prstGeom>
            <a:solidFill>
              <a:srgbClr val="FFCB81">
                <a:alpha val="27058"/>
              </a:srgbClr>
            </a:solidFill>
            <a:ln w="9000" cap="rnd">
              <a:solidFill>
                <a:srgbClr val="FFCB81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pt1534"/>
            <p:cNvSpPr/>
            <p:nvPr/>
          </p:nvSpPr>
          <p:spPr>
            <a:xfrm>
              <a:off x="4194816" y="3310220"/>
              <a:ext cx="87403" cy="87403"/>
            </a:xfrm>
            <a:prstGeom prst="ellipse">
              <a:avLst/>
            </a:prstGeom>
            <a:solidFill>
              <a:srgbClr val="FF9E00">
                <a:alpha val="41960"/>
              </a:srgbClr>
            </a:solidFill>
            <a:ln w="9000" cap="rnd">
              <a:solidFill>
                <a:srgbClr val="FF9E00">
                  <a:alpha val="4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pt1535"/>
            <p:cNvSpPr/>
            <p:nvPr/>
          </p:nvSpPr>
          <p:spPr>
            <a:xfrm>
              <a:off x="4515070" y="3327673"/>
              <a:ext cx="52496" cy="52496"/>
            </a:xfrm>
            <a:prstGeom prst="ellipse">
              <a:avLst/>
            </a:prstGeom>
            <a:solidFill>
              <a:srgbClr val="FFB342">
                <a:alpha val="35294"/>
              </a:srgbClr>
            </a:solidFill>
            <a:ln w="9000" cap="rnd">
              <a:solidFill>
                <a:srgbClr val="FFB342">
                  <a:alpha val="3529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pt1536"/>
            <p:cNvSpPr/>
            <p:nvPr/>
          </p:nvSpPr>
          <p:spPr>
            <a:xfrm>
              <a:off x="4331323" y="3323025"/>
              <a:ext cx="61792" cy="61792"/>
            </a:xfrm>
            <a:prstGeom prst="ellipse">
              <a:avLst/>
            </a:prstGeom>
            <a:solidFill>
              <a:srgbClr val="FFAE32">
                <a:alpha val="36862"/>
              </a:srgbClr>
            </a:solidFill>
            <a:ln w="9000" cap="rnd">
              <a:solidFill>
                <a:srgbClr val="FFAE32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pt1537"/>
            <p:cNvSpPr/>
            <p:nvPr/>
          </p:nvSpPr>
          <p:spPr>
            <a:xfrm>
              <a:off x="4395492" y="3331380"/>
              <a:ext cx="45082" cy="45082"/>
            </a:xfrm>
            <a:prstGeom prst="ellipse">
              <a:avLst/>
            </a:prstGeom>
            <a:solidFill>
              <a:srgbClr val="FFBD5D">
                <a:alpha val="31764"/>
              </a:srgbClr>
            </a:solidFill>
            <a:ln w="9000" cap="rnd">
              <a:solidFill>
                <a:srgbClr val="FFBD5D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pt1538"/>
            <p:cNvSpPr/>
            <p:nvPr/>
          </p:nvSpPr>
          <p:spPr>
            <a:xfrm>
              <a:off x="4575915" y="3334048"/>
              <a:ext cx="39748" cy="39748"/>
            </a:xfrm>
            <a:prstGeom prst="ellipse">
              <a:avLst/>
            </a:prstGeom>
            <a:solidFill>
              <a:srgbClr val="FFC066">
                <a:alpha val="30588"/>
              </a:srgbClr>
            </a:solidFill>
            <a:ln w="9000" cap="rnd">
              <a:solidFill>
                <a:srgbClr val="FFC066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pt1539"/>
            <p:cNvSpPr/>
            <p:nvPr/>
          </p:nvSpPr>
          <p:spPr>
            <a:xfrm>
              <a:off x="4482890" y="3332010"/>
              <a:ext cx="43822" cy="43822"/>
            </a:xfrm>
            <a:prstGeom prst="ellipse">
              <a:avLst/>
            </a:prstGeom>
            <a:solidFill>
              <a:srgbClr val="FFBC5B">
                <a:alpha val="32156"/>
              </a:srgbClr>
            </a:solidFill>
            <a:ln w="9000" cap="rnd">
              <a:solidFill>
                <a:srgbClr val="FFBC5B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pt1540"/>
            <p:cNvSpPr/>
            <p:nvPr/>
          </p:nvSpPr>
          <p:spPr>
            <a:xfrm>
              <a:off x="4258592" y="3291525"/>
              <a:ext cx="103030" cy="103030"/>
            </a:xfrm>
            <a:prstGeom prst="ellipse">
              <a:avLst/>
            </a:prstGeom>
            <a:solidFill>
              <a:srgbClr val="FF9C00">
                <a:alpha val="42745"/>
              </a:srgbClr>
            </a:solidFill>
            <a:ln w="9000" cap="rnd">
              <a:solidFill>
                <a:srgbClr val="FF9C00">
                  <a:alpha val="4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pt1541"/>
            <p:cNvSpPr/>
            <p:nvPr/>
          </p:nvSpPr>
          <p:spPr>
            <a:xfrm>
              <a:off x="4537604" y="3318989"/>
              <a:ext cx="48101" cy="48101"/>
            </a:xfrm>
            <a:prstGeom prst="ellipse">
              <a:avLst/>
            </a:prstGeom>
            <a:solidFill>
              <a:srgbClr val="FFA81A">
                <a:alpha val="38823"/>
              </a:srgbClr>
            </a:solidFill>
            <a:ln w="9000" cap="rnd">
              <a:solidFill>
                <a:srgbClr val="FFA81A">
                  <a:alpha val="3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pt1542"/>
            <p:cNvSpPr/>
            <p:nvPr/>
          </p:nvSpPr>
          <p:spPr>
            <a:xfrm>
              <a:off x="4451723" y="3318424"/>
              <a:ext cx="49232" cy="49232"/>
            </a:xfrm>
            <a:prstGeom prst="ellipse">
              <a:avLst/>
            </a:prstGeom>
            <a:solidFill>
              <a:srgbClr val="FFAC2B">
                <a:alpha val="37647"/>
              </a:srgbClr>
            </a:solidFill>
            <a:ln w="9000" cap="rnd">
              <a:solidFill>
                <a:srgbClr val="FFAC2B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pt1543"/>
            <p:cNvSpPr/>
            <p:nvPr/>
          </p:nvSpPr>
          <p:spPr>
            <a:xfrm>
              <a:off x="4393462" y="3319266"/>
              <a:ext cx="47547" cy="47547"/>
            </a:xfrm>
            <a:prstGeom prst="ellipse">
              <a:avLst/>
            </a:prstGeom>
            <a:solidFill>
              <a:srgbClr val="FFBA57">
                <a:alpha val="32549"/>
              </a:srgbClr>
            </a:solidFill>
            <a:ln w="9000" cap="rnd">
              <a:solidFill>
                <a:srgbClr val="FFBA57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pt1544"/>
            <p:cNvSpPr/>
            <p:nvPr/>
          </p:nvSpPr>
          <p:spPr>
            <a:xfrm>
              <a:off x="4519491" y="3326917"/>
              <a:ext cx="32246" cy="32246"/>
            </a:xfrm>
            <a:prstGeom prst="ellipse">
              <a:avLst/>
            </a:prstGeom>
            <a:solidFill>
              <a:srgbClr val="FFBD5F">
                <a:alpha val="31764"/>
              </a:srgbClr>
            </a:solidFill>
            <a:ln w="9000" cap="rnd">
              <a:solidFill>
                <a:srgbClr val="FFBD5F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pt1545"/>
            <p:cNvSpPr/>
            <p:nvPr/>
          </p:nvSpPr>
          <p:spPr>
            <a:xfrm>
              <a:off x="4194500" y="3299455"/>
              <a:ext cx="83414" cy="83414"/>
            </a:xfrm>
            <a:prstGeom prst="ellipse">
              <a:avLst/>
            </a:prstGeom>
            <a:solidFill>
              <a:srgbClr val="FF8100">
                <a:alpha val="50196"/>
              </a:srgbClr>
            </a:solidFill>
            <a:ln w="9000" cap="rnd">
              <a:solidFill>
                <a:srgbClr val="FF8100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pt1546"/>
            <p:cNvSpPr/>
            <p:nvPr/>
          </p:nvSpPr>
          <p:spPr>
            <a:xfrm>
              <a:off x="4464467" y="3308348"/>
              <a:ext cx="52973" cy="52973"/>
            </a:xfrm>
            <a:prstGeom prst="ellipse">
              <a:avLst/>
            </a:prstGeom>
            <a:solidFill>
              <a:srgbClr val="FFC36E">
                <a:alpha val="29803"/>
              </a:srgbClr>
            </a:solidFill>
            <a:ln w="9000" cap="rnd">
              <a:solidFill>
                <a:srgbClr val="FFC36E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pt1547"/>
            <p:cNvSpPr/>
            <p:nvPr/>
          </p:nvSpPr>
          <p:spPr>
            <a:xfrm>
              <a:off x="4501154" y="3311057"/>
              <a:ext cx="44500" cy="44500"/>
            </a:xfrm>
            <a:prstGeom prst="ellipse">
              <a:avLst/>
            </a:prstGeom>
            <a:solidFill>
              <a:srgbClr val="FFC879">
                <a:alpha val="28235"/>
              </a:srgbClr>
            </a:solidFill>
            <a:ln w="9000" cap="rnd">
              <a:solidFill>
                <a:srgbClr val="FFC879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pt1548"/>
            <p:cNvSpPr/>
            <p:nvPr/>
          </p:nvSpPr>
          <p:spPr>
            <a:xfrm>
              <a:off x="4542518" y="3311721"/>
              <a:ext cx="43173" cy="43173"/>
            </a:xfrm>
            <a:prstGeom prst="ellipse">
              <a:avLst/>
            </a:prstGeom>
            <a:solidFill>
              <a:srgbClr val="FFCA7E">
                <a:alpha val="27450"/>
              </a:srgbClr>
            </a:solidFill>
            <a:ln w="9000" cap="rnd">
              <a:solidFill>
                <a:srgbClr val="FFCA7E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pt1549"/>
            <p:cNvSpPr/>
            <p:nvPr/>
          </p:nvSpPr>
          <p:spPr>
            <a:xfrm>
              <a:off x="4522842" y="3312367"/>
              <a:ext cx="41881" cy="41881"/>
            </a:xfrm>
            <a:prstGeom prst="ellipse">
              <a:avLst/>
            </a:prstGeom>
            <a:solidFill>
              <a:srgbClr val="FFCB82">
                <a:alpha val="27058"/>
              </a:srgbClr>
            </a:solidFill>
            <a:ln w="9000" cap="rnd">
              <a:solidFill>
                <a:srgbClr val="FFCB82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" name="pt1550"/>
            <p:cNvSpPr/>
            <p:nvPr/>
          </p:nvSpPr>
          <p:spPr>
            <a:xfrm>
              <a:off x="4479267" y="3306439"/>
              <a:ext cx="18585" cy="18585"/>
            </a:xfrm>
            <a:prstGeom prst="ellipse">
              <a:avLst/>
            </a:prstGeom>
            <a:solidFill>
              <a:srgbClr val="FFF4E4">
                <a:alpha val="13725"/>
              </a:srgbClr>
            </a:solidFill>
            <a:ln w="9000" cap="rnd">
              <a:solidFill>
                <a:srgbClr val="FFF4E4">
                  <a:alpha val="1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pt1551"/>
            <p:cNvSpPr/>
            <p:nvPr/>
          </p:nvSpPr>
          <p:spPr>
            <a:xfrm>
              <a:off x="4522815" y="3293166"/>
              <a:ext cx="45133" cy="45133"/>
            </a:xfrm>
            <a:prstGeom prst="ellipse">
              <a:avLst/>
            </a:prstGeom>
            <a:solidFill>
              <a:srgbClr val="FFC777">
                <a:alpha val="28627"/>
              </a:srgbClr>
            </a:solidFill>
            <a:ln w="9000" cap="rnd">
              <a:solidFill>
                <a:srgbClr val="FFC777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" name="pt1552"/>
            <p:cNvSpPr/>
            <p:nvPr/>
          </p:nvSpPr>
          <p:spPr>
            <a:xfrm>
              <a:off x="4461578" y="3286500"/>
              <a:ext cx="45745" cy="45745"/>
            </a:xfrm>
            <a:prstGeom prst="ellipse">
              <a:avLst/>
            </a:prstGeom>
            <a:solidFill>
              <a:srgbClr val="FFB13C">
                <a:alpha val="35686"/>
              </a:srgbClr>
            </a:solidFill>
            <a:ln w="9000" cap="rnd">
              <a:solidFill>
                <a:srgbClr val="FFB13C">
                  <a:alpha val="3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pt1553"/>
            <p:cNvSpPr/>
            <p:nvPr/>
          </p:nvSpPr>
          <p:spPr>
            <a:xfrm>
              <a:off x="4395465" y="3286804"/>
              <a:ext cx="45136" cy="45136"/>
            </a:xfrm>
            <a:prstGeom prst="ellipse">
              <a:avLst/>
            </a:prstGeom>
            <a:solidFill>
              <a:srgbClr val="FFB548">
                <a:alpha val="34509"/>
              </a:srgbClr>
            </a:solidFill>
            <a:ln w="9000" cap="rnd">
              <a:solidFill>
                <a:srgbClr val="FFB548">
                  <a:alpha val="3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" name="pt1554"/>
            <p:cNvSpPr/>
            <p:nvPr/>
          </p:nvSpPr>
          <p:spPr>
            <a:xfrm>
              <a:off x="4539945" y="3281161"/>
              <a:ext cx="56423" cy="56423"/>
            </a:xfrm>
            <a:prstGeom prst="ellipse">
              <a:avLst/>
            </a:prstGeom>
            <a:solidFill>
              <a:srgbClr val="FFA714">
                <a:alpha val="39215"/>
              </a:srgbClr>
            </a:solidFill>
            <a:ln w="9000" cap="rnd">
              <a:solidFill>
                <a:srgbClr val="FFA714">
                  <a:alpha val="3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pt1555"/>
            <p:cNvSpPr/>
            <p:nvPr/>
          </p:nvSpPr>
          <p:spPr>
            <a:xfrm>
              <a:off x="4489205" y="3286508"/>
              <a:ext cx="45729" cy="45729"/>
            </a:xfrm>
            <a:prstGeom prst="ellipse">
              <a:avLst/>
            </a:prstGeom>
            <a:solidFill>
              <a:srgbClr val="FFB039">
                <a:alpha val="36078"/>
              </a:srgbClr>
            </a:solidFill>
            <a:ln w="9000" cap="rnd">
              <a:solidFill>
                <a:srgbClr val="FFB039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" name="pt1556"/>
            <p:cNvSpPr/>
            <p:nvPr/>
          </p:nvSpPr>
          <p:spPr>
            <a:xfrm>
              <a:off x="4375341" y="3287824"/>
              <a:ext cx="43096" cy="43096"/>
            </a:xfrm>
            <a:prstGeom prst="ellipse">
              <a:avLst/>
            </a:prstGeom>
            <a:solidFill>
              <a:srgbClr val="FFB954">
                <a:alpha val="32941"/>
              </a:srgbClr>
            </a:solidFill>
            <a:ln w="9000" cap="rnd">
              <a:solidFill>
                <a:srgbClr val="FFB954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pt1557"/>
            <p:cNvSpPr/>
            <p:nvPr/>
          </p:nvSpPr>
          <p:spPr>
            <a:xfrm>
              <a:off x="4194285" y="3269141"/>
              <a:ext cx="74676" cy="74676"/>
            </a:xfrm>
            <a:prstGeom prst="ellipse">
              <a:avLst/>
            </a:prstGeom>
            <a:solidFill>
              <a:srgbClr val="FF9900">
                <a:alpha val="43529"/>
              </a:srgbClr>
            </a:solidFill>
            <a:ln w="9000" cap="rnd">
              <a:solidFill>
                <a:srgbClr val="FF9900">
                  <a:alpha val="4352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" name="pt1558"/>
            <p:cNvSpPr/>
            <p:nvPr/>
          </p:nvSpPr>
          <p:spPr>
            <a:xfrm>
              <a:off x="4474464" y="3277508"/>
              <a:ext cx="50847" cy="50847"/>
            </a:xfrm>
            <a:prstGeom prst="ellipse">
              <a:avLst/>
            </a:prstGeom>
            <a:solidFill>
              <a:srgbClr val="FFC26B">
                <a:alpha val="30196"/>
              </a:srgbClr>
            </a:solidFill>
            <a:ln w="9000" cap="rnd">
              <a:solidFill>
                <a:srgbClr val="FFC26B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pt1559"/>
            <p:cNvSpPr/>
            <p:nvPr/>
          </p:nvSpPr>
          <p:spPr>
            <a:xfrm>
              <a:off x="4542364" y="3286156"/>
              <a:ext cx="20656" cy="20656"/>
            </a:xfrm>
            <a:prstGeom prst="ellipse">
              <a:avLst/>
            </a:prstGeom>
            <a:solidFill>
              <a:srgbClr val="FFFCF7">
                <a:alpha val="10980"/>
              </a:srgbClr>
            </a:solidFill>
            <a:ln w="9000" cap="rnd">
              <a:solidFill>
                <a:srgbClr val="FFFCF7">
                  <a:alpha val="1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" name="pt1560"/>
            <p:cNvSpPr/>
            <p:nvPr/>
          </p:nvSpPr>
          <p:spPr>
            <a:xfrm>
              <a:off x="4195930" y="3246167"/>
              <a:ext cx="76004" cy="76004"/>
            </a:xfrm>
            <a:prstGeom prst="ellipse">
              <a:avLst/>
            </a:prstGeom>
            <a:solidFill>
              <a:srgbClr val="FFB039">
                <a:alpha val="36078"/>
              </a:srgbClr>
            </a:solidFill>
            <a:ln w="9000" cap="rnd">
              <a:solidFill>
                <a:srgbClr val="FFB039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" name="pt1561"/>
            <p:cNvSpPr/>
            <p:nvPr/>
          </p:nvSpPr>
          <p:spPr>
            <a:xfrm>
              <a:off x="4464311" y="3250746"/>
              <a:ext cx="63048" cy="63048"/>
            </a:xfrm>
            <a:prstGeom prst="ellipse">
              <a:avLst/>
            </a:prstGeom>
            <a:solidFill>
              <a:srgbClr val="FFBB58">
                <a:alpha val="32549"/>
              </a:srgbClr>
            </a:solidFill>
            <a:ln w="9000" cap="rnd">
              <a:solidFill>
                <a:srgbClr val="FFBB58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" name="pt1562"/>
            <p:cNvSpPr/>
            <p:nvPr/>
          </p:nvSpPr>
          <p:spPr>
            <a:xfrm>
              <a:off x="4507803" y="3258512"/>
              <a:ext cx="47517" cy="47517"/>
            </a:xfrm>
            <a:prstGeom prst="ellipse">
              <a:avLst/>
            </a:prstGeom>
            <a:solidFill>
              <a:srgbClr val="FFC87A">
                <a:alpha val="27843"/>
              </a:srgbClr>
            </a:solidFill>
            <a:ln w="9000" cap="rnd">
              <a:solidFill>
                <a:srgbClr val="FFC87A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" name="pt1563"/>
            <p:cNvSpPr/>
            <p:nvPr/>
          </p:nvSpPr>
          <p:spPr>
            <a:xfrm>
              <a:off x="4466440" y="3256266"/>
              <a:ext cx="42523" cy="42523"/>
            </a:xfrm>
            <a:prstGeom prst="ellipse">
              <a:avLst/>
            </a:prstGeom>
            <a:solidFill>
              <a:srgbClr val="FFC675">
                <a:alpha val="28627"/>
              </a:srgbClr>
            </a:solidFill>
            <a:ln w="9000" cap="rnd">
              <a:solidFill>
                <a:srgbClr val="FFC675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" name="pt1564"/>
            <p:cNvSpPr/>
            <p:nvPr/>
          </p:nvSpPr>
          <p:spPr>
            <a:xfrm>
              <a:off x="4539768" y="3253192"/>
              <a:ext cx="48672" cy="48672"/>
            </a:xfrm>
            <a:prstGeom prst="ellipse">
              <a:avLst/>
            </a:prstGeom>
            <a:solidFill>
              <a:srgbClr val="FFC066">
                <a:alpha val="30588"/>
              </a:srgbClr>
            </a:solidFill>
            <a:ln w="9000" cap="rnd">
              <a:solidFill>
                <a:srgbClr val="FFC066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" name="pt1565"/>
            <p:cNvSpPr/>
            <p:nvPr/>
          </p:nvSpPr>
          <p:spPr>
            <a:xfrm>
              <a:off x="4566791" y="3234632"/>
              <a:ext cx="25449" cy="25449"/>
            </a:xfrm>
            <a:prstGeom prst="ellipse">
              <a:avLst/>
            </a:prstGeom>
            <a:solidFill>
              <a:srgbClr val="FFE3BB">
                <a:alpha val="19215"/>
              </a:srgbClr>
            </a:solidFill>
            <a:ln w="9000" cap="rnd">
              <a:solidFill>
                <a:srgbClr val="FFE3BB">
                  <a:alpha val="1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" name="pt1566"/>
            <p:cNvSpPr/>
            <p:nvPr/>
          </p:nvSpPr>
          <p:spPr>
            <a:xfrm>
              <a:off x="4464513" y="3211262"/>
              <a:ext cx="43173" cy="43173"/>
            </a:xfrm>
            <a:prstGeom prst="ellipse">
              <a:avLst/>
            </a:prstGeom>
            <a:solidFill>
              <a:srgbClr val="FFC97C">
                <a:alpha val="27843"/>
              </a:srgbClr>
            </a:solidFill>
            <a:ln w="9000" cap="rnd">
              <a:solidFill>
                <a:srgbClr val="FFC97C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" name="pt1567"/>
            <p:cNvSpPr/>
            <p:nvPr/>
          </p:nvSpPr>
          <p:spPr>
            <a:xfrm>
              <a:off x="4398939" y="3209696"/>
              <a:ext cx="46307" cy="46307"/>
            </a:xfrm>
            <a:prstGeom prst="ellipse">
              <a:avLst/>
            </a:prstGeom>
            <a:solidFill>
              <a:srgbClr val="FFC87A">
                <a:alpha val="28235"/>
              </a:srgbClr>
            </a:solidFill>
            <a:ln w="9000" cap="rnd">
              <a:solidFill>
                <a:srgbClr val="FFC87A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" name="pt1568"/>
            <p:cNvSpPr/>
            <p:nvPr/>
          </p:nvSpPr>
          <p:spPr>
            <a:xfrm>
              <a:off x="4311799" y="3209348"/>
              <a:ext cx="47002" cy="47002"/>
            </a:xfrm>
            <a:prstGeom prst="ellipse">
              <a:avLst/>
            </a:prstGeom>
            <a:solidFill>
              <a:srgbClr val="FFC778">
                <a:alpha val="28235"/>
              </a:srgbClr>
            </a:solidFill>
            <a:ln w="9000" cap="rnd">
              <a:solidFill>
                <a:srgbClr val="FFC778">
                  <a:alpha val="2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" name="pt1569"/>
            <p:cNvSpPr/>
            <p:nvPr/>
          </p:nvSpPr>
          <p:spPr>
            <a:xfrm>
              <a:off x="4422208" y="3210320"/>
              <a:ext cx="45060" cy="45060"/>
            </a:xfrm>
            <a:prstGeom prst="ellipse">
              <a:avLst/>
            </a:prstGeom>
            <a:solidFill>
              <a:srgbClr val="FFCA7E">
                <a:alpha val="27450"/>
              </a:srgbClr>
            </a:solidFill>
            <a:ln w="9000" cap="rnd">
              <a:solidFill>
                <a:srgbClr val="FFCA7E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" name="pt1570"/>
            <p:cNvSpPr/>
            <p:nvPr/>
          </p:nvSpPr>
          <p:spPr>
            <a:xfrm>
              <a:off x="4489013" y="3185485"/>
              <a:ext cx="18564" cy="18564"/>
            </a:xfrm>
            <a:prstGeom prst="ellipse">
              <a:avLst/>
            </a:prstGeom>
            <a:solidFill>
              <a:srgbClr val="FFF3E2">
                <a:alpha val="13725"/>
              </a:srgbClr>
            </a:solidFill>
            <a:ln w="9000" cap="rnd">
              <a:solidFill>
                <a:srgbClr val="FFF3E2">
                  <a:alpha val="1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" name="pt1571"/>
            <p:cNvSpPr/>
            <p:nvPr/>
          </p:nvSpPr>
          <p:spPr>
            <a:xfrm>
              <a:off x="4551278" y="3172209"/>
              <a:ext cx="45117" cy="45117"/>
            </a:xfrm>
            <a:prstGeom prst="ellipse">
              <a:avLst/>
            </a:prstGeom>
            <a:solidFill>
              <a:srgbClr val="FFC470">
                <a:alpha val="29411"/>
              </a:srgbClr>
            </a:solidFill>
            <a:ln w="9000" cap="rnd">
              <a:solidFill>
                <a:srgbClr val="FFC470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" name="pt1572"/>
            <p:cNvSpPr/>
            <p:nvPr/>
          </p:nvSpPr>
          <p:spPr>
            <a:xfrm>
              <a:off x="4510370" y="3161393"/>
              <a:ext cx="63499" cy="63499"/>
            </a:xfrm>
            <a:prstGeom prst="ellipse">
              <a:avLst/>
            </a:prstGeom>
            <a:solidFill>
              <a:srgbClr val="FFB240">
                <a:alpha val="35294"/>
              </a:srgbClr>
            </a:solidFill>
            <a:ln w="9000" cap="rnd">
              <a:solidFill>
                <a:srgbClr val="FFB240">
                  <a:alpha val="3529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" name="pt1573"/>
            <p:cNvSpPr/>
            <p:nvPr/>
          </p:nvSpPr>
          <p:spPr>
            <a:xfrm>
              <a:off x="4475701" y="3124445"/>
              <a:ext cx="41857" cy="41857"/>
            </a:xfrm>
            <a:prstGeom prst="ellipse">
              <a:avLst/>
            </a:prstGeom>
            <a:solidFill>
              <a:srgbClr val="FFBF64">
                <a:alpha val="30980"/>
              </a:srgbClr>
            </a:solidFill>
            <a:ln w="9000" cap="rnd">
              <a:solidFill>
                <a:srgbClr val="FFBF64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" name="pt1574"/>
            <p:cNvSpPr/>
            <p:nvPr/>
          </p:nvSpPr>
          <p:spPr>
            <a:xfrm>
              <a:off x="4545419" y="3125880"/>
              <a:ext cx="38986" cy="38986"/>
            </a:xfrm>
            <a:prstGeom prst="ellipse">
              <a:avLst/>
            </a:prstGeom>
            <a:solidFill>
              <a:srgbClr val="FFC571">
                <a:alpha val="29411"/>
              </a:srgbClr>
            </a:solidFill>
            <a:ln w="9000" cap="rnd">
              <a:solidFill>
                <a:srgbClr val="FFC571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" name="pt1575"/>
            <p:cNvSpPr/>
            <p:nvPr/>
          </p:nvSpPr>
          <p:spPr>
            <a:xfrm>
              <a:off x="4513196" y="3123752"/>
              <a:ext cx="43241" cy="43241"/>
            </a:xfrm>
            <a:prstGeom prst="ellipse">
              <a:avLst/>
            </a:prstGeom>
            <a:solidFill>
              <a:srgbClr val="FFC167">
                <a:alpha val="30588"/>
              </a:srgbClr>
            </a:solidFill>
            <a:ln w="9000" cap="rnd">
              <a:solidFill>
                <a:srgbClr val="FFC167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" name="pt1576"/>
            <p:cNvSpPr/>
            <p:nvPr/>
          </p:nvSpPr>
          <p:spPr>
            <a:xfrm>
              <a:off x="4464493" y="3130279"/>
              <a:ext cx="30187" cy="30187"/>
            </a:xfrm>
            <a:prstGeom prst="ellipse">
              <a:avLst/>
            </a:prstGeom>
            <a:solidFill>
              <a:srgbClr val="FFD08E">
                <a:alpha val="25490"/>
              </a:srgbClr>
            </a:solidFill>
            <a:ln w="9000" cap="rnd">
              <a:solidFill>
                <a:srgbClr val="FFD08E">
                  <a:alpha val="2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" name="pt1577"/>
            <p:cNvSpPr/>
            <p:nvPr/>
          </p:nvSpPr>
          <p:spPr>
            <a:xfrm>
              <a:off x="4493023" y="3125525"/>
              <a:ext cx="39695" cy="39695"/>
            </a:xfrm>
            <a:prstGeom prst="ellipse">
              <a:avLst/>
            </a:prstGeom>
            <a:solidFill>
              <a:srgbClr val="FFC470">
                <a:alpha val="29411"/>
              </a:srgbClr>
            </a:solidFill>
            <a:ln w="9000" cap="rnd">
              <a:solidFill>
                <a:srgbClr val="FFC470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pt1578"/>
            <p:cNvSpPr/>
            <p:nvPr/>
          </p:nvSpPr>
          <p:spPr>
            <a:xfrm>
              <a:off x="4192531" y="3076177"/>
              <a:ext cx="87353" cy="87353"/>
            </a:xfrm>
            <a:prstGeom prst="ellipse">
              <a:avLst/>
            </a:prstGeom>
            <a:solidFill>
              <a:srgbClr val="FFA300">
                <a:alpha val="40784"/>
              </a:srgbClr>
            </a:solidFill>
            <a:ln w="9000" cap="rnd">
              <a:solidFill>
                <a:srgbClr val="FFA300">
                  <a:alpha val="4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pt1579"/>
            <p:cNvSpPr/>
            <p:nvPr/>
          </p:nvSpPr>
          <p:spPr>
            <a:xfrm>
              <a:off x="4485386" y="3107805"/>
              <a:ext cx="24097" cy="24097"/>
            </a:xfrm>
            <a:prstGeom prst="ellipse">
              <a:avLst/>
            </a:prstGeom>
            <a:solidFill>
              <a:srgbClr val="FFDBAA">
                <a:alpha val="21568"/>
              </a:srgbClr>
            </a:solidFill>
            <a:ln w="9000" cap="rnd">
              <a:solidFill>
                <a:srgbClr val="FFDBAA">
                  <a:alpha val="2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pt1580"/>
            <p:cNvSpPr/>
            <p:nvPr/>
          </p:nvSpPr>
          <p:spPr>
            <a:xfrm>
              <a:off x="4569145" y="3098925"/>
              <a:ext cx="41857" cy="41857"/>
            </a:xfrm>
            <a:prstGeom prst="ellipse">
              <a:avLst/>
            </a:prstGeom>
            <a:solidFill>
              <a:srgbClr val="FFC26B">
                <a:alpha val="30196"/>
              </a:srgbClr>
            </a:solidFill>
            <a:ln w="9000" cap="rnd">
              <a:solidFill>
                <a:srgbClr val="FFC26B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pt1581"/>
            <p:cNvSpPr/>
            <p:nvPr/>
          </p:nvSpPr>
          <p:spPr>
            <a:xfrm>
              <a:off x="4458796" y="3098255"/>
              <a:ext cx="43198" cy="43198"/>
            </a:xfrm>
            <a:prstGeom prst="ellipse">
              <a:avLst/>
            </a:prstGeom>
            <a:solidFill>
              <a:srgbClr val="FFBF64">
                <a:alpha val="30980"/>
              </a:srgbClr>
            </a:solidFill>
            <a:ln w="9000" cap="rnd">
              <a:solidFill>
                <a:srgbClr val="FFBF64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pt1582"/>
            <p:cNvSpPr/>
            <p:nvPr/>
          </p:nvSpPr>
          <p:spPr>
            <a:xfrm>
              <a:off x="4448057" y="3076556"/>
              <a:ext cx="54974" cy="54974"/>
            </a:xfrm>
            <a:prstGeom prst="ellipse">
              <a:avLst/>
            </a:prstGeom>
            <a:solidFill>
              <a:srgbClr val="FFBF63">
                <a:alpha val="31372"/>
              </a:srgbClr>
            </a:solidFill>
            <a:ln w="9000" cap="rnd">
              <a:solidFill>
                <a:srgbClr val="FFBF63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pt1583"/>
            <p:cNvSpPr/>
            <p:nvPr/>
          </p:nvSpPr>
          <p:spPr>
            <a:xfrm>
              <a:off x="4559892" y="3081164"/>
              <a:ext cx="45758" cy="45758"/>
            </a:xfrm>
            <a:prstGeom prst="ellipse">
              <a:avLst/>
            </a:prstGeom>
            <a:solidFill>
              <a:srgbClr val="FFC87B">
                <a:alpha val="27843"/>
              </a:srgbClr>
            </a:solidFill>
            <a:ln w="9000" cap="rnd">
              <a:solidFill>
                <a:srgbClr val="FFC87B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pt1584"/>
            <p:cNvSpPr/>
            <p:nvPr/>
          </p:nvSpPr>
          <p:spPr>
            <a:xfrm>
              <a:off x="4506584" y="3083114"/>
              <a:ext cx="41857" cy="41857"/>
            </a:xfrm>
            <a:prstGeom prst="ellipse">
              <a:avLst/>
            </a:prstGeom>
            <a:solidFill>
              <a:srgbClr val="FFCB81">
                <a:alpha val="27058"/>
              </a:srgbClr>
            </a:solidFill>
            <a:ln w="9000" cap="rnd">
              <a:solidFill>
                <a:srgbClr val="FFCB81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pt1585"/>
            <p:cNvSpPr/>
            <p:nvPr/>
          </p:nvSpPr>
          <p:spPr>
            <a:xfrm>
              <a:off x="4527174" y="3084172"/>
              <a:ext cx="39739" cy="39739"/>
            </a:xfrm>
            <a:prstGeom prst="ellipse">
              <a:avLst/>
            </a:prstGeom>
            <a:solidFill>
              <a:srgbClr val="FFCD85">
                <a:alpha val="26666"/>
              </a:srgbClr>
            </a:solidFill>
            <a:ln w="9000" cap="rnd">
              <a:solidFill>
                <a:srgbClr val="FFCD85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pt1586"/>
            <p:cNvSpPr/>
            <p:nvPr/>
          </p:nvSpPr>
          <p:spPr>
            <a:xfrm>
              <a:off x="4320014" y="3088713"/>
              <a:ext cx="24078" cy="24078"/>
            </a:xfrm>
            <a:prstGeom prst="ellipse">
              <a:avLst/>
            </a:prstGeom>
            <a:solidFill>
              <a:srgbClr val="FFEACC">
                <a:alpha val="16862"/>
              </a:srgbClr>
            </a:solidFill>
            <a:ln w="9000" cap="rnd">
              <a:solidFill>
                <a:srgbClr val="FFEACC">
                  <a:alpha val="1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pt1587"/>
            <p:cNvSpPr/>
            <p:nvPr/>
          </p:nvSpPr>
          <p:spPr>
            <a:xfrm>
              <a:off x="4218005" y="3057973"/>
              <a:ext cx="70105" cy="70105"/>
            </a:xfrm>
            <a:prstGeom prst="ellipse">
              <a:avLst/>
            </a:prstGeom>
            <a:solidFill>
              <a:srgbClr val="FF8900">
                <a:alpha val="47843"/>
              </a:srgbClr>
            </a:solidFill>
            <a:ln w="9000" cap="rnd">
              <a:solidFill>
                <a:srgbClr val="FF8900">
                  <a:alpha val="4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pt1588"/>
            <p:cNvSpPr/>
            <p:nvPr/>
          </p:nvSpPr>
          <p:spPr>
            <a:xfrm>
              <a:off x="4187006" y="3048012"/>
              <a:ext cx="89234" cy="89234"/>
            </a:xfrm>
            <a:prstGeom prst="ellipse">
              <a:avLst/>
            </a:prstGeom>
            <a:solidFill>
              <a:srgbClr val="FFA816">
                <a:alpha val="39215"/>
              </a:srgbClr>
            </a:solidFill>
            <a:ln w="9000" cap="rnd">
              <a:solidFill>
                <a:srgbClr val="FFA816">
                  <a:alpha val="3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pt1589"/>
            <p:cNvSpPr/>
            <p:nvPr/>
          </p:nvSpPr>
          <p:spPr>
            <a:xfrm>
              <a:off x="4461079" y="3070063"/>
              <a:ext cx="45133" cy="45133"/>
            </a:xfrm>
            <a:prstGeom prst="ellipse">
              <a:avLst/>
            </a:prstGeom>
            <a:solidFill>
              <a:srgbClr val="FFC471">
                <a:alpha val="29411"/>
              </a:srgbClr>
            </a:solidFill>
            <a:ln w="9000" cap="rnd">
              <a:solidFill>
                <a:srgbClr val="FFC471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pt1590"/>
            <p:cNvSpPr/>
            <p:nvPr/>
          </p:nvSpPr>
          <p:spPr>
            <a:xfrm>
              <a:off x="4274308" y="3064904"/>
              <a:ext cx="55451" cy="55451"/>
            </a:xfrm>
            <a:prstGeom prst="ellipse">
              <a:avLst/>
            </a:prstGeom>
            <a:solidFill>
              <a:srgbClr val="FFBD5D">
                <a:alpha val="31764"/>
              </a:srgbClr>
            </a:solidFill>
            <a:ln w="9000" cap="rnd">
              <a:solidFill>
                <a:srgbClr val="FFBD5D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pt1591"/>
            <p:cNvSpPr/>
            <p:nvPr/>
          </p:nvSpPr>
          <p:spPr>
            <a:xfrm>
              <a:off x="4336039" y="3065645"/>
              <a:ext cx="53969" cy="53969"/>
            </a:xfrm>
            <a:prstGeom prst="ellipse">
              <a:avLst/>
            </a:prstGeom>
            <a:solidFill>
              <a:srgbClr val="FFC066">
                <a:alpha val="30588"/>
              </a:srgbClr>
            </a:solidFill>
            <a:ln w="9000" cap="rnd">
              <a:solidFill>
                <a:srgbClr val="FFC066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pt1592"/>
            <p:cNvSpPr/>
            <p:nvPr/>
          </p:nvSpPr>
          <p:spPr>
            <a:xfrm>
              <a:off x="4517635" y="3069733"/>
              <a:ext cx="45792" cy="45792"/>
            </a:xfrm>
            <a:prstGeom prst="ellipse">
              <a:avLst/>
            </a:prstGeom>
            <a:solidFill>
              <a:srgbClr val="FFC571">
                <a:alpha val="29411"/>
              </a:srgbClr>
            </a:solidFill>
            <a:ln w="9000" cap="rnd">
              <a:solidFill>
                <a:srgbClr val="FFC571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pt1593"/>
            <p:cNvSpPr/>
            <p:nvPr/>
          </p:nvSpPr>
          <p:spPr>
            <a:xfrm>
              <a:off x="4376327" y="3070423"/>
              <a:ext cx="44412" cy="44412"/>
            </a:xfrm>
            <a:prstGeom prst="ellipse">
              <a:avLst/>
            </a:prstGeom>
            <a:solidFill>
              <a:srgbClr val="FFC87B">
                <a:alpha val="27843"/>
              </a:srgbClr>
            </a:solidFill>
            <a:ln w="9000" cap="rnd">
              <a:solidFill>
                <a:srgbClr val="FFC87B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" name="pt1594"/>
            <p:cNvSpPr/>
            <p:nvPr/>
          </p:nvSpPr>
          <p:spPr>
            <a:xfrm>
              <a:off x="4221173" y="3016190"/>
              <a:ext cx="127530" cy="127530"/>
            </a:xfrm>
            <a:prstGeom prst="ellipse">
              <a:avLst/>
            </a:prstGeom>
            <a:solidFill>
              <a:srgbClr val="FF8100">
                <a:alpha val="50196"/>
              </a:srgbClr>
            </a:solidFill>
            <a:ln w="9000" cap="rnd">
              <a:solidFill>
                <a:srgbClr val="FF8100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" name="pt1595"/>
            <p:cNvSpPr/>
            <p:nvPr/>
          </p:nvSpPr>
          <p:spPr>
            <a:xfrm>
              <a:off x="4569572" y="3053739"/>
              <a:ext cx="52434" cy="52434"/>
            </a:xfrm>
            <a:prstGeom prst="ellipse">
              <a:avLst/>
            </a:prstGeom>
            <a:solidFill>
              <a:srgbClr val="FFAC2A">
                <a:alpha val="37647"/>
              </a:srgbClr>
            </a:solidFill>
            <a:ln w="9000" cap="rnd">
              <a:solidFill>
                <a:srgbClr val="FFAC2A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" name="pt1596"/>
            <p:cNvSpPr/>
            <p:nvPr/>
          </p:nvSpPr>
          <p:spPr>
            <a:xfrm>
              <a:off x="4410376" y="3060098"/>
              <a:ext cx="39714" cy="39714"/>
            </a:xfrm>
            <a:prstGeom prst="ellipse">
              <a:avLst/>
            </a:prstGeom>
            <a:solidFill>
              <a:srgbClr val="FFB74F">
                <a:alpha val="33725"/>
              </a:srgbClr>
            </a:solidFill>
            <a:ln w="9000" cap="rnd">
              <a:solidFill>
                <a:srgbClr val="FFB74F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" name="pt1597"/>
            <p:cNvSpPr/>
            <p:nvPr/>
          </p:nvSpPr>
          <p:spPr>
            <a:xfrm>
              <a:off x="4464024" y="3057081"/>
              <a:ext cx="45753" cy="45753"/>
            </a:xfrm>
            <a:prstGeom prst="ellipse">
              <a:avLst/>
            </a:prstGeom>
            <a:solidFill>
              <a:srgbClr val="FFB13D">
                <a:alpha val="35686"/>
              </a:srgbClr>
            </a:solidFill>
            <a:ln w="9000" cap="rnd">
              <a:solidFill>
                <a:srgbClr val="FFB13D">
                  <a:alpha val="3568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" name="pt1598"/>
            <p:cNvSpPr/>
            <p:nvPr/>
          </p:nvSpPr>
          <p:spPr>
            <a:xfrm>
              <a:off x="4538464" y="3060818"/>
              <a:ext cx="38276" cy="38276"/>
            </a:xfrm>
            <a:prstGeom prst="ellipse">
              <a:avLst/>
            </a:prstGeom>
            <a:solidFill>
              <a:srgbClr val="FFBB58">
                <a:alpha val="32549"/>
              </a:srgbClr>
            </a:solidFill>
            <a:ln w="9000" cap="rnd">
              <a:solidFill>
                <a:srgbClr val="FFBB58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" name="pt1599"/>
            <p:cNvSpPr/>
            <p:nvPr/>
          </p:nvSpPr>
          <p:spPr>
            <a:xfrm>
              <a:off x="4377636" y="3059057"/>
              <a:ext cx="41795" cy="41795"/>
            </a:xfrm>
            <a:prstGeom prst="ellipse">
              <a:avLst/>
            </a:prstGeom>
            <a:solidFill>
              <a:srgbClr val="FFB446">
                <a:alpha val="34901"/>
              </a:srgbClr>
            </a:solidFill>
            <a:ln w="9000" cap="rnd">
              <a:solidFill>
                <a:srgbClr val="FFB446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" name="pt1600"/>
            <p:cNvSpPr/>
            <p:nvPr/>
          </p:nvSpPr>
          <p:spPr>
            <a:xfrm>
              <a:off x="4368688" y="3054020"/>
              <a:ext cx="48500" cy="48500"/>
            </a:xfrm>
            <a:prstGeom prst="ellipse">
              <a:avLst/>
            </a:prstGeom>
            <a:solidFill>
              <a:srgbClr val="FFC066">
                <a:alpha val="30588"/>
              </a:srgbClr>
            </a:solidFill>
            <a:ln w="9000" cap="rnd">
              <a:solidFill>
                <a:srgbClr val="FFC066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" name="pt1601"/>
            <p:cNvSpPr/>
            <p:nvPr/>
          </p:nvSpPr>
          <p:spPr>
            <a:xfrm>
              <a:off x="4210931" y="3026894"/>
              <a:ext cx="78059" cy="78059"/>
            </a:xfrm>
            <a:prstGeom prst="ellipse">
              <a:avLst/>
            </a:prstGeom>
            <a:solidFill>
              <a:srgbClr val="FF7A00">
                <a:alpha val="52156"/>
              </a:srgbClr>
            </a:solidFill>
            <a:ln w="9000" cap="rnd">
              <a:solidFill>
                <a:srgbClr val="FF7A00">
                  <a:alpha val="5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" name="pt1602"/>
            <p:cNvSpPr/>
            <p:nvPr/>
          </p:nvSpPr>
          <p:spPr>
            <a:xfrm>
              <a:off x="4523504" y="3030797"/>
              <a:ext cx="60090" cy="60090"/>
            </a:xfrm>
            <a:prstGeom prst="ellipse">
              <a:avLst/>
            </a:prstGeom>
            <a:solidFill>
              <a:srgbClr val="FFBD5E">
                <a:alpha val="31764"/>
              </a:srgbClr>
            </a:solidFill>
            <a:ln w="9000" cap="rnd">
              <a:solidFill>
                <a:srgbClr val="FFBD5E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" name="pt1603"/>
            <p:cNvSpPr/>
            <p:nvPr/>
          </p:nvSpPr>
          <p:spPr>
            <a:xfrm>
              <a:off x="4581494" y="3045754"/>
              <a:ext cx="30178" cy="30178"/>
            </a:xfrm>
            <a:prstGeom prst="ellipse">
              <a:avLst/>
            </a:prstGeom>
            <a:solidFill>
              <a:srgbClr val="FFDFB3">
                <a:alpha val="20392"/>
              </a:srgbClr>
            </a:solidFill>
            <a:ln w="9000" cap="rnd">
              <a:solidFill>
                <a:srgbClr val="FFDFB3">
                  <a:alpha val="2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" name="pt1604"/>
            <p:cNvSpPr/>
            <p:nvPr/>
          </p:nvSpPr>
          <p:spPr>
            <a:xfrm>
              <a:off x="4192364" y="3009137"/>
              <a:ext cx="87687" cy="87687"/>
            </a:xfrm>
            <a:prstGeom prst="ellipse">
              <a:avLst/>
            </a:prstGeom>
            <a:solidFill>
              <a:srgbClr val="FFA200">
                <a:alpha val="40784"/>
              </a:srgbClr>
            </a:solidFill>
            <a:ln w="9000" cap="rnd">
              <a:solidFill>
                <a:srgbClr val="FFA200">
                  <a:alpha val="4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" name="pt1605"/>
            <p:cNvSpPr/>
            <p:nvPr/>
          </p:nvSpPr>
          <p:spPr>
            <a:xfrm>
              <a:off x="2778625" y="3027596"/>
              <a:ext cx="50768" cy="50768"/>
            </a:xfrm>
            <a:prstGeom prst="ellipse">
              <a:avLst/>
            </a:prstGeom>
            <a:solidFill>
              <a:srgbClr val="FFC777">
                <a:alpha val="28627"/>
              </a:srgbClr>
            </a:solidFill>
            <a:ln w="9000" cap="rnd">
              <a:solidFill>
                <a:srgbClr val="FFC777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" name="pt1606"/>
            <p:cNvSpPr/>
            <p:nvPr/>
          </p:nvSpPr>
          <p:spPr>
            <a:xfrm>
              <a:off x="4275551" y="3026498"/>
              <a:ext cx="52966" cy="52966"/>
            </a:xfrm>
            <a:prstGeom prst="ellipse">
              <a:avLst/>
            </a:prstGeom>
            <a:solidFill>
              <a:srgbClr val="FFB74F">
                <a:alpha val="33725"/>
              </a:srgbClr>
            </a:solidFill>
            <a:ln w="9000" cap="rnd">
              <a:solidFill>
                <a:srgbClr val="FFB74F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" name="pt1607"/>
            <p:cNvSpPr/>
            <p:nvPr/>
          </p:nvSpPr>
          <p:spPr>
            <a:xfrm>
              <a:off x="4571742" y="3033847"/>
              <a:ext cx="38266" cy="38266"/>
            </a:xfrm>
            <a:prstGeom prst="ellipse">
              <a:avLst/>
            </a:prstGeom>
            <a:solidFill>
              <a:srgbClr val="FFC675">
                <a:alpha val="28627"/>
              </a:srgbClr>
            </a:solidFill>
            <a:ln w="9000" cap="rnd">
              <a:solidFill>
                <a:srgbClr val="FFC675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" name="pt1608"/>
            <p:cNvSpPr/>
            <p:nvPr/>
          </p:nvSpPr>
          <p:spPr>
            <a:xfrm>
              <a:off x="4494481" y="3042661"/>
              <a:ext cx="20639" cy="20639"/>
            </a:xfrm>
            <a:prstGeom prst="ellipse">
              <a:avLst/>
            </a:prstGeom>
            <a:solidFill>
              <a:srgbClr val="FFE3BB">
                <a:alpha val="19215"/>
              </a:srgbClr>
            </a:solidFill>
            <a:ln w="9000" cap="rnd">
              <a:solidFill>
                <a:srgbClr val="FFE3BB">
                  <a:alpha val="1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" name="pt1609"/>
            <p:cNvSpPr/>
            <p:nvPr/>
          </p:nvSpPr>
          <p:spPr>
            <a:xfrm>
              <a:off x="4457450" y="3028377"/>
              <a:ext cx="49208" cy="49208"/>
            </a:xfrm>
            <a:prstGeom prst="ellipse">
              <a:avLst/>
            </a:prstGeom>
            <a:solidFill>
              <a:srgbClr val="FFB954">
                <a:alpha val="32941"/>
              </a:srgbClr>
            </a:solidFill>
            <a:ln w="9000" cap="rnd">
              <a:solidFill>
                <a:srgbClr val="FFB954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" name="pt1610"/>
            <p:cNvSpPr/>
            <p:nvPr/>
          </p:nvSpPr>
          <p:spPr>
            <a:xfrm>
              <a:off x="4470708" y="3024646"/>
              <a:ext cx="46944" cy="46944"/>
            </a:xfrm>
            <a:prstGeom prst="ellipse">
              <a:avLst/>
            </a:prstGeom>
            <a:solidFill>
              <a:srgbClr val="FFB74D">
                <a:alpha val="33725"/>
              </a:srgbClr>
            </a:solidFill>
            <a:ln w="9000" cap="rnd">
              <a:solidFill>
                <a:srgbClr val="FFB74D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" name="pt1611"/>
            <p:cNvSpPr/>
            <p:nvPr/>
          </p:nvSpPr>
          <p:spPr>
            <a:xfrm>
              <a:off x="4550007" y="3027547"/>
              <a:ext cx="41141" cy="41141"/>
            </a:xfrm>
            <a:prstGeom prst="ellipse">
              <a:avLst/>
            </a:prstGeom>
            <a:solidFill>
              <a:srgbClr val="FFBE62">
                <a:alpha val="31372"/>
              </a:srgbClr>
            </a:solidFill>
            <a:ln w="9000" cap="rnd">
              <a:solidFill>
                <a:srgbClr val="FFBE62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" name="pt1612"/>
            <p:cNvSpPr/>
            <p:nvPr/>
          </p:nvSpPr>
          <p:spPr>
            <a:xfrm>
              <a:off x="4321249" y="3023453"/>
              <a:ext cx="49331" cy="49331"/>
            </a:xfrm>
            <a:prstGeom prst="ellipse">
              <a:avLst/>
            </a:prstGeom>
            <a:solidFill>
              <a:srgbClr val="FFBB57">
                <a:alpha val="32549"/>
              </a:srgbClr>
            </a:solidFill>
            <a:ln w="9000" cap="rnd">
              <a:solidFill>
                <a:srgbClr val="FFBB57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" name="pt1613"/>
            <p:cNvSpPr/>
            <p:nvPr/>
          </p:nvSpPr>
          <p:spPr>
            <a:xfrm>
              <a:off x="4371051" y="3026232"/>
              <a:ext cx="43774" cy="43774"/>
            </a:xfrm>
            <a:prstGeom prst="ellipse">
              <a:avLst/>
            </a:prstGeom>
            <a:solidFill>
              <a:srgbClr val="FFC169">
                <a:alpha val="30196"/>
              </a:srgbClr>
            </a:solidFill>
            <a:ln w="9000" cap="rnd">
              <a:solidFill>
                <a:srgbClr val="FFC169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" name="pt1614"/>
            <p:cNvSpPr/>
            <p:nvPr/>
          </p:nvSpPr>
          <p:spPr>
            <a:xfrm>
              <a:off x="4396753" y="3024378"/>
              <a:ext cx="47481" cy="47481"/>
            </a:xfrm>
            <a:prstGeom prst="ellipse">
              <a:avLst/>
            </a:prstGeom>
            <a:solidFill>
              <a:srgbClr val="FFBD5D">
                <a:alpha val="31764"/>
              </a:srgbClr>
            </a:solidFill>
            <a:ln w="9000" cap="rnd">
              <a:solidFill>
                <a:srgbClr val="FFBD5D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" name="pt1615"/>
            <p:cNvSpPr/>
            <p:nvPr/>
          </p:nvSpPr>
          <p:spPr>
            <a:xfrm>
              <a:off x="4508836" y="3026187"/>
              <a:ext cx="43863" cy="43863"/>
            </a:xfrm>
            <a:prstGeom prst="ellipse">
              <a:avLst/>
            </a:prstGeom>
            <a:solidFill>
              <a:srgbClr val="FFBB59">
                <a:alpha val="32549"/>
              </a:srgbClr>
            </a:solidFill>
            <a:ln w="9000" cap="rnd">
              <a:solidFill>
                <a:srgbClr val="FFBB59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" name="pt1616"/>
            <p:cNvSpPr/>
            <p:nvPr/>
          </p:nvSpPr>
          <p:spPr>
            <a:xfrm>
              <a:off x="4298525" y="2989421"/>
              <a:ext cx="47522" cy="47522"/>
            </a:xfrm>
            <a:prstGeom prst="ellipse">
              <a:avLst/>
            </a:prstGeom>
            <a:solidFill>
              <a:srgbClr val="FFCA7F">
                <a:alpha val="27450"/>
              </a:srgbClr>
            </a:solidFill>
            <a:ln w="9000" cap="rnd">
              <a:solidFill>
                <a:srgbClr val="FFCA7F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" name="pt1617"/>
            <p:cNvSpPr/>
            <p:nvPr/>
          </p:nvSpPr>
          <p:spPr>
            <a:xfrm>
              <a:off x="4393855" y="2992253"/>
              <a:ext cx="41854" cy="41854"/>
            </a:xfrm>
            <a:prstGeom prst="ellipse">
              <a:avLst/>
            </a:prstGeom>
            <a:solidFill>
              <a:srgbClr val="FFD396">
                <a:alpha val="24313"/>
              </a:srgbClr>
            </a:solidFill>
            <a:ln w="9000" cap="rnd">
              <a:solidFill>
                <a:srgbClr val="FFD396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" name="pt1618"/>
            <p:cNvSpPr/>
            <p:nvPr/>
          </p:nvSpPr>
          <p:spPr>
            <a:xfrm>
              <a:off x="4368613" y="2994533"/>
              <a:ext cx="37296" cy="37296"/>
            </a:xfrm>
            <a:prstGeom prst="ellipse">
              <a:avLst/>
            </a:prstGeom>
            <a:solidFill>
              <a:srgbClr val="FFDAA7">
                <a:alpha val="21960"/>
              </a:srgbClr>
            </a:solidFill>
            <a:ln w="9000" cap="rnd">
              <a:solidFill>
                <a:srgbClr val="FFDAA7">
                  <a:alpha val="2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" name="pt1619"/>
            <p:cNvSpPr/>
            <p:nvPr/>
          </p:nvSpPr>
          <p:spPr>
            <a:xfrm>
              <a:off x="4470858" y="2992250"/>
              <a:ext cx="41863" cy="41863"/>
            </a:xfrm>
            <a:prstGeom prst="ellipse">
              <a:avLst/>
            </a:prstGeom>
            <a:solidFill>
              <a:srgbClr val="FFCE89">
                <a:alpha val="26274"/>
              </a:srgbClr>
            </a:solidFill>
            <a:ln w="9000" cap="rnd">
              <a:solidFill>
                <a:srgbClr val="FFCE89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" name="pt1620"/>
            <p:cNvSpPr/>
            <p:nvPr/>
          </p:nvSpPr>
          <p:spPr>
            <a:xfrm>
              <a:off x="4457466" y="2970624"/>
              <a:ext cx="78326" cy="78326"/>
            </a:xfrm>
            <a:prstGeom prst="ellipse">
              <a:avLst/>
            </a:prstGeom>
            <a:solidFill>
              <a:srgbClr val="FFAC2B">
                <a:alpha val="37647"/>
              </a:srgbClr>
            </a:solidFill>
            <a:ln w="9000" cap="rnd">
              <a:solidFill>
                <a:srgbClr val="FFAC2B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" name="pt1621"/>
            <p:cNvSpPr/>
            <p:nvPr/>
          </p:nvSpPr>
          <p:spPr>
            <a:xfrm>
              <a:off x="4412197" y="2986948"/>
              <a:ext cx="45681" cy="45681"/>
            </a:xfrm>
            <a:prstGeom prst="ellipse">
              <a:avLst/>
            </a:prstGeom>
            <a:solidFill>
              <a:srgbClr val="FFCD86">
                <a:alpha val="26274"/>
              </a:srgbClr>
            </a:solidFill>
            <a:ln w="9000" cap="rnd">
              <a:solidFill>
                <a:srgbClr val="FFCD86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" name="pt1622"/>
            <p:cNvSpPr/>
            <p:nvPr/>
          </p:nvSpPr>
          <p:spPr>
            <a:xfrm>
              <a:off x="4462675" y="2958392"/>
              <a:ext cx="54968" cy="54968"/>
            </a:xfrm>
            <a:prstGeom prst="ellipse">
              <a:avLst/>
            </a:prstGeom>
            <a:solidFill>
              <a:srgbClr val="FFB954">
                <a:alpha val="32941"/>
              </a:srgbClr>
            </a:solidFill>
            <a:ln w="9000" cap="rnd">
              <a:solidFill>
                <a:srgbClr val="FFB954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" name="pt1623"/>
            <p:cNvSpPr/>
            <p:nvPr/>
          </p:nvSpPr>
          <p:spPr>
            <a:xfrm>
              <a:off x="4521603" y="2957182"/>
              <a:ext cx="57390" cy="57390"/>
            </a:xfrm>
            <a:prstGeom prst="ellipse">
              <a:avLst/>
            </a:prstGeom>
            <a:solidFill>
              <a:srgbClr val="FFB952">
                <a:alpha val="33333"/>
              </a:srgbClr>
            </a:solidFill>
            <a:ln w="9000" cap="rnd">
              <a:solidFill>
                <a:srgbClr val="FFB952">
                  <a:alpha val="3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" name="pt1624"/>
            <p:cNvSpPr/>
            <p:nvPr/>
          </p:nvSpPr>
          <p:spPr>
            <a:xfrm>
              <a:off x="4462937" y="2952415"/>
              <a:ext cx="54442" cy="54442"/>
            </a:xfrm>
            <a:prstGeom prst="ellipse">
              <a:avLst/>
            </a:prstGeom>
            <a:solidFill>
              <a:srgbClr val="FFC169">
                <a:alpha val="30196"/>
              </a:srgbClr>
            </a:solidFill>
            <a:ln w="9000" cap="rnd">
              <a:solidFill>
                <a:srgbClr val="FFC169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" name="pt1625"/>
            <p:cNvSpPr/>
            <p:nvPr/>
          </p:nvSpPr>
          <p:spPr>
            <a:xfrm>
              <a:off x="4567832" y="2959047"/>
              <a:ext cx="41181" cy="41181"/>
            </a:xfrm>
            <a:prstGeom prst="ellipse">
              <a:avLst/>
            </a:prstGeom>
            <a:solidFill>
              <a:srgbClr val="FFCE88">
                <a:alpha val="26274"/>
              </a:srgbClr>
            </a:solidFill>
            <a:ln w="9000" cap="rnd">
              <a:solidFill>
                <a:srgbClr val="FFCE88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" name="pt1626"/>
            <p:cNvSpPr/>
            <p:nvPr/>
          </p:nvSpPr>
          <p:spPr>
            <a:xfrm>
              <a:off x="4487815" y="2956176"/>
              <a:ext cx="46921" cy="46921"/>
            </a:xfrm>
            <a:prstGeom prst="ellipse">
              <a:avLst/>
            </a:prstGeom>
            <a:solidFill>
              <a:srgbClr val="FFC777">
                <a:alpha val="28627"/>
              </a:srgbClr>
            </a:solidFill>
            <a:ln w="9000" cap="rnd">
              <a:solidFill>
                <a:srgbClr val="FFC777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" name="pt1627"/>
            <p:cNvSpPr/>
            <p:nvPr/>
          </p:nvSpPr>
          <p:spPr>
            <a:xfrm>
              <a:off x="4540287" y="2931098"/>
              <a:ext cx="49251" cy="49251"/>
            </a:xfrm>
            <a:prstGeom prst="ellipse">
              <a:avLst/>
            </a:prstGeom>
            <a:solidFill>
              <a:srgbClr val="FFBB5A">
                <a:alpha val="32156"/>
              </a:srgbClr>
            </a:solidFill>
            <a:ln w="9000" cap="rnd">
              <a:solidFill>
                <a:srgbClr val="FFBB5A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" name="pt1628"/>
            <p:cNvSpPr/>
            <p:nvPr/>
          </p:nvSpPr>
          <p:spPr>
            <a:xfrm>
              <a:off x="4489119" y="2931971"/>
              <a:ext cx="47504" cy="47504"/>
            </a:xfrm>
            <a:prstGeom prst="ellipse">
              <a:avLst/>
            </a:prstGeom>
            <a:solidFill>
              <a:srgbClr val="FFBC5B">
                <a:alpha val="32156"/>
              </a:srgbClr>
            </a:solidFill>
            <a:ln w="9000" cap="rnd">
              <a:solidFill>
                <a:srgbClr val="FFBC5B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" name="pt1629"/>
            <p:cNvSpPr/>
            <p:nvPr/>
          </p:nvSpPr>
          <p:spPr>
            <a:xfrm>
              <a:off x="4391766" y="2935133"/>
              <a:ext cx="41181" cy="41181"/>
            </a:xfrm>
            <a:prstGeom prst="ellipse">
              <a:avLst/>
            </a:prstGeom>
            <a:solidFill>
              <a:srgbClr val="FFC777">
                <a:alpha val="28627"/>
              </a:srgbClr>
            </a:solidFill>
            <a:ln w="9000" cap="rnd">
              <a:solidFill>
                <a:srgbClr val="FFC777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" name="pt1630"/>
            <p:cNvSpPr/>
            <p:nvPr/>
          </p:nvSpPr>
          <p:spPr>
            <a:xfrm>
              <a:off x="4459357" y="2935494"/>
              <a:ext cx="40459" cy="40459"/>
            </a:xfrm>
            <a:prstGeom prst="ellipse">
              <a:avLst/>
            </a:prstGeom>
            <a:solidFill>
              <a:srgbClr val="FFC471">
                <a:alpha val="29411"/>
              </a:srgbClr>
            </a:solidFill>
            <a:ln w="9000" cap="rnd">
              <a:solidFill>
                <a:srgbClr val="FFC471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" name="pt1631"/>
            <p:cNvSpPr/>
            <p:nvPr/>
          </p:nvSpPr>
          <p:spPr>
            <a:xfrm>
              <a:off x="4478556" y="2890475"/>
              <a:ext cx="47569" cy="47569"/>
            </a:xfrm>
            <a:prstGeom prst="ellipse">
              <a:avLst/>
            </a:prstGeom>
            <a:solidFill>
              <a:srgbClr val="FFC36E">
                <a:alpha val="29803"/>
              </a:srgbClr>
            </a:solidFill>
            <a:ln w="9000" cap="rnd">
              <a:solidFill>
                <a:srgbClr val="FFC36E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" name="pt1632"/>
            <p:cNvSpPr/>
            <p:nvPr/>
          </p:nvSpPr>
          <p:spPr>
            <a:xfrm>
              <a:off x="4585477" y="2900851"/>
              <a:ext cx="20623" cy="20623"/>
            </a:xfrm>
            <a:prstGeom prst="ellipse">
              <a:avLst/>
            </a:prstGeom>
            <a:solidFill>
              <a:srgbClr val="FFF4E4">
                <a:alpha val="13725"/>
              </a:srgbClr>
            </a:solidFill>
            <a:ln w="9000" cap="rnd">
              <a:solidFill>
                <a:srgbClr val="FFF4E4">
                  <a:alpha val="1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" name="pt1633"/>
            <p:cNvSpPr/>
            <p:nvPr/>
          </p:nvSpPr>
          <p:spPr>
            <a:xfrm>
              <a:off x="4526295" y="2897782"/>
              <a:ext cx="26763" cy="26763"/>
            </a:xfrm>
            <a:prstGeom prst="ellipse">
              <a:avLst/>
            </a:prstGeom>
            <a:solidFill>
              <a:srgbClr val="FFE4BF">
                <a:alpha val="18823"/>
              </a:srgbClr>
            </a:solidFill>
            <a:ln w="9000" cap="rnd">
              <a:solidFill>
                <a:srgbClr val="FFE4BF">
                  <a:alpha val="1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" name="pt1634"/>
            <p:cNvSpPr/>
            <p:nvPr/>
          </p:nvSpPr>
          <p:spPr>
            <a:xfrm>
              <a:off x="4477318" y="2862757"/>
              <a:ext cx="54966" cy="54966"/>
            </a:xfrm>
            <a:prstGeom prst="ellipse">
              <a:avLst/>
            </a:prstGeom>
            <a:solidFill>
              <a:srgbClr val="FFCF8B">
                <a:alpha val="25882"/>
              </a:srgbClr>
            </a:solidFill>
            <a:ln w="9000" cap="rnd">
              <a:solidFill>
                <a:srgbClr val="FFCF8B">
                  <a:alpha val="2588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" name="pt1635"/>
            <p:cNvSpPr/>
            <p:nvPr/>
          </p:nvSpPr>
          <p:spPr>
            <a:xfrm>
              <a:off x="4532066" y="2833635"/>
              <a:ext cx="69011" cy="69011"/>
            </a:xfrm>
            <a:prstGeom prst="ellipse">
              <a:avLst/>
            </a:prstGeom>
            <a:solidFill>
              <a:srgbClr val="FFBB5A">
                <a:alpha val="32156"/>
              </a:srgbClr>
            </a:solidFill>
            <a:ln w="9000" cap="rnd">
              <a:solidFill>
                <a:srgbClr val="FFBB5A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" name="pt1636"/>
            <p:cNvSpPr/>
            <p:nvPr/>
          </p:nvSpPr>
          <p:spPr>
            <a:xfrm>
              <a:off x="4195972" y="2810113"/>
              <a:ext cx="80471" cy="80471"/>
            </a:xfrm>
            <a:prstGeom prst="ellipse">
              <a:avLst/>
            </a:prstGeom>
            <a:solidFill>
              <a:srgbClr val="FFAC2C">
                <a:alpha val="37647"/>
              </a:srgbClr>
            </a:solidFill>
            <a:ln w="9000" cap="rnd">
              <a:solidFill>
                <a:srgbClr val="FFAC2C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" name="pt1637"/>
            <p:cNvSpPr/>
            <p:nvPr/>
          </p:nvSpPr>
          <p:spPr>
            <a:xfrm>
              <a:off x="4485574" y="2840087"/>
              <a:ext cx="20522" cy="20522"/>
            </a:xfrm>
            <a:prstGeom prst="ellipse">
              <a:avLst/>
            </a:prstGeom>
            <a:solidFill>
              <a:srgbClr val="FFEACC">
                <a:alpha val="16862"/>
              </a:srgbClr>
            </a:solidFill>
            <a:ln w="9000" cap="rnd">
              <a:solidFill>
                <a:srgbClr val="FFEACC">
                  <a:alpha val="1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" name="pt1638"/>
            <p:cNvSpPr/>
            <p:nvPr/>
          </p:nvSpPr>
          <p:spPr>
            <a:xfrm>
              <a:off x="4285120" y="2827815"/>
              <a:ext cx="45069" cy="45069"/>
            </a:xfrm>
            <a:prstGeom prst="ellipse">
              <a:avLst/>
            </a:prstGeom>
            <a:solidFill>
              <a:srgbClr val="FFC572">
                <a:alpha val="29019"/>
              </a:srgbClr>
            </a:solidFill>
            <a:ln w="9000" cap="rnd">
              <a:solidFill>
                <a:srgbClr val="FFC572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" name="pt1639"/>
            <p:cNvSpPr/>
            <p:nvPr/>
          </p:nvSpPr>
          <p:spPr>
            <a:xfrm>
              <a:off x="4529634" y="2822380"/>
              <a:ext cx="55936" cy="55936"/>
            </a:xfrm>
            <a:prstGeom prst="ellipse">
              <a:avLst/>
            </a:prstGeom>
            <a:solidFill>
              <a:srgbClr val="FFBB58">
                <a:alpha val="32549"/>
              </a:srgbClr>
            </a:solidFill>
            <a:ln w="9000" cap="rnd">
              <a:solidFill>
                <a:srgbClr val="FFBB58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" name="pt1640"/>
            <p:cNvSpPr/>
            <p:nvPr/>
          </p:nvSpPr>
          <p:spPr>
            <a:xfrm>
              <a:off x="4364133" y="2826384"/>
              <a:ext cx="47929" cy="47929"/>
            </a:xfrm>
            <a:prstGeom prst="ellipse">
              <a:avLst/>
            </a:prstGeom>
            <a:solidFill>
              <a:srgbClr val="FFC97C">
                <a:alpha val="27843"/>
              </a:srgbClr>
            </a:solidFill>
            <a:ln w="9000" cap="rnd">
              <a:solidFill>
                <a:srgbClr val="FFC97C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" name="pt1641"/>
            <p:cNvSpPr/>
            <p:nvPr/>
          </p:nvSpPr>
          <p:spPr>
            <a:xfrm>
              <a:off x="4411546" y="2826056"/>
              <a:ext cx="48586" cy="48586"/>
            </a:xfrm>
            <a:prstGeom prst="ellipse">
              <a:avLst/>
            </a:prstGeom>
            <a:solidFill>
              <a:srgbClr val="FFC572">
                <a:alpha val="29019"/>
              </a:srgbClr>
            </a:solidFill>
            <a:ln w="9000" cap="rnd">
              <a:solidFill>
                <a:srgbClr val="FFC572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" name="pt1642"/>
            <p:cNvSpPr/>
            <p:nvPr/>
          </p:nvSpPr>
          <p:spPr>
            <a:xfrm>
              <a:off x="4504726" y="2825163"/>
              <a:ext cx="50367" cy="50367"/>
            </a:xfrm>
            <a:prstGeom prst="ellipse">
              <a:avLst/>
            </a:prstGeom>
            <a:solidFill>
              <a:srgbClr val="FFBE61">
                <a:alpha val="31372"/>
              </a:srgbClr>
            </a:solidFill>
            <a:ln w="9000" cap="rnd">
              <a:solidFill>
                <a:srgbClr val="FFBE61">
                  <a:alpha val="3137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" name="pt1643"/>
            <p:cNvSpPr/>
            <p:nvPr/>
          </p:nvSpPr>
          <p:spPr>
            <a:xfrm>
              <a:off x="4459741" y="2811369"/>
              <a:ext cx="55922" cy="55922"/>
            </a:xfrm>
            <a:prstGeom prst="ellipse">
              <a:avLst/>
            </a:prstGeom>
            <a:solidFill>
              <a:srgbClr val="FFC776">
                <a:alpha val="28627"/>
              </a:srgbClr>
            </a:solidFill>
            <a:ln w="9000" cap="rnd">
              <a:solidFill>
                <a:srgbClr val="FFC776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" name="pt1644"/>
            <p:cNvSpPr/>
            <p:nvPr/>
          </p:nvSpPr>
          <p:spPr>
            <a:xfrm>
              <a:off x="4528087" y="2813077"/>
              <a:ext cx="52507" cy="52507"/>
            </a:xfrm>
            <a:prstGeom prst="ellipse">
              <a:avLst/>
            </a:prstGeom>
            <a:solidFill>
              <a:srgbClr val="FFCA80">
                <a:alpha val="27450"/>
              </a:srgbClr>
            </a:solidFill>
            <a:ln w="9000" cap="rnd">
              <a:solidFill>
                <a:srgbClr val="FFCA80">
                  <a:alpha val="2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" name="pt1645"/>
            <p:cNvSpPr/>
            <p:nvPr/>
          </p:nvSpPr>
          <p:spPr>
            <a:xfrm>
              <a:off x="4507981" y="2817402"/>
              <a:ext cx="43858" cy="43858"/>
            </a:xfrm>
            <a:prstGeom prst="ellipse">
              <a:avLst/>
            </a:prstGeom>
            <a:solidFill>
              <a:srgbClr val="FFD293">
                <a:alpha val="24705"/>
              </a:srgbClr>
            </a:solidFill>
            <a:ln w="9000" cap="rnd">
              <a:solidFill>
                <a:srgbClr val="FFD293">
                  <a:alpha val="2470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" name="pt1646"/>
            <p:cNvSpPr/>
            <p:nvPr/>
          </p:nvSpPr>
          <p:spPr>
            <a:xfrm>
              <a:off x="4188119" y="2755330"/>
              <a:ext cx="100796" cy="100796"/>
            </a:xfrm>
            <a:prstGeom prst="ellipse">
              <a:avLst/>
            </a:prstGeom>
            <a:solidFill>
              <a:srgbClr val="FFA200">
                <a:alpha val="40784"/>
              </a:srgbClr>
            </a:solidFill>
            <a:ln w="9000" cap="rnd">
              <a:solidFill>
                <a:srgbClr val="FFA200">
                  <a:alpha val="4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" name="pt1647"/>
            <p:cNvSpPr/>
            <p:nvPr/>
          </p:nvSpPr>
          <p:spPr>
            <a:xfrm>
              <a:off x="4462286" y="2781113"/>
              <a:ext cx="49230" cy="49230"/>
            </a:xfrm>
            <a:prstGeom prst="ellipse">
              <a:avLst/>
            </a:prstGeom>
            <a:solidFill>
              <a:srgbClr val="FFBC5C">
                <a:alpha val="32156"/>
              </a:srgbClr>
            </a:solidFill>
            <a:ln w="9000" cap="rnd">
              <a:solidFill>
                <a:srgbClr val="FFBC5C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" name="pt1648"/>
            <p:cNvSpPr/>
            <p:nvPr/>
          </p:nvSpPr>
          <p:spPr>
            <a:xfrm>
              <a:off x="4283683" y="2784148"/>
              <a:ext cx="43161" cy="43161"/>
            </a:xfrm>
            <a:prstGeom prst="ellipse">
              <a:avLst/>
            </a:prstGeom>
            <a:solidFill>
              <a:srgbClr val="FFC674">
                <a:alpha val="29019"/>
              </a:srgbClr>
            </a:solidFill>
            <a:ln w="9000" cap="rnd">
              <a:solidFill>
                <a:srgbClr val="FFC674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" name="pt1649"/>
            <p:cNvSpPr/>
            <p:nvPr/>
          </p:nvSpPr>
          <p:spPr>
            <a:xfrm>
              <a:off x="4535356" y="2783482"/>
              <a:ext cx="44492" cy="44492"/>
            </a:xfrm>
            <a:prstGeom prst="ellipse">
              <a:avLst/>
            </a:prstGeom>
            <a:solidFill>
              <a:srgbClr val="FFC36C">
                <a:alpha val="29803"/>
              </a:srgbClr>
            </a:solidFill>
            <a:ln w="9000" cap="rnd">
              <a:solidFill>
                <a:srgbClr val="FFC36C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" name="pt1650"/>
            <p:cNvSpPr/>
            <p:nvPr/>
          </p:nvSpPr>
          <p:spPr>
            <a:xfrm>
              <a:off x="4390300" y="2782866"/>
              <a:ext cx="45724" cy="45724"/>
            </a:xfrm>
            <a:prstGeom prst="ellipse">
              <a:avLst/>
            </a:prstGeom>
            <a:solidFill>
              <a:srgbClr val="FFC676">
                <a:alpha val="28627"/>
              </a:srgbClr>
            </a:solidFill>
            <a:ln w="9000" cap="rnd">
              <a:solidFill>
                <a:srgbClr val="FFC676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" name="pt1651"/>
            <p:cNvSpPr/>
            <p:nvPr/>
          </p:nvSpPr>
          <p:spPr>
            <a:xfrm>
              <a:off x="4486761" y="2782873"/>
              <a:ext cx="45710" cy="45710"/>
            </a:xfrm>
            <a:prstGeom prst="ellipse">
              <a:avLst/>
            </a:prstGeom>
            <a:solidFill>
              <a:srgbClr val="FFC066">
                <a:alpha val="30588"/>
              </a:srgbClr>
            </a:solidFill>
            <a:ln w="9000" cap="rnd">
              <a:solidFill>
                <a:srgbClr val="FFC066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" name="pt1652"/>
            <p:cNvSpPr/>
            <p:nvPr/>
          </p:nvSpPr>
          <p:spPr>
            <a:xfrm>
              <a:off x="4184371" y="2750890"/>
              <a:ext cx="71623" cy="71623"/>
            </a:xfrm>
            <a:prstGeom prst="ellipse">
              <a:avLst/>
            </a:prstGeom>
            <a:solidFill>
              <a:srgbClr val="FF8600">
                <a:alpha val="49019"/>
              </a:srgbClr>
            </a:solidFill>
            <a:ln w="9000" cap="rnd">
              <a:solidFill>
                <a:srgbClr val="FF8600">
                  <a:alpha val="4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" name="pt1653"/>
            <p:cNvSpPr/>
            <p:nvPr/>
          </p:nvSpPr>
          <p:spPr>
            <a:xfrm>
              <a:off x="4458514" y="2753449"/>
              <a:ext cx="60090" cy="60090"/>
            </a:xfrm>
            <a:prstGeom prst="ellipse">
              <a:avLst/>
            </a:prstGeom>
            <a:solidFill>
              <a:srgbClr val="FFBC5A">
                <a:alpha val="32156"/>
              </a:srgbClr>
            </a:solidFill>
            <a:ln w="9000" cap="rnd">
              <a:solidFill>
                <a:srgbClr val="FFBC5A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" name="pt1654"/>
            <p:cNvSpPr/>
            <p:nvPr/>
          </p:nvSpPr>
          <p:spPr>
            <a:xfrm>
              <a:off x="4522815" y="2760928"/>
              <a:ext cx="45133" cy="45133"/>
            </a:xfrm>
            <a:prstGeom prst="ellipse">
              <a:avLst/>
            </a:prstGeom>
            <a:solidFill>
              <a:srgbClr val="FFCB82">
                <a:alpha val="27058"/>
              </a:srgbClr>
            </a:solidFill>
            <a:ln w="9000" cap="rnd">
              <a:solidFill>
                <a:srgbClr val="FFCB82">
                  <a:alpha val="2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" name="pt1655"/>
            <p:cNvSpPr/>
            <p:nvPr/>
          </p:nvSpPr>
          <p:spPr>
            <a:xfrm>
              <a:off x="4193462" y="2711928"/>
              <a:ext cx="76322" cy="76322"/>
            </a:xfrm>
            <a:prstGeom prst="ellipse">
              <a:avLst/>
            </a:prstGeom>
            <a:solidFill>
              <a:srgbClr val="FFA100">
                <a:alpha val="41176"/>
              </a:srgbClr>
            </a:solidFill>
            <a:ln w="9000" cap="rnd">
              <a:solidFill>
                <a:srgbClr val="FFA100">
                  <a:alpha val="4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" name="pt1656"/>
            <p:cNvSpPr/>
            <p:nvPr/>
          </p:nvSpPr>
          <p:spPr>
            <a:xfrm>
              <a:off x="4123746" y="2718495"/>
              <a:ext cx="63187" cy="63187"/>
            </a:xfrm>
            <a:prstGeom prst="ellipse">
              <a:avLst/>
            </a:prstGeom>
            <a:solidFill>
              <a:srgbClr val="FFB547">
                <a:alpha val="34509"/>
              </a:srgbClr>
            </a:solidFill>
            <a:ln w="9000" cap="rnd">
              <a:solidFill>
                <a:srgbClr val="FFB547">
                  <a:alpha val="3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" name="pt1657"/>
            <p:cNvSpPr/>
            <p:nvPr/>
          </p:nvSpPr>
          <p:spPr>
            <a:xfrm>
              <a:off x="4182247" y="2712870"/>
              <a:ext cx="71252" cy="71252"/>
            </a:xfrm>
            <a:prstGeom prst="ellipse">
              <a:avLst/>
            </a:prstGeom>
            <a:solidFill>
              <a:srgbClr val="FFA819">
                <a:alpha val="38823"/>
              </a:srgbClr>
            </a:solidFill>
            <a:ln w="9000" cap="rnd">
              <a:solidFill>
                <a:srgbClr val="FFA819">
                  <a:alpha val="3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" name="pt1658"/>
            <p:cNvSpPr/>
            <p:nvPr/>
          </p:nvSpPr>
          <p:spPr>
            <a:xfrm>
              <a:off x="4453030" y="2713822"/>
              <a:ext cx="69344" cy="69344"/>
            </a:xfrm>
            <a:prstGeom prst="ellipse">
              <a:avLst/>
            </a:prstGeom>
            <a:solidFill>
              <a:srgbClr val="FFB037">
                <a:alpha val="36470"/>
              </a:srgbClr>
            </a:solidFill>
            <a:ln w="9000" cap="rnd">
              <a:solidFill>
                <a:srgbClr val="FFB037">
                  <a:alpha val="3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" name="pt1659"/>
            <p:cNvSpPr/>
            <p:nvPr/>
          </p:nvSpPr>
          <p:spPr>
            <a:xfrm>
              <a:off x="4123288" y="2718750"/>
              <a:ext cx="59484" cy="59484"/>
            </a:xfrm>
            <a:prstGeom prst="ellipse">
              <a:avLst/>
            </a:prstGeom>
            <a:solidFill>
              <a:srgbClr val="FFC675">
                <a:alpha val="28627"/>
              </a:srgbClr>
            </a:solidFill>
            <a:ln w="9000" cap="rnd">
              <a:solidFill>
                <a:srgbClr val="FFC675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" name="pt1660"/>
            <p:cNvSpPr/>
            <p:nvPr/>
          </p:nvSpPr>
          <p:spPr>
            <a:xfrm>
              <a:off x="4184371" y="2709478"/>
              <a:ext cx="71623" cy="71623"/>
            </a:xfrm>
            <a:prstGeom prst="ellipse">
              <a:avLst/>
            </a:prstGeom>
            <a:solidFill>
              <a:srgbClr val="FF9600">
                <a:alpha val="44313"/>
              </a:srgbClr>
            </a:solidFill>
            <a:ln w="9000" cap="rnd">
              <a:solidFill>
                <a:srgbClr val="FF9600">
                  <a:alpha val="4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" name="pt1661"/>
            <p:cNvSpPr/>
            <p:nvPr/>
          </p:nvSpPr>
          <p:spPr>
            <a:xfrm>
              <a:off x="4184715" y="2653976"/>
              <a:ext cx="102984" cy="102984"/>
            </a:xfrm>
            <a:prstGeom prst="ellipse">
              <a:avLst/>
            </a:prstGeom>
            <a:solidFill>
              <a:srgbClr val="FF9200">
                <a:alpha val="45490"/>
              </a:srgbClr>
            </a:solidFill>
            <a:ln w="9000" cap="rnd">
              <a:solidFill>
                <a:srgbClr val="FF9200">
                  <a:alpha val="4549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" name="pt1662"/>
            <p:cNvSpPr/>
            <p:nvPr/>
          </p:nvSpPr>
          <p:spPr>
            <a:xfrm>
              <a:off x="4478982" y="2694292"/>
              <a:ext cx="22353" cy="22353"/>
            </a:xfrm>
            <a:prstGeom prst="ellipse">
              <a:avLst/>
            </a:prstGeom>
            <a:solidFill>
              <a:srgbClr val="FFD497">
                <a:alpha val="24313"/>
              </a:srgbClr>
            </a:solidFill>
            <a:ln w="9000" cap="rnd">
              <a:solidFill>
                <a:srgbClr val="FFD497">
                  <a:alpha val="2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" name="pt1663"/>
            <p:cNvSpPr/>
            <p:nvPr/>
          </p:nvSpPr>
          <p:spPr>
            <a:xfrm>
              <a:off x="4182723" y="2654970"/>
              <a:ext cx="97799" cy="97799"/>
            </a:xfrm>
            <a:prstGeom prst="ellipse">
              <a:avLst/>
            </a:prstGeom>
            <a:solidFill>
              <a:srgbClr val="FFA400">
                <a:alpha val="40392"/>
              </a:srgbClr>
            </a:solidFill>
            <a:ln w="9000" cap="rnd">
              <a:solidFill>
                <a:srgbClr val="FFA400">
                  <a:alpha val="4039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" name="pt1664"/>
            <p:cNvSpPr/>
            <p:nvPr/>
          </p:nvSpPr>
          <p:spPr>
            <a:xfrm>
              <a:off x="4477560" y="2676630"/>
              <a:ext cx="54481" cy="54481"/>
            </a:xfrm>
            <a:prstGeom prst="ellipse">
              <a:avLst/>
            </a:prstGeom>
            <a:solidFill>
              <a:srgbClr val="FFBA55">
                <a:alpha val="32941"/>
              </a:srgbClr>
            </a:solidFill>
            <a:ln w="9000" cap="rnd">
              <a:solidFill>
                <a:srgbClr val="FFBA55">
                  <a:alpha val="3294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" name="pt1665"/>
            <p:cNvSpPr/>
            <p:nvPr/>
          </p:nvSpPr>
          <p:spPr>
            <a:xfrm>
              <a:off x="4287405" y="2681976"/>
              <a:ext cx="43788" cy="43788"/>
            </a:xfrm>
            <a:prstGeom prst="ellipse">
              <a:avLst/>
            </a:prstGeom>
            <a:solidFill>
              <a:srgbClr val="FFC675">
                <a:alpha val="28627"/>
              </a:srgbClr>
            </a:solidFill>
            <a:ln w="9000" cap="rnd">
              <a:solidFill>
                <a:srgbClr val="FFC675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" name="pt1666"/>
            <p:cNvSpPr/>
            <p:nvPr/>
          </p:nvSpPr>
          <p:spPr>
            <a:xfrm>
              <a:off x="4528193" y="2680975"/>
              <a:ext cx="45792" cy="45792"/>
            </a:xfrm>
            <a:prstGeom prst="ellipse">
              <a:avLst/>
            </a:prstGeom>
            <a:solidFill>
              <a:srgbClr val="FFC36D">
                <a:alpha val="29803"/>
              </a:srgbClr>
            </a:solidFill>
            <a:ln w="9000" cap="rnd">
              <a:solidFill>
                <a:srgbClr val="FFC36D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" name="pt1667"/>
            <p:cNvSpPr/>
            <p:nvPr/>
          </p:nvSpPr>
          <p:spPr>
            <a:xfrm>
              <a:off x="4388530" y="2679239"/>
              <a:ext cx="49263" cy="49263"/>
            </a:xfrm>
            <a:prstGeom prst="ellipse">
              <a:avLst/>
            </a:prstGeom>
            <a:solidFill>
              <a:srgbClr val="FFC36E">
                <a:alpha val="29803"/>
              </a:srgbClr>
            </a:solidFill>
            <a:ln w="9000" cap="rnd">
              <a:solidFill>
                <a:srgbClr val="FFC36E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" name="pt1668"/>
            <p:cNvSpPr/>
            <p:nvPr/>
          </p:nvSpPr>
          <p:spPr>
            <a:xfrm>
              <a:off x="4447430" y="2678188"/>
              <a:ext cx="51365" cy="51365"/>
            </a:xfrm>
            <a:prstGeom prst="ellipse">
              <a:avLst/>
            </a:prstGeom>
            <a:solidFill>
              <a:srgbClr val="FFBD5E">
                <a:alpha val="31764"/>
              </a:srgbClr>
            </a:solidFill>
            <a:ln w="9000" cap="rnd">
              <a:solidFill>
                <a:srgbClr val="FFBD5E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" name="pt1669"/>
            <p:cNvSpPr/>
            <p:nvPr/>
          </p:nvSpPr>
          <p:spPr>
            <a:xfrm>
              <a:off x="4550294" y="2681976"/>
              <a:ext cx="43788" cy="43788"/>
            </a:xfrm>
            <a:prstGeom prst="ellipse">
              <a:avLst/>
            </a:prstGeom>
            <a:solidFill>
              <a:srgbClr val="FFC573">
                <a:alpha val="29019"/>
              </a:srgbClr>
            </a:solidFill>
            <a:ln w="9000" cap="rnd">
              <a:solidFill>
                <a:srgbClr val="FFC573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" name="pt1670"/>
            <p:cNvSpPr/>
            <p:nvPr/>
          </p:nvSpPr>
          <p:spPr>
            <a:xfrm>
              <a:off x="4416195" y="2680147"/>
              <a:ext cx="47449" cy="47449"/>
            </a:xfrm>
            <a:prstGeom prst="ellipse">
              <a:avLst/>
            </a:prstGeom>
            <a:solidFill>
              <a:srgbClr val="FFC470">
                <a:alpha val="29411"/>
              </a:srgbClr>
            </a:solidFill>
            <a:ln w="9000" cap="rnd">
              <a:solidFill>
                <a:srgbClr val="FFC470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" name="pt1671"/>
            <p:cNvSpPr/>
            <p:nvPr/>
          </p:nvSpPr>
          <p:spPr>
            <a:xfrm>
              <a:off x="4135733" y="2627487"/>
              <a:ext cx="66721" cy="66721"/>
            </a:xfrm>
            <a:prstGeom prst="ellipse">
              <a:avLst/>
            </a:prstGeom>
            <a:solidFill>
              <a:srgbClr val="FFA200">
                <a:alpha val="41176"/>
              </a:srgbClr>
            </a:solidFill>
            <a:ln w="9000" cap="rnd">
              <a:solidFill>
                <a:srgbClr val="FFA200">
                  <a:alpha val="4117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" name="pt1672"/>
            <p:cNvSpPr/>
            <p:nvPr/>
          </p:nvSpPr>
          <p:spPr>
            <a:xfrm>
              <a:off x="4458232" y="2634628"/>
              <a:ext cx="52438" cy="52438"/>
            </a:xfrm>
            <a:prstGeom prst="ellipse">
              <a:avLst/>
            </a:prstGeom>
            <a:solidFill>
              <a:srgbClr val="FFA91F">
                <a:alpha val="38431"/>
              </a:srgbClr>
            </a:solidFill>
            <a:ln w="9000" cap="rnd">
              <a:solidFill>
                <a:srgbClr val="FFA91F">
                  <a:alpha val="3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" name="pt1673"/>
            <p:cNvSpPr/>
            <p:nvPr/>
          </p:nvSpPr>
          <p:spPr>
            <a:xfrm>
              <a:off x="4497552" y="2640612"/>
              <a:ext cx="40471" cy="40471"/>
            </a:xfrm>
            <a:prstGeom prst="ellipse">
              <a:avLst/>
            </a:prstGeom>
            <a:solidFill>
              <a:srgbClr val="FFB446">
                <a:alpha val="34509"/>
              </a:srgbClr>
            </a:solidFill>
            <a:ln w="9000" cap="rnd">
              <a:solidFill>
                <a:srgbClr val="FFB446">
                  <a:alpha val="3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" name="pt1674"/>
            <p:cNvSpPr/>
            <p:nvPr/>
          </p:nvSpPr>
          <p:spPr>
            <a:xfrm>
              <a:off x="4197198" y="2624112"/>
              <a:ext cx="73470" cy="73470"/>
            </a:xfrm>
            <a:prstGeom prst="ellipse">
              <a:avLst/>
            </a:prstGeom>
            <a:solidFill>
              <a:srgbClr val="FF9A00">
                <a:alpha val="43137"/>
              </a:srgbClr>
            </a:solidFill>
            <a:ln w="9000" cap="rnd">
              <a:solidFill>
                <a:srgbClr val="FF9A00">
                  <a:alpha val="4313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" name="pt1675"/>
            <p:cNvSpPr/>
            <p:nvPr/>
          </p:nvSpPr>
          <p:spPr>
            <a:xfrm>
              <a:off x="4410719" y="2636529"/>
              <a:ext cx="48638" cy="48638"/>
            </a:xfrm>
            <a:prstGeom prst="ellipse">
              <a:avLst/>
            </a:prstGeom>
            <a:solidFill>
              <a:srgbClr val="FFAF37">
                <a:alpha val="36470"/>
              </a:srgbClr>
            </a:solidFill>
            <a:ln w="9000" cap="rnd">
              <a:solidFill>
                <a:srgbClr val="FFAF37">
                  <a:alpha val="3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" name="pt1676"/>
            <p:cNvSpPr/>
            <p:nvPr/>
          </p:nvSpPr>
          <p:spPr>
            <a:xfrm>
              <a:off x="4310737" y="2637929"/>
              <a:ext cx="45837" cy="45837"/>
            </a:xfrm>
            <a:prstGeom prst="ellipse">
              <a:avLst/>
            </a:prstGeom>
            <a:solidFill>
              <a:srgbClr val="FFB445">
                <a:alpha val="34901"/>
              </a:srgbClr>
            </a:solidFill>
            <a:ln w="9000" cap="rnd">
              <a:solidFill>
                <a:srgbClr val="FFB445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" name="pt1677"/>
            <p:cNvSpPr/>
            <p:nvPr/>
          </p:nvSpPr>
          <p:spPr>
            <a:xfrm>
              <a:off x="4565556" y="2639588"/>
              <a:ext cx="42520" cy="42520"/>
            </a:xfrm>
            <a:prstGeom prst="ellipse">
              <a:avLst/>
            </a:prstGeom>
            <a:solidFill>
              <a:srgbClr val="FFB446">
                <a:alpha val="34509"/>
              </a:srgbClr>
            </a:solidFill>
            <a:ln w="9000" cap="rnd">
              <a:solidFill>
                <a:srgbClr val="FFB446">
                  <a:alpha val="3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" name="pt1678"/>
            <p:cNvSpPr/>
            <p:nvPr/>
          </p:nvSpPr>
          <p:spPr>
            <a:xfrm>
              <a:off x="4135733" y="2625890"/>
              <a:ext cx="66721" cy="66721"/>
            </a:xfrm>
            <a:prstGeom prst="ellipse">
              <a:avLst/>
            </a:prstGeom>
            <a:solidFill>
              <a:srgbClr val="FFB03A">
                <a:alpha val="36078"/>
              </a:srgbClr>
            </a:solidFill>
            <a:ln w="9000" cap="rnd">
              <a:solidFill>
                <a:srgbClr val="FFB03A">
                  <a:alpha val="3607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" name="pt1679"/>
            <p:cNvSpPr/>
            <p:nvPr/>
          </p:nvSpPr>
          <p:spPr>
            <a:xfrm>
              <a:off x="4466004" y="2636695"/>
              <a:ext cx="45112" cy="45112"/>
            </a:xfrm>
            <a:prstGeom prst="ellipse">
              <a:avLst/>
            </a:prstGeom>
            <a:solidFill>
              <a:srgbClr val="FFBF64">
                <a:alpha val="30980"/>
              </a:srgbClr>
            </a:solidFill>
            <a:ln w="9000" cap="rnd">
              <a:solidFill>
                <a:srgbClr val="FFBF64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" name="pt1680"/>
            <p:cNvSpPr/>
            <p:nvPr/>
          </p:nvSpPr>
          <p:spPr>
            <a:xfrm>
              <a:off x="4284424" y="2634376"/>
              <a:ext cx="49749" cy="49749"/>
            </a:xfrm>
            <a:prstGeom prst="ellipse">
              <a:avLst/>
            </a:prstGeom>
            <a:solidFill>
              <a:srgbClr val="FFBD5E">
                <a:alpha val="31764"/>
              </a:srgbClr>
            </a:solidFill>
            <a:ln w="9000" cap="rnd">
              <a:solidFill>
                <a:srgbClr val="FFBD5E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" name="pt1681"/>
            <p:cNvSpPr/>
            <p:nvPr/>
          </p:nvSpPr>
          <p:spPr>
            <a:xfrm>
              <a:off x="4537115" y="2637965"/>
              <a:ext cx="42569" cy="42569"/>
            </a:xfrm>
            <a:prstGeom prst="ellipse">
              <a:avLst/>
            </a:prstGeom>
            <a:solidFill>
              <a:srgbClr val="FFC36E">
                <a:alpha val="29803"/>
              </a:srgbClr>
            </a:solidFill>
            <a:ln w="9000" cap="rnd">
              <a:solidFill>
                <a:srgbClr val="FFC36E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" name="pt1682"/>
            <p:cNvSpPr/>
            <p:nvPr/>
          </p:nvSpPr>
          <p:spPr>
            <a:xfrm>
              <a:off x="4201598" y="2626916"/>
              <a:ext cx="64669" cy="64669"/>
            </a:xfrm>
            <a:prstGeom prst="ellipse">
              <a:avLst/>
            </a:prstGeom>
            <a:solidFill>
              <a:srgbClr val="FFAF37">
                <a:alpha val="36470"/>
              </a:srgbClr>
            </a:solidFill>
            <a:ln w="9000" cap="rnd">
              <a:solidFill>
                <a:srgbClr val="FFAF37">
                  <a:alpha val="3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" name="pt1683"/>
            <p:cNvSpPr/>
            <p:nvPr/>
          </p:nvSpPr>
          <p:spPr>
            <a:xfrm>
              <a:off x="4493283" y="2636404"/>
              <a:ext cx="45692" cy="45692"/>
            </a:xfrm>
            <a:prstGeom prst="ellipse">
              <a:avLst/>
            </a:prstGeom>
            <a:solidFill>
              <a:srgbClr val="FFBF64">
                <a:alpha val="30980"/>
              </a:srgbClr>
            </a:solidFill>
            <a:ln w="9000" cap="rnd">
              <a:solidFill>
                <a:srgbClr val="FFBF64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" name="pt1684"/>
            <p:cNvSpPr/>
            <p:nvPr/>
          </p:nvSpPr>
          <p:spPr>
            <a:xfrm>
              <a:off x="4201035" y="2617999"/>
              <a:ext cx="79514" cy="79514"/>
            </a:xfrm>
            <a:prstGeom prst="ellipse">
              <a:avLst/>
            </a:prstGeom>
            <a:solidFill>
              <a:srgbClr val="FFA000">
                <a:alpha val="41568"/>
              </a:srgbClr>
            </a:solidFill>
            <a:ln w="9000" cap="rnd">
              <a:solidFill>
                <a:srgbClr val="FFA000">
                  <a:alpha val="4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" name="pt1685"/>
            <p:cNvSpPr/>
            <p:nvPr/>
          </p:nvSpPr>
          <p:spPr>
            <a:xfrm>
              <a:off x="4114224" y="2625774"/>
              <a:ext cx="63963" cy="63963"/>
            </a:xfrm>
            <a:prstGeom prst="ellipse">
              <a:avLst/>
            </a:prstGeom>
            <a:solidFill>
              <a:srgbClr val="FFBD5D">
                <a:alpha val="31764"/>
              </a:srgbClr>
            </a:solidFill>
            <a:ln w="9000" cap="rnd">
              <a:solidFill>
                <a:srgbClr val="FFBD5D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" name="pt1686"/>
            <p:cNvSpPr/>
            <p:nvPr/>
          </p:nvSpPr>
          <p:spPr>
            <a:xfrm>
              <a:off x="4194510" y="2616929"/>
              <a:ext cx="78846" cy="78846"/>
            </a:xfrm>
            <a:prstGeom prst="ellipse">
              <a:avLst/>
            </a:prstGeom>
            <a:solidFill>
              <a:srgbClr val="FFAE31">
                <a:alpha val="36862"/>
              </a:srgbClr>
            </a:solidFill>
            <a:ln w="9000" cap="rnd">
              <a:solidFill>
                <a:srgbClr val="FFAE31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" name="pt1687"/>
            <p:cNvSpPr/>
            <p:nvPr/>
          </p:nvSpPr>
          <p:spPr>
            <a:xfrm>
              <a:off x="4492877" y="2631248"/>
              <a:ext cx="49820" cy="49820"/>
            </a:xfrm>
            <a:prstGeom prst="ellipse">
              <a:avLst/>
            </a:prstGeom>
            <a:solidFill>
              <a:srgbClr val="FFC46F">
                <a:alpha val="29411"/>
              </a:srgbClr>
            </a:solidFill>
            <a:ln w="9000" cap="rnd">
              <a:solidFill>
                <a:srgbClr val="FFC46F">
                  <a:alpha val="2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" name="pt1688"/>
            <p:cNvSpPr/>
            <p:nvPr/>
          </p:nvSpPr>
          <p:spPr>
            <a:xfrm>
              <a:off x="4394157" y="2633934"/>
              <a:ext cx="44448" cy="44448"/>
            </a:xfrm>
            <a:prstGeom prst="ellipse">
              <a:avLst/>
            </a:prstGeom>
            <a:solidFill>
              <a:srgbClr val="FFCC84">
                <a:alpha val="26666"/>
              </a:srgbClr>
            </a:solidFill>
            <a:ln w="9000" cap="rnd">
              <a:solidFill>
                <a:srgbClr val="FFCC84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" name="pt1689"/>
            <p:cNvSpPr/>
            <p:nvPr/>
          </p:nvSpPr>
          <p:spPr>
            <a:xfrm>
              <a:off x="4475273" y="2635597"/>
              <a:ext cx="41123" cy="41123"/>
            </a:xfrm>
            <a:prstGeom prst="ellipse">
              <a:avLst/>
            </a:prstGeom>
            <a:solidFill>
              <a:srgbClr val="FFCD87">
                <a:alpha val="26274"/>
              </a:srgbClr>
            </a:solidFill>
            <a:ln w="9000" cap="rnd">
              <a:solidFill>
                <a:srgbClr val="FFCD87">
                  <a:alpha val="2627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" name="pt1690"/>
            <p:cNvSpPr/>
            <p:nvPr/>
          </p:nvSpPr>
          <p:spPr>
            <a:xfrm>
              <a:off x="4191233" y="2609519"/>
              <a:ext cx="80781" cy="80781"/>
            </a:xfrm>
            <a:prstGeom prst="ellipse">
              <a:avLst/>
            </a:prstGeom>
            <a:solidFill>
              <a:srgbClr val="FF8800">
                <a:alpha val="48235"/>
              </a:srgbClr>
            </a:solidFill>
            <a:ln w="9000" cap="rnd">
              <a:solidFill>
                <a:srgbClr val="FF8800">
                  <a:alpha val="4823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" name="pt1691"/>
            <p:cNvSpPr/>
            <p:nvPr/>
          </p:nvSpPr>
          <p:spPr>
            <a:xfrm>
              <a:off x="4118016" y="2617169"/>
              <a:ext cx="65480" cy="65480"/>
            </a:xfrm>
            <a:prstGeom prst="ellipse">
              <a:avLst/>
            </a:prstGeom>
            <a:solidFill>
              <a:srgbClr val="FFA81A">
                <a:alpha val="38823"/>
              </a:srgbClr>
            </a:solidFill>
            <a:ln w="9000" cap="rnd">
              <a:solidFill>
                <a:srgbClr val="FFA81A">
                  <a:alpha val="3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" name="pt1692"/>
            <p:cNvSpPr/>
            <p:nvPr/>
          </p:nvSpPr>
          <p:spPr>
            <a:xfrm>
              <a:off x="4118016" y="2590066"/>
              <a:ext cx="65480" cy="65480"/>
            </a:xfrm>
            <a:prstGeom prst="ellipse">
              <a:avLst/>
            </a:prstGeom>
            <a:solidFill>
              <a:srgbClr val="FFAE32">
                <a:alpha val="36862"/>
              </a:srgbClr>
            </a:solidFill>
            <a:ln w="9000" cap="rnd">
              <a:solidFill>
                <a:srgbClr val="FFAE32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" name="pt1693"/>
            <p:cNvSpPr/>
            <p:nvPr/>
          </p:nvSpPr>
          <p:spPr>
            <a:xfrm>
              <a:off x="4118588" y="2589042"/>
              <a:ext cx="64334" cy="64334"/>
            </a:xfrm>
            <a:prstGeom prst="ellipse">
              <a:avLst/>
            </a:prstGeom>
            <a:solidFill>
              <a:srgbClr val="FFBD5F">
                <a:alpha val="31764"/>
              </a:srgbClr>
            </a:solidFill>
            <a:ln w="9000" cap="rnd">
              <a:solidFill>
                <a:srgbClr val="FFBD5F">
                  <a:alpha val="3176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" name="pt1694"/>
            <p:cNvSpPr/>
            <p:nvPr/>
          </p:nvSpPr>
          <p:spPr>
            <a:xfrm>
              <a:off x="4165263" y="2581327"/>
              <a:ext cx="73024" cy="73024"/>
            </a:xfrm>
            <a:prstGeom prst="ellipse">
              <a:avLst/>
            </a:prstGeom>
            <a:solidFill>
              <a:srgbClr val="FF9700">
                <a:alpha val="43921"/>
              </a:srgbClr>
            </a:solidFill>
            <a:ln w="9000" cap="rnd">
              <a:solidFill>
                <a:srgbClr val="FF9700">
                  <a:alpha val="4392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" name="pt1695"/>
            <p:cNvSpPr/>
            <p:nvPr/>
          </p:nvSpPr>
          <p:spPr>
            <a:xfrm>
              <a:off x="4477366" y="2607503"/>
              <a:ext cx="20673" cy="20673"/>
            </a:xfrm>
            <a:prstGeom prst="ellipse">
              <a:avLst/>
            </a:prstGeom>
            <a:solidFill>
              <a:srgbClr val="FFE8C7">
                <a:alpha val="17647"/>
              </a:srgbClr>
            </a:solidFill>
            <a:ln w="9000" cap="rnd">
              <a:solidFill>
                <a:srgbClr val="FFE8C7">
                  <a:alpha val="1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" name="pt1696"/>
            <p:cNvSpPr/>
            <p:nvPr/>
          </p:nvSpPr>
          <p:spPr>
            <a:xfrm>
              <a:off x="4525094" y="2595889"/>
              <a:ext cx="43900" cy="43900"/>
            </a:xfrm>
            <a:prstGeom prst="ellipse">
              <a:avLst/>
            </a:prstGeom>
            <a:solidFill>
              <a:srgbClr val="FFC169">
                <a:alpha val="30196"/>
              </a:srgbClr>
            </a:solidFill>
            <a:ln w="9000" cap="rnd">
              <a:solidFill>
                <a:srgbClr val="FFC169">
                  <a:alpha val="3019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" name="pt1697"/>
            <p:cNvSpPr/>
            <p:nvPr/>
          </p:nvSpPr>
          <p:spPr>
            <a:xfrm>
              <a:off x="4290957" y="2596243"/>
              <a:ext cx="43193" cy="43193"/>
            </a:xfrm>
            <a:prstGeom prst="ellipse">
              <a:avLst/>
            </a:prstGeom>
            <a:solidFill>
              <a:srgbClr val="FFC777">
                <a:alpha val="28627"/>
              </a:srgbClr>
            </a:solidFill>
            <a:ln w="9000" cap="rnd">
              <a:solidFill>
                <a:srgbClr val="FFC777">
                  <a:alpha val="2862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" name="pt1698"/>
            <p:cNvSpPr/>
            <p:nvPr/>
          </p:nvSpPr>
          <p:spPr>
            <a:xfrm>
              <a:off x="4544515" y="2594995"/>
              <a:ext cx="45687" cy="45687"/>
            </a:xfrm>
            <a:prstGeom prst="ellipse">
              <a:avLst/>
            </a:prstGeom>
            <a:solidFill>
              <a:srgbClr val="FFBF64">
                <a:alpha val="30980"/>
              </a:srgbClr>
            </a:solidFill>
            <a:ln w="9000" cap="rnd">
              <a:solidFill>
                <a:srgbClr val="FFBF64">
                  <a:alpha val="3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" name="pt1699"/>
            <p:cNvSpPr/>
            <p:nvPr/>
          </p:nvSpPr>
          <p:spPr>
            <a:xfrm>
              <a:off x="4396307" y="2596910"/>
              <a:ext cx="41857" cy="41857"/>
            </a:xfrm>
            <a:prstGeom prst="ellipse">
              <a:avLst/>
            </a:prstGeom>
            <a:solidFill>
              <a:srgbClr val="FFC87B">
                <a:alpha val="27843"/>
              </a:srgbClr>
            </a:solidFill>
            <a:ln w="9000" cap="rnd">
              <a:solidFill>
                <a:srgbClr val="FFC87B">
                  <a:alpha val="2784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" name="pt1700"/>
            <p:cNvSpPr/>
            <p:nvPr/>
          </p:nvSpPr>
          <p:spPr>
            <a:xfrm>
              <a:off x="4145592" y="2576422"/>
              <a:ext cx="79617" cy="79617"/>
            </a:xfrm>
            <a:prstGeom prst="ellipse">
              <a:avLst/>
            </a:prstGeom>
            <a:solidFill>
              <a:srgbClr val="FF8D00">
                <a:alpha val="46666"/>
              </a:srgbClr>
            </a:solidFill>
            <a:ln w="9000" cap="rnd">
              <a:solidFill>
                <a:srgbClr val="FF8D00">
                  <a:alpha val="4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" name="pt1701"/>
            <p:cNvSpPr/>
            <p:nvPr/>
          </p:nvSpPr>
          <p:spPr>
            <a:xfrm>
              <a:off x="4451978" y="2578048"/>
              <a:ext cx="76362" cy="76362"/>
            </a:xfrm>
            <a:prstGeom prst="ellipse">
              <a:avLst/>
            </a:prstGeom>
            <a:solidFill>
              <a:srgbClr val="FF9600">
                <a:alpha val="44313"/>
              </a:srgbClr>
            </a:solidFill>
            <a:ln w="9000" cap="rnd">
              <a:solidFill>
                <a:srgbClr val="FF9600">
                  <a:alpha val="4431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" name="pt1702"/>
            <p:cNvSpPr/>
            <p:nvPr/>
          </p:nvSpPr>
          <p:spPr>
            <a:xfrm>
              <a:off x="4292866" y="2594960"/>
              <a:ext cx="42537" cy="42537"/>
            </a:xfrm>
            <a:prstGeom prst="ellipse">
              <a:avLst/>
            </a:prstGeom>
            <a:solidFill>
              <a:srgbClr val="FFB549">
                <a:alpha val="34509"/>
              </a:srgbClr>
            </a:solidFill>
            <a:ln w="9000" cap="rnd">
              <a:solidFill>
                <a:srgbClr val="FFB549">
                  <a:alpha val="3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" name="pt1703"/>
            <p:cNvSpPr/>
            <p:nvPr/>
          </p:nvSpPr>
          <p:spPr>
            <a:xfrm>
              <a:off x="4381360" y="2586034"/>
              <a:ext cx="60391" cy="60391"/>
            </a:xfrm>
            <a:prstGeom prst="ellipse">
              <a:avLst/>
            </a:prstGeom>
            <a:solidFill>
              <a:srgbClr val="FFA819">
                <a:alpha val="38823"/>
              </a:srgbClr>
            </a:solidFill>
            <a:ln w="9000" cap="rnd">
              <a:solidFill>
                <a:srgbClr val="FFA819">
                  <a:alpha val="3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" name="pt1704"/>
            <p:cNvSpPr/>
            <p:nvPr/>
          </p:nvSpPr>
          <p:spPr>
            <a:xfrm>
              <a:off x="4550531" y="2591321"/>
              <a:ext cx="49816" cy="49816"/>
            </a:xfrm>
            <a:prstGeom prst="ellipse">
              <a:avLst/>
            </a:prstGeom>
            <a:solidFill>
              <a:srgbClr val="FFAC2C">
                <a:alpha val="37647"/>
              </a:srgbClr>
            </a:solidFill>
            <a:ln w="9000" cap="rnd">
              <a:solidFill>
                <a:srgbClr val="FFAC2C">
                  <a:alpha val="3764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" name="pt1705"/>
            <p:cNvSpPr/>
            <p:nvPr/>
          </p:nvSpPr>
          <p:spPr>
            <a:xfrm>
              <a:off x="4319661" y="2600589"/>
              <a:ext cx="31279" cy="31279"/>
            </a:xfrm>
            <a:prstGeom prst="ellipse">
              <a:avLst/>
            </a:prstGeom>
            <a:solidFill>
              <a:srgbClr val="FFC674">
                <a:alpha val="29019"/>
              </a:srgbClr>
            </a:solidFill>
            <a:ln w="9000" cap="rnd">
              <a:solidFill>
                <a:srgbClr val="FFC674">
                  <a:alpha val="2901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" name="pt1706"/>
            <p:cNvSpPr/>
            <p:nvPr/>
          </p:nvSpPr>
          <p:spPr>
            <a:xfrm>
              <a:off x="4534342" y="2594622"/>
              <a:ext cx="43215" cy="43215"/>
            </a:xfrm>
            <a:prstGeom prst="ellipse">
              <a:avLst/>
            </a:prstGeom>
            <a:solidFill>
              <a:srgbClr val="FFB341">
                <a:alpha val="35294"/>
              </a:srgbClr>
            </a:solidFill>
            <a:ln w="9000" cap="rnd">
              <a:solidFill>
                <a:srgbClr val="FFB341">
                  <a:alpha val="3529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" name="pt1707"/>
            <p:cNvSpPr/>
            <p:nvPr/>
          </p:nvSpPr>
          <p:spPr>
            <a:xfrm>
              <a:off x="4272513" y="2590788"/>
              <a:ext cx="50880" cy="50880"/>
            </a:xfrm>
            <a:prstGeom prst="ellipse">
              <a:avLst/>
            </a:prstGeom>
            <a:solidFill>
              <a:srgbClr val="FFAE32">
                <a:alpha val="36862"/>
              </a:srgbClr>
            </a:solidFill>
            <a:ln w="9000" cap="rnd">
              <a:solidFill>
                <a:srgbClr val="FFAE32">
                  <a:alpha val="3686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" name="pt1708"/>
            <p:cNvSpPr/>
            <p:nvPr/>
          </p:nvSpPr>
          <p:spPr>
            <a:xfrm>
              <a:off x="4148624" y="2557914"/>
              <a:ext cx="68928" cy="68928"/>
            </a:xfrm>
            <a:prstGeom prst="ellipse">
              <a:avLst/>
            </a:prstGeom>
            <a:solidFill>
              <a:srgbClr val="FF9F00">
                <a:alpha val="41568"/>
              </a:srgbClr>
            </a:solidFill>
            <a:ln w="9000" cap="rnd">
              <a:solidFill>
                <a:srgbClr val="FF9F00">
                  <a:alpha val="4156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" name="pt1709"/>
            <p:cNvSpPr/>
            <p:nvPr/>
          </p:nvSpPr>
          <p:spPr>
            <a:xfrm>
              <a:off x="4481396" y="2581195"/>
              <a:ext cx="22368" cy="22368"/>
            </a:xfrm>
            <a:prstGeom prst="ellipse">
              <a:avLst/>
            </a:prstGeom>
            <a:solidFill>
              <a:srgbClr val="FFD7A0">
                <a:alpha val="22745"/>
              </a:srgbClr>
            </a:solidFill>
            <a:ln w="9000" cap="rnd">
              <a:solidFill>
                <a:srgbClr val="FFD7A0">
                  <a:alpha val="2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" name="pt1710"/>
            <p:cNvSpPr/>
            <p:nvPr/>
          </p:nvSpPr>
          <p:spPr>
            <a:xfrm>
              <a:off x="4268970" y="2552050"/>
              <a:ext cx="80658" cy="80658"/>
            </a:xfrm>
            <a:prstGeom prst="ellipse">
              <a:avLst/>
            </a:prstGeom>
            <a:solidFill>
              <a:srgbClr val="FF9F00">
                <a:alpha val="41960"/>
              </a:srgbClr>
            </a:solidFill>
            <a:ln w="9000" cap="rnd">
              <a:solidFill>
                <a:srgbClr val="FF9F00">
                  <a:alpha val="4196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" name="pt1711"/>
            <p:cNvSpPr/>
            <p:nvPr/>
          </p:nvSpPr>
          <p:spPr>
            <a:xfrm>
              <a:off x="4526168" y="2557690"/>
              <a:ext cx="69376" cy="69376"/>
            </a:xfrm>
            <a:prstGeom prst="ellipse">
              <a:avLst/>
            </a:prstGeom>
            <a:solidFill>
              <a:srgbClr val="FFA300">
                <a:alpha val="40784"/>
              </a:srgbClr>
            </a:solidFill>
            <a:ln w="9000" cap="rnd">
              <a:solidFill>
                <a:srgbClr val="FFA300">
                  <a:alpha val="4078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" name="pt1712"/>
            <p:cNvSpPr/>
            <p:nvPr/>
          </p:nvSpPr>
          <p:spPr>
            <a:xfrm>
              <a:off x="4386140" y="2568611"/>
              <a:ext cx="47534" cy="47534"/>
            </a:xfrm>
            <a:prstGeom prst="ellipse">
              <a:avLst/>
            </a:prstGeom>
            <a:solidFill>
              <a:srgbClr val="FFB952">
                <a:alpha val="33333"/>
              </a:srgbClr>
            </a:solidFill>
            <a:ln w="9000" cap="rnd">
              <a:solidFill>
                <a:srgbClr val="FFB952">
                  <a:alpha val="3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" name="pt1713"/>
            <p:cNvSpPr/>
            <p:nvPr/>
          </p:nvSpPr>
          <p:spPr>
            <a:xfrm>
              <a:off x="4415339" y="2568654"/>
              <a:ext cx="47446" cy="47446"/>
            </a:xfrm>
            <a:prstGeom prst="ellipse">
              <a:avLst/>
            </a:prstGeom>
            <a:solidFill>
              <a:srgbClr val="FFB74E">
                <a:alpha val="33725"/>
              </a:srgbClr>
            </a:solidFill>
            <a:ln w="9000" cap="rnd">
              <a:solidFill>
                <a:srgbClr val="FFB74E">
                  <a:alpha val="3372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" name="pt1714"/>
            <p:cNvSpPr/>
            <p:nvPr/>
          </p:nvSpPr>
          <p:spPr>
            <a:xfrm>
              <a:off x="4440752" y="2568943"/>
              <a:ext cx="46872" cy="46872"/>
            </a:xfrm>
            <a:prstGeom prst="ellipse">
              <a:avLst/>
            </a:prstGeom>
            <a:solidFill>
              <a:srgbClr val="FFB547">
                <a:alpha val="34509"/>
              </a:srgbClr>
            </a:solidFill>
            <a:ln w="9000" cap="rnd">
              <a:solidFill>
                <a:srgbClr val="FFB547">
                  <a:alpha val="3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" name="pt1715"/>
            <p:cNvSpPr/>
            <p:nvPr/>
          </p:nvSpPr>
          <p:spPr>
            <a:xfrm>
              <a:off x="4206192" y="2562363"/>
              <a:ext cx="60030" cy="60030"/>
            </a:xfrm>
            <a:prstGeom prst="ellipse">
              <a:avLst/>
            </a:prstGeom>
            <a:solidFill>
              <a:srgbClr val="FFA60D">
                <a:alpha val="39607"/>
              </a:srgbClr>
            </a:solidFill>
            <a:ln w="9000" cap="rnd">
              <a:solidFill>
                <a:srgbClr val="FFA60D">
                  <a:alpha val="3960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" name="pt1716"/>
            <p:cNvSpPr/>
            <p:nvPr/>
          </p:nvSpPr>
          <p:spPr>
            <a:xfrm>
              <a:off x="4459505" y="2563135"/>
              <a:ext cx="56394" cy="56394"/>
            </a:xfrm>
            <a:prstGeom prst="ellipse">
              <a:avLst/>
            </a:prstGeom>
            <a:solidFill>
              <a:srgbClr val="FFB953">
                <a:alpha val="33333"/>
              </a:srgbClr>
            </a:solidFill>
            <a:ln w="9000" cap="rnd">
              <a:solidFill>
                <a:srgbClr val="FFB953">
                  <a:alpha val="3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" name="pt1717"/>
            <p:cNvSpPr/>
            <p:nvPr/>
          </p:nvSpPr>
          <p:spPr>
            <a:xfrm>
              <a:off x="4163926" y="2555232"/>
              <a:ext cx="71009" cy="71009"/>
            </a:xfrm>
            <a:prstGeom prst="ellipse">
              <a:avLst/>
            </a:prstGeom>
            <a:solidFill>
              <a:srgbClr val="FF7900">
                <a:alpha val="52549"/>
              </a:srgbClr>
            </a:solidFill>
            <a:ln w="9000" cap="rnd">
              <a:solidFill>
                <a:srgbClr val="FF7900">
                  <a:alpha val="5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" name="pt1718"/>
            <p:cNvSpPr/>
            <p:nvPr/>
          </p:nvSpPr>
          <p:spPr>
            <a:xfrm>
              <a:off x="4162423" y="2552132"/>
              <a:ext cx="74015" cy="74015"/>
            </a:xfrm>
            <a:prstGeom prst="ellipse">
              <a:avLst/>
            </a:prstGeom>
            <a:solidFill>
              <a:srgbClr val="FF8C00">
                <a:alpha val="47450"/>
              </a:srgbClr>
            </a:solidFill>
            <a:ln w="9000" cap="rnd">
              <a:solidFill>
                <a:srgbClr val="FF8C00">
                  <a:alpha val="4745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" name="pt1719"/>
            <p:cNvSpPr/>
            <p:nvPr/>
          </p:nvSpPr>
          <p:spPr>
            <a:xfrm>
              <a:off x="4150769" y="2534598"/>
              <a:ext cx="74016" cy="74016"/>
            </a:xfrm>
            <a:prstGeom prst="ellipse">
              <a:avLst/>
            </a:prstGeom>
            <a:solidFill>
              <a:srgbClr val="FF9B00">
                <a:alpha val="42745"/>
              </a:srgbClr>
            </a:solidFill>
            <a:ln w="9000" cap="rnd">
              <a:solidFill>
                <a:srgbClr val="FF9B00">
                  <a:alpha val="4274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" name="pt1720"/>
            <p:cNvSpPr/>
            <p:nvPr/>
          </p:nvSpPr>
          <p:spPr>
            <a:xfrm>
              <a:off x="4463664" y="2545909"/>
              <a:ext cx="51393" cy="51393"/>
            </a:xfrm>
            <a:prstGeom prst="ellipse">
              <a:avLst/>
            </a:prstGeom>
            <a:solidFill>
              <a:srgbClr val="FFB64A">
                <a:alpha val="34117"/>
              </a:srgbClr>
            </a:solidFill>
            <a:ln w="9000" cap="rnd">
              <a:solidFill>
                <a:srgbClr val="FFB64A">
                  <a:alpha val="3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" name="pt1721"/>
            <p:cNvSpPr/>
            <p:nvPr/>
          </p:nvSpPr>
          <p:spPr>
            <a:xfrm>
              <a:off x="4281271" y="2533042"/>
              <a:ext cx="77129" cy="77129"/>
            </a:xfrm>
            <a:prstGeom prst="ellipse">
              <a:avLst/>
            </a:prstGeom>
            <a:solidFill>
              <a:srgbClr val="FFA816">
                <a:alpha val="39215"/>
              </a:srgbClr>
            </a:solidFill>
            <a:ln w="9000" cap="rnd">
              <a:solidFill>
                <a:srgbClr val="FFA816">
                  <a:alpha val="39215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" name="pt1722"/>
            <p:cNvSpPr/>
            <p:nvPr/>
          </p:nvSpPr>
          <p:spPr>
            <a:xfrm>
              <a:off x="4432387" y="2547868"/>
              <a:ext cx="47476" cy="47476"/>
            </a:xfrm>
            <a:prstGeom prst="ellipse">
              <a:avLst/>
            </a:prstGeom>
            <a:solidFill>
              <a:srgbClr val="FFBC5A">
                <a:alpha val="32156"/>
              </a:srgbClr>
            </a:solidFill>
            <a:ln w="9000" cap="rnd">
              <a:solidFill>
                <a:srgbClr val="FFBC5A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" name="pt1723"/>
            <p:cNvSpPr/>
            <p:nvPr/>
          </p:nvSpPr>
          <p:spPr>
            <a:xfrm>
              <a:off x="4540344" y="2547846"/>
              <a:ext cx="47519" cy="47519"/>
            </a:xfrm>
            <a:prstGeom prst="ellipse">
              <a:avLst/>
            </a:prstGeom>
            <a:solidFill>
              <a:srgbClr val="FFBB5A">
                <a:alpha val="32549"/>
              </a:srgbClr>
            </a:solidFill>
            <a:ln w="9000" cap="rnd">
              <a:solidFill>
                <a:srgbClr val="FFBB5A">
                  <a:alpha val="3254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" name="pt1724"/>
            <p:cNvSpPr/>
            <p:nvPr/>
          </p:nvSpPr>
          <p:spPr>
            <a:xfrm>
              <a:off x="4512722" y="2548715"/>
              <a:ext cx="45784" cy="45784"/>
            </a:xfrm>
            <a:prstGeom prst="ellipse">
              <a:avLst/>
            </a:prstGeom>
            <a:solidFill>
              <a:srgbClr val="FFBC5C">
                <a:alpha val="32156"/>
              </a:srgbClr>
            </a:solidFill>
            <a:ln w="9000" cap="rnd">
              <a:solidFill>
                <a:srgbClr val="FFBC5C">
                  <a:alpha val="3215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" name="pt1725"/>
            <p:cNvSpPr/>
            <p:nvPr/>
          </p:nvSpPr>
          <p:spPr>
            <a:xfrm>
              <a:off x="4408327" y="2549701"/>
              <a:ext cx="43811" cy="43811"/>
            </a:xfrm>
            <a:prstGeom prst="ellipse">
              <a:avLst/>
            </a:prstGeom>
            <a:solidFill>
              <a:srgbClr val="FFC168">
                <a:alpha val="30588"/>
              </a:srgbClr>
            </a:solidFill>
            <a:ln w="9000" cap="rnd">
              <a:solidFill>
                <a:srgbClr val="FFC168">
                  <a:alpha val="3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" name="pt1726"/>
            <p:cNvSpPr/>
            <p:nvPr/>
          </p:nvSpPr>
          <p:spPr>
            <a:xfrm>
              <a:off x="4151760" y="2533992"/>
              <a:ext cx="72034" cy="72034"/>
            </a:xfrm>
            <a:prstGeom prst="ellipse">
              <a:avLst/>
            </a:prstGeom>
            <a:solidFill>
              <a:srgbClr val="FFAA21">
                <a:alpha val="38431"/>
              </a:srgbClr>
            </a:solidFill>
            <a:ln w="9000" cap="rnd">
              <a:solidFill>
                <a:srgbClr val="FFAA21">
                  <a:alpha val="3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" name="pt1727"/>
            <p:cNvSpPr/>
            <p:nvPr/>
          </p:nvSpPr>
          <p:spPr>
            <a:xfrm>
              <a:off x="4117812" y="2524556"/>
              <a:ext cx="65887" cy="65887"/>
            </a:xfrm>
            <a:prstGeom prst="ellipse">
              <a:avLst/>
            </a:prstGeom>
            <a:solidFill>
              <a:srgbClr val="FF8D00">
                <a:alpha val="47058"/>
              </a:srgbClr>
            </a:solidFill>
            <a:ln w="9000" cap="rnd">
              <a:solidFill>
                <a:srgbClr val="FF8D00">
                  <a:alpha val="4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" name="pt1728"/>
            <p:cNvSpPr/>
            <p:nvPr/>
          </p:nvSpPr>
          <p:spPr>
            <a:xfrm>
              <a:off x="4117812" y="2522958"/>
              <a:ext cx="65887" cy="65887"/>
            </a:xfrm>
            <a:prstGeom prst="ellipse">
              <a:avLst/>
            </a:prstGeom>
            <a:solidFill>
              <a:srgbClr val="FF9D00">
                <a:alpha val="42352"/>
              </a:srgbClr>
            </a:solidFill>
            <a:ln w="9000" cap="rnd">
              <a:solidFill>
                <a:srgbClr val="FF9D00">
                  <a:alpha val="42352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" name="pt1729"/>
            <p:cNvSpPr/>
            <p:nvPr/>
          </p:nvSpPr>
          <p:spPr>
            <a:xfrm>
              <a:off x="4181228" y="2356479"/>
              <a:ext cx="73289" cy="73289"/>
            </a:xfrm>
            <a:prstGeom prst="ellipse">
              <a:avLst/>
            </a:prstGeom>
            <a:solidFill>
              <a:srgbClr val="FF8400">
                <a:alpha val="49411"/>
              </a:srgbClr>
            </a:solidFill>
            <a:ln w="9000" cap="rnd">
              <a:solidFill>
                <a:srgbClr val="FF8400">
                  <a:alpha val="4941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" name="pt1730"/>
            <p:cNvSpPr/>
            <p:nvPr/>
          </p:nvSpPr>
          <p:spPr>
            <a:xfrm>
              <a:off x="4553187" y="2343886"/>
              <a:ext cx="26769" cy="26769"/>
            </a:xfrm>
            <a:prstGeom prst="ellipse">
              <a:avLst/>
            </a:prstGeom>
            <a:solidFill>
              <a:srgbClr val="FFEBD0">
                <a:alpha val="16470"/>
              </a:srgbClr>
            </a:solidFill>
            <a:ln w="9000" cap="rnd">
              <a:solidFill>
                <a:srgbClr val="FFEBD0">
                  <a:alpha val="1647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" name="pt1731"/>
            <p:cNvSpPr/>
            <p:nvPr/>
          </p:nvSpPr>
          <p:spPr>
            <a:xfrm>
              <a:off x="4174517" y="2318422"/>
              <a:ext cx="72993" cy="72993"/>
            </a:xfrm>
            <a:prstGeom prst="ellipse">
              <a:avLst/>
            </a:prstGeom>
            <a:solidFill>
              <a:srgbClr val="FF8000">
                <a:alpha val="50588"/>
              </a:srgbClr>
            </a:solidFill>
            <a:ln w="9000" cap="rnd">
              <a:solidFill>
                <a:srgbClr val="FF8000">
                  <a:alpha val="5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" name="pt1732"/>
            <p:cNvSpPr/>
            <p:nvPr/>
          </p:nvSpPr>
          <p:spPr>
            <a:xfrm>
              <a:off x="4174517" y="2316826"/>
              <a:ext cx="72993" cy="72993"/>
            </a:xfrm>
            <a:prstGeom prst="ellipse">
              <a:avLst/>
            </a:prstGeom>
            <a:solidFill>
              <a:srgbClr val="FF8C00">
                <a:alpha val="47058"/>
              </a:srgbClr>
            </a:solidFill>
            <a:ln w="9000" cap="rnd">
              <a:solidFill>
                <a:srgbClr val="FF8C00">
                  <a:alpha val="4705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" name="pt1733"/>
            <p:cNvSpPr/>
            <p:nvPr/>
          </p:nvSpPr>
          <p:spPr>
            <a:xfrm>
              <a:off x="4181730" y="2315567"/>
              <a:ext cx="72287" cy="72287"/>
            </a:xfrm>
            <a:prstGeom prst="ellipse">
              <a:avLst/>
            </a:prstGeom>
            <a:solidFill>
              <a:srgbClr val="FF6000">
                <a:alpha val="58431"/>
              </a:srgbClr>
            </a:solidFill>
            <a:ln w="9000" cap="rnd">
              <a:solidFill>
                <a:srgbClr val="FF6000">
                  <a:alpha val="58431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" name="pt1734"/>
            <p:cNvSpPr/>
            <p:nvPr/>
          </p:nvSpPr>
          <p:spPr>
            <a:xfrm>
              <a:off x="4181730" y="2313969"/>
              <a:ext cx="72287" cy="72287"/>
            </a:xfrm>
            <a:prstGeom prst="ellipse">
              <a:avLst/>
            </a:prstGeom>
            <a:solidFill>
              <a:srgbClr val="FF7000">
                <a:alpha val="54509"/>
              </a:srgbClr>
            </a:solidFill>
            <a:ln w="9000" cap="rnd">
              <a:solidFill>
                <a:srgbClr val="FF7000">
                  <a:alpha val="54509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" name="pt1735"/>
            <p:cNvSpPr/>
            <p:nvPr/>
          </p:nvSpPr>
          <p:spPr>
            <a:xfrm>
              <a:off x="4183857" y="2312185"/>
              <a:ext cx="72652" cy="72652"/>
            </a:xfrm>
            <a:prstGeom prst="ellipse">
              <a:avLst/>
            </a:prstGeom>
            <a:solidFill>
              <a:srgbClr val="FF8000">
                <a:alpha val="50588"/>
              </a:srgbClr>
            </a:solidFill>
            <a:ln w="9000" cap="rnd">
              <a:solidFill>
                <a:srgbClr val="FF8000">
                  <a:alpha val="50588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" name="pt1736"/>
            <p:cNvSpPr/>
            <p:nvPr/>
          </p:nvSpPr>
          <p:spPr>
            <a:xfrm>
              <a:off x="4174517" y="2277010"/>
              <a:ext cx="72993" cy="72993"/>
            </a:xfrm>
            <a:prstGeom prst="ellipse">
              <a:avLst/>
            </a:prstGeom>
            <a:solidFill>
              <a:srgbClr val="FF7E00">
                <a:alpha val="50980"/>
              </a:srgbClr>
            </a:solidFill>
            <a:ln w="9000" cap="rnd">
              <a:solidFill>
                <a:srgbClr val="FF7E00">
                  <a:alpha val="5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" name="pt1737"/>
            <p:cNvSpPr/>
            <p:nvPr/>
          </p:nvSpPr>
          <p:spPr>
            <a:xfrm>
              <a:off x="4181228" y="2273654"/>
              <a:ext cx="73289" cy="73289"/>
            </a:xfrm>
            <a:prstGeom prst="ellipse">
              <a:avLst/>
            </a:prstGeom>
            <a:solidFill>
              <a:srgbClr val="FF5F00">
                <a:alpha val="58823"/>
              </a:srgbClr>
            </a:solidFill>
            <a:ln w="9000" cap="rnd">
              <a:solidFill>
                <a:srgbClr val="FF5F00">
                  <a:alpha val="5882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" name="pt1738"/>
            <p:cNvSpPr/>
            <p:nvPr/>
          </p:nvSpPr>
          <p:spPr>
            <a:xfrm>
              <a:off x="4181730" y="2272557"/>
              <a:ext cx="72287" cy="72287"/>
            </a:xfrm>
            <a:prstGeom prst="ellipse">
              <a:avLst/>
            </a:prstGeom>
            <a:solidFill>
              <a:srgbClr val="FF6E00">
                <a:alpha val="55294"/>
              </a:srgbClr>
            </a:solidFill>
            <a:ln w="9000" cap="rnd">
              <a:solidFill>
                <a:srgbClr val="FF6E00">
                  <a:alpha val="55294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" name="pt1739"/>
            <p:cNvSpPr/>
            <p:nvPr/>
          </p:nvSpPr>
          <p:spPr>
            <a:xfrm>
              <a:off x="4183857" y="2270769"/>
              <a:ext cx="72652" cy="72652"/>
            </a:xfrm>
            <a:prstGeom prst="ellipse">
              <a:avLst/>
            </a:prstGeom>
            <a:solidFill>
              <a:srgbClr val="FF7200">
                <a:alpha val="54117"/>
              </a:srgbClr>
            </a:solidFill>
            <a:ln w="9000" cap="rnd">
              <a:solidFill>
                <a:srgbClr val="FF7200">
                  <a:alpha val="54117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" name="pt1740"/>
            <p:cNvSpPr/>
            <p:nvPr/>
          </p:nvSpPr>
          <p:spPr>
            <a:xfrm>
              <a:off x="4569614" y="2284235"/>
              <a:ext cx="42523" cy="42523"/>
            </a:xfrm>
            <a:prstGeom prst="ellipse">
              <a:avLst/>
            </a:prstGeom>
            <a:solidFill>
              <a:srgbClr val="FFCC85">
                <a:alpha val="26666"/>
              </a:srgbClr>
            </a:solidFill>
            <a:ln w="9000" cap="rnd">
              <a:solidFill>
                <a:srgbClr val="FFCC85">
                  <a:alpha val="26666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" name="pt1741"/>
            <p:cNvSpPr/>
            <p:nvPr/>
          </p:nvSpPr>
          <p:spPr>
            <a:xfrm>
              <a:off x="4179124" y="2232412"/>
              <a:ext cx="72949" cy="72949"/>
            </a:xfrm>
            <a:prstGeom prst="ellipse">
              <a:avLst/>
            </a:prstGeom>
            <a:solidFill>
              <a:srgbClr val="FF7600">
                <a:alpha val="53333"/>
              </a:srgbClr>
            </a:solidFill>
            <a:ln w="9000" cap="rnd">
              <a:solidFill>
                <a:srgbClr val="FF7600">
                  <a:alpha val="5333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" name="pt1742"/>
            <p:cNvSpPr/>
            <p:nvPr/>
          </p:nvSpPr>
          <p:spPr>
            <a:xfrm>
              <a:off x="4178954" y="2230644"/>
              <a:ext cx="73289" cy="73289"/>
            </a:xfrm>
            <a:prstGeom prst="ellipse">
              <a:avLst/>
            </a:prstGeom>
            <a:solidFill>
              <a:srgbClr val="FF8300">
                <a:alpha val="49803"/>
              </a:srgbClr>
            </a:solidFill>
            <a:ln w="9000" cap="rnd">
              <a:solidFill>
                <a:srgbClr val="FF8300">
                  <a:alpha val="4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" name="pt1743"/>
            <p:cNvSpPr/>
            <p:nvPr/>
          </p:nvSpPr>
          <p:spPr>
            <a:xfrm>
              <a:off x="4183857" y="2229355"/>
              <a:ext cx="72652" cy="72652"/>
            </a:xfrm>
            <a:prstGeom prst="ellipse">
              <a:avLst/>
            </a:prstGeom>
            <a:solidFill>
              <a:srgbClr val="FF7E00">
                <a:alpha val="50980"/>
              </a:srgbClr>
            </a:solidFill>
            <a:ln w="9000" cap="rnd">
              <a:solidFill>
                <a:srgbClr val="FF7E00">
                  <a:alpha val="5098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" name="tx1744"/>
            <p:cNvSpPr/>
            <p:nvPr/>
          </p:nvSpPr>
          <p:spPr>
            <a:xfrm>
              <a:off x="1740599" y="3277728"/>
              <a:ext cx="135612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250</a:t>
              </a:r>
            </a:p>
          </p:txBody>
        </p:sp>
        <p:sp>
          <p:nvSpPr>
            <p:cNvPr id="1745" name="tx1745"/>
            <p:cNvSpPr/>
            <p:nvPr/>
          </p:nvSpPr>
          <p:spPr>
            <a:xfrm>
              <a:off x="1740599" y="2879772"/>
              <a:ext cx="135612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1746" name="tx1746"/>
            <p:cNvSpPr/>
            <p:nvPr/>
          </p:nvSpPr>
          <p:spPr>
            <a:xfrm>
              <a:off x="1740599" y="2481817"/>
              <a:ext cx="135612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750</a:t>
              </a:r>
            </a:p>
          </p:txBody>
        </p:sp>
        <p:sp>
          <p:nvSpPr>
            <p:cNvPr id="1747" name="tx1747"/>
            <p:cNvSpPr/>
            <p:nvPr/>
          </p:nvSpPr>
          <p:spPr>
            <a:xfrm>
              <a:off x="1695395" y="2083861"/>
              <a:ext cx="180816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1748" name="tx1748"/>
            <p:cNvSpPr/>
            <p:nvPr/>
          </p:nvSpPr>
          <p:spPr>
            <a:xfrm>
              <a:off x="1695395" y="1685906"/>
              <a:ext cx="180816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1250</a:t>
              </a:r>
            </a:p>
          </p:txBody>
        </p:sp>
        <p:sp>
          <p:nvSpPr>
            <p:cNvPr id="1749" name="pl1749"/>
            <p:cNvSpPr/>
            <p:nvPr/>
          </p:nvSpPr>
          <p:spPr>
            <a:xfrm>
              <a:off x="1904047" y="330804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" name="pl1750"/>
            <p:cNvSpPr/>
            <p:nvPr/>
          </p:nvSpPr>
          <p:spPr>
            <a:xfrm>
              <a:off x="1904047" y="291009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" name="pl1751"/>
            <p:cNvSpPr/>
            <p:nvPr/>
          </p:nvSpPr>
          <p:spPr>
            <a:xfrm>
              <a:off x="1904047" y="251213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" name="pl1752"/>
            <p:cNvSpPr/>
            <p:nvPr/>
          </p:nvSpPr>
          <p:spPr>
            <a:xfrm>
              <a:off x="1904047" y="211418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" name="pl1753"/>
            <p:cNvSpPr/>
            <p:nvPr/>
          </p:nvSpPr>
          <p:spPr>
            <a:xfrm>
              <a:off x="1904047" y="171622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" name="pl1754"/>
            <p:cNvSpPr/>
            <p:nvPr/>
          </p:nvSpPr>
          <p:spPr>
            <a:xfrm>
              <a:off x="2078823" y="370098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" name="pl1755"/>
            <p:cNvSpPr/>
            <p:nvPr/>
          </p:nvSpPr>
          <p:spPr>
            <a:xfrm>
              <a:off x="2778732" y="370098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" name="pl1756"/>
            <p:cNvSpPr/>
            <p:nvPr/>
          </p:nvSpPr>
          <p:spPr>
            <a:xfrm>
              <a:off x="3478641" y="370098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" name="pl1757"/>
            <p:cNvSpPr/>
            <p:nvPr/>
          </p:nvSpPr>
          <p:spPr>
            <a:xfrm>
              <a:off x="4178549" y="370098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" name="pl1758"/>
            <p:cNvSpPr/>
            <p:nvPr/>
          </p:nvSpPr>
          <p:spPr>
            <a:xfrm>
              <a:off x="4878458" y="370098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" name="tx1759"/>
            <p:cNvSpPr/>
            <p:nvPr/>
          </p:nvSpPr>
          <p:spPr>
            <a:xfrm>
              <a:off x="2056221" y="3762389"/>
              <a:ext cx="45204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760" name="tx1760"/>
            <p:cNvSpPr/>
            <p:nvPr/>
          </p:nvSpPr>
          <p:spPr>
            <a:xfrm>
              <a:off x="2710926" y="3762389"/>
              <a:ext cx="135612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1761" name="tx1761"/>
            <p:cNvSpPr/>
            <p:nvPr/>
          </p:nvSpPr>
          <p:spPr>
            <a:xfrm>
              <a:off x="3410834" y="3762389"/>
              <a:ext cx="135612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400</a:t>
              </a:r>
            </a:p>
          </p:txBody>
        </p:sp>
        <p:sp>
          <p:nvSpPr>
            <p:cNvPr id="1762" name="tx1762"/>
            <p:cNvSpPr/>
            <p:nvPr/>
          </p:nvSpPr>
          <p:spPr>
            <a:xfrm>
              <a:off x="4110743" y="3762389"/>
              <a:ext cx="135612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600</a:t>
              </a:r>
            </a:p>
          </p:txBody>
        </p:sp>
        <p:sp>
          <p:nvSpPr>
            <p:cNvPr id="1763" name="tx1763"/>
            <p:cNvSpPr/>
            <p:nvPr/>
          </p:nvSpPr>
          <p:spPr>
            <a:xfrm>
              <a:off x="4810651" y="3762389"/>
              <a:ext cx="135612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800</a:t>
              </a:r>
            </a:p>
          </p:txBody>
        </p:sp>
        <p:sp>
          <p:nvSpPr>
            <p:cNvPr id="1764" name="tx1764"/>
            <p:cNvSpPr/>
            <p:nvPr/>
          </p:nvSpPr>
          <p:spPr>
            <a:xfrm>
              <a:off x="3151095" y="3870645"/>
              <a:ext cx="655091" cy="7391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Retention time</a:t>
              </a:r>
            </a:p>
          </p:txBody>
        </p:sp>
        <p:sp>
          <p:nvSpPr>
            <p:cNvPr id="1765" name="tx1765"/>
            <p:cNvSpPr/>
            <p:nvPr/>
          </p:nvSpPr>
          <p:spPr>
            <a:xfrm rot="-5400000">
              <a:off x="1543086" y="2677706"/>
              <a:ext cx="135433" cy="5387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mz</a:t>
              </a:r>
            </a:p>
          </p:txBody>
        </p:sp>
        <p:sp>
          <p:nvSpPr>
            <p:cNvPr id="1766" name="rc1766"/>
            <p:cNvSpPr/>
            <p:nvPr/>
          </p:nvSpPr>
          <p:spPr>
            <a:xfrm>
              <a:off x="5157617" y="1460763"/>
              <a:ext cx="626858" cy="9548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767" name="tx1767"/>
            <p:cNvSpPr/>
            <p:nvPr/>
          </p:nvSpPr>
          <p:spPr>
            <a:xfrm>
              <a:off x="5227206" y="1546138"/>
              <a:ext cx="496986" cy="7391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Peak width</a:t>
              </a:r>
            </a:p>
          </p:txBody>
        </p:sp>
        <p:sp>
          <p:nvSpPr>
            <p:cNvPr id="1768" name="rc1768"/>
            <p:cNvSpPr/>
            <p:nvPr/>
          </p:nvSpPr>
          <p:spPr>
            <a:xfrm>
              <a:off x="5227206" y="1687642"/>
              <a:ext cx="219455" cy="219456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769" name="pt1769"/>
            <p:cNvSpPr/>
            <p:nvPr/>
          </p:nvSpPr>
          <p:spPr>
            <a:xfrm>
              <a:off x="5297629" y="1758065"/>
              <a:ext cx="78611" cy="7861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" name="rc1770"/>
            <p:cNvSpPr/>
            <p:nvPr/>
          </p:nvSpPr>
          <p:spPr>
            <a:xfrm>
              <a:off x="5227206" y="1907098"/>
              <a:ext cx="219455" cy="219456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771" name="pt1771"/>
            <p:cNvSpPr/>
            <p:nvPr/>
          </p:nvSpPr>
          <p:spPr>
            <a:xfrm>
              <a:off x="5283212" y="1963104"/>
              <a:ext cx="107445" cy="107445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" name="rc1772"/>
            <p:cNvSpPr/>
            <p:nvPr/>
          </p:nvSpPr>
          <p:spPr>
            <a:xfrm>
              <a:off x="5227206" y="2126554"/>
              <a:ext cx="219455" cy="219455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773" name="pt1773"/>
            <p:cNvSpPr/>
            <p:nvPr/>
          </p:nvSpPr>
          <p:spPr>
            <a:xfrm>
              <a:off x="5272149" y="2171497"/>
              <a:ext cx="129570" cy="129570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" name="tx1774"/>
            <p:cNvSpPr/>
            <p:nvPr/>
          </p:nvSpPr>
          <p:spPr>
            <a:xfrm>
              <a:off x="5497273" y="1767049"/>
              <a:ext cx="90408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1775" name="tx1775"/>
            <p:cNvSpPr/>
            <p:nvPr/>
          </p:nvSpPr>
          <p:spPr>
            <a:xfrm>
              <a:off x="5497273" y="1986505"/>
              <a:ext cx="90408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776" name="tx1776"/>
            <p:cNvSpPr/>
            <p:nvPr/>
          </p:nvSpPr>
          <p:spPr>
            <a:xfrm>
              <a:off x="5497273" y="2206953"/>
              <a:ext cx="90408" cy="584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</a:t>
              </a:r>
            </a:p>
          </p:txBody>
        </p:sp>
        <p:sp>
          <p:nvSpPr>
            <p:cNvPr id="1777" name="rc1777"/>
            <p:cNvSpPr/>
            <p:nvPr/>
          </p:nvSpPr>
          <p:spPr>
            <a:xfrm>
              <a:off x="5157617" y="2554777"/>
              <a:ext cx="840218" cy="13937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pic>
          <p:nvPicPr>
            <p:cNvPr id="1778" name="pic177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227206" y="2781656"/>
              <a:ext cx="219455" cy="1097280"/>
            </a:xfrm>
            <a:prstGeom prst="rect">
              <a:avLst/>
            </a:prstGeom>
          </p:spPr>
        </p:pic>
        <p:sp>
          <p:nvSpPr>
            <p:cNvPr id="1779" name="tx1779"/>
            <p:cNvSpPr/>
            <p:nvPr/>
          </p:nvSpPr>
          <p:spPr>
            <a:xfrm>
              <a:off x="5497531" y="3706510"/>
              <a:ext cx="45204" cy="5945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1780" name="tx1780"/>
            <p:cNvSpPr/>
            <p:nvPr/>
          </p:nvSpPr>
          <p:spPr>
            <a:xfrm>
              <a:off x="5497531" y="3141925"/>
              <a:ext cx="45204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1781" name="tx1781"/>
            <p:cNvSpPr/>
            <p:nvPr/>
          </p:nvSpPr>
          <p:spPr>
            <a:xfrm>
              <a:off x="5227206" y="2618721"/>
              <a:ext cx="728563" cy="9534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Log10(Intensity)</a:t>
              </a:r>
            </a:p>
          </p:txBody>
        </p:sp>
        <p:sp>
          <p:nvSpPr>
            <p:cNvPr id="1782" name="pl1782"/>
            <p:cNvSpPr/>
            <p:nvPr/>
          </p:nvSpPr>
          <p:spPr>
            <a:xfrm>
              <a:off x="5227206" y="373687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" name="pl1783"/>
            <p:cNvSpPr/>
            <p:nvPr/>
          </p:nvSpPr>
          <p:spPr>
            <a:xfrm>
              <a:off x="5227206" y="317224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" name="pl1784"/>
            <p:cNvSpPr/>
            <p:nvPr/>
          </p:nvSpPr>
          <p:spPr>
            <a:xfrm>
              <a:off x="5402771" y="373687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" name="pl1785"/>
            <p:cNvSpPr/>
            <p:nvPr/>
          </p:nvSpPr>
          <p:spPr>
            <a:xfrm>
              <a:off x="5402771" y="317224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" name="tx1786"/>
            <p:cNvSpPr/>
            <p:nvPr/>
          </p:nvSpPr>
          <p:spPr>
            <a:xfrm>
              <a:off x="1938842" y="1520501"/>
              <a:ext cx="1742281" cy="9534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ppm = 10; SN = 100; prefilter = (3,100)</a:t>
              </a:r>
            </a:p>
          </p:txBody>
        </p:sp>
        <p:sp>
          <p:nvSpPr>
            <p:cNvPr id="1787" name="tx1787"/>
            <p:cNvSpPr/>
            <p:nvPr/>
          </p:nvSpPr>
          <p:spPr>
            <a:xfrm>
              <a:off x="1938842" y="1361972"/>
              <a:ext cx="962322" cy="887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Peaks distribution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1038225" y="1293812"/>
            <a:ext cx="5486400" cy="2743200"/>
            <a:chOff x="1038225" y="1293812"/>
            <a:chExt cx="5486400" cy="2743200"/>
          </a:xfrm>
        </p:grpSpPr>
        <p:sp>
          <p:nvSpPr>
            <p:cNvPr id="3" name="rc3"/>
            <p:cNvSpPr/>
            <p:nvPr/>
          </p:nvSpPr>
          <p:spPr>
            <a:xfrm>
              <a:off x="1038225" y="1293812"/>
              <a:ext cx="5486400" cy="2743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1038225" y="1293812"/>
              <a:ext cx="5486400" cy="2743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1436438" y="1818027"/>
              <a:ext cx="3723415" cy="188296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1436438" y="3451239"/>
              <a:ext cx="3723415" cy="0"/>
            </a:xfrm>
            <a:custGeom>
              <a:avLst/>
              <a:gdLst/>
              <a:ahLst/>
              <a:cxnLst/>
              <a:rect l="0" t="0" r="0" b="0"/>
              <a:pathLst>
                <a:path w="3723415">
                  <a:moveTo>
                    <a:pt x="0" y="0"/>
                  </a:moveTo>
                  <a:lnTo>
                    <a:pt x="3723415" y="0"/>
                  </a:lnTo>
                  <a:lnTo>
                    <a:pt x="37234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1436438" y="2993735"/>
              <a:ext cx="3723415" cy="0"/>
            </a:xfrm>
            <a:custGeom>
              <a:avLst/>
              <a:gdLst/>
              <a:ahLst/>
              <a:cxnLst/>
              <a:rect l="0" t="0" r="0" b="0"/>
              <a:pathLst>
                <a:path w="3723415">
                  <a:moveTo>
                    <a:pt x="0" y="0"/>
                  </a:moveTo>
                  <a:lnTo>
                    <a:pt x="3723415" y="0"/>
                  </a:lnTo>
                  <a:lnTo>
                    <a:pt x="37234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1436438" y="2536231"/>
              <a:ext cx="3723415" cy="0"/>
            </a:xfrm>
            <a:custGeom>
              <a:avLst/>
              <a:gdLst/>
              <a:ahLst/>
              <a:cxnLst/>
              <a:rect l="0" t="0" r="0" b="0"/>
              <a:pathLst>
                <a:path w="3723415">
                  <a:moveTo>
                    <a:pt x="0" y="0"/>
                  </a:moveTo>
                  <a:lnTo>
                    <a:pt x="3723415" y="0"/>
                  </a:lnTo>
                  <a:lnTo>
                    <a:pt x="37234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1436438" y="2078727"/>
              <a:ext cx="3723415" cy="0"/>
            </a:xfrm>
            <a:custGeom>
              <a:avLst/>
              <a:gdLst/>
              <a:ahLst/>
              <a:cxnLst/>
              <a:rect l="0" t="0" r="0" b="0"/>
              <a:pathLst>
                <a:path w="3723415">
                  <a:moveTo>
                    <a:pt x="0" y="0"/>
                  </a:moveTo>
                  <a:lnTo>
                    <a:pt x="3723415" y="0"/>
                  </a:lnTo>
                  <a:lnTo>
                    <a:pt x="37234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2057007" y="1818027"/>
              <a:ext cx="0" cy="1882961"/>
            </a:xfrm>
            <a:custGeom>
              <a:avLst/>
              <a:gdLst/>
              <a:ahLst/>
              <a:cxnLst/>
              <a:rect l="0" t="0" r="0" b="0"/>
              <a:pathLst>
                <a:path h="1882961">
                  <a:moveTo>
                    <a:pt x="0" y="18829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2959653" y="1818027"/>
              <a:ext cx="0" cy="1882961"/>
            </a:xfrm>
            <a:custGeom>
              <a:avLst/>
              <a:gdLst/>
              <a:ahLst/>
              <a:cxnLst/>
              <a:rect l="0" t="0" r="0" b="0"/>
              <a:pathLst>
                <a:path h="1882961">
                  <a:moveTo>
                    <a:pt x="0" y="18829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3862299" y="1818027"/>
              <a:ext cx="0" cy="1882961"/>
            </a:xfrm>
            <a:custGeom>
              <a:avLst/>
              <a:gdLst/>
              <a:ahLst/>
              <a:cxnLst/>
              <a:rect l="0" t="0" r="0" b="0"/>
              <a:pathLst>
                <a:path h="1882961">
                  <a:moveTo>
                    <a:pt x="0" y="18829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4764945" y="1818027"/>
              <a:ext cx="0" cy="1882961"/>
            </a:xfrm>
            <a:custGeom>
              <a:avLst/>
              <a:gdLst/>
              <a:ahLst/>
              <a:cxnLst/>
              <a:rect l="0" t="0" r="0" b="0"/>
              <a:pathLst>
                <a:path h="1882961">
                  <a:moveTo>
                    <a:pt x="0" y="18829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1436438" y="3679992"/>
              <a:ext cx="3723415" cy="0"/>
            </a:xfrm>
            <a:custGeom>
              <a:avLst/>
              <a:gdLst/>
              <a:ahLst/>
              <a:cxnLst/>
              <a:rect l="0" t="0" r="0" b="0"/>
              <a:pathLst>
                <a:path w="3723415">
                  <a:moveTo>
                    <a:pt x="0" y="0"/>
                  </a:moveTo>
                  <a:lnTo>
                    <a:pt x="3723415" y="0"/>
                  </a:lnTo>
                  <a:lnTo>
                    <a:pt x="37234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1436438" y="3222487"/>
              <a:ext cx="3723415" cy="0"/>
            </a:xfrm>
            <a:custGeom>
              <a:avLst/>
              <a:gdLst/>
              <a:ahLst/>
              <a:cxnLst/>
              <a:rect l="0" t="0" r="0" b="0"/>
              <a:pathLst>
                <a:path w="3723415">
                  <a:moveTo>
                    <a:pt x="0" y="0"/>
                  </a:moveTo>
                  <a:lnTo>
                    <a:pt x="3723415" y="0"/>
                  </a:lnTo>
                  <a:lnTo>
                    <a:pt x="37234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1436438" y="2764983"/>
              <a:ext cx="3723415" cy="0"/>
            </a:xfrm>
            <a:custGeom>
              <a:avLst/>
              <a:gdLst/>
              <a:ahLst/>
              <a:cxnLst/>
              <a:rect l="0" t="0" r="0" b="0"/>
              <a:pathLst>
                <a:path w="3723415">
                  <a:moveTo>
                    <a:pt x="0" y="0"/>
                  </a:moveTo>
                  <a:lnTo>
                    <a:pt x="3723415" y="0"/>
                  </a:lnTo>
                  <a:lnTo>
                    <a:pt x="37234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1436438" y="2307479"/>
              <a:ext cx="3723415" cy="0"/>
            </a:xfrm>
            <a:custGeom>
              <a:avLst/>
              <a:gdLst/>
              <a:ahLst/>
              <a:cxnLst/>
              <a:rect l="0" t="0" r="0" b="0"/>
              <a:pathLst>
                <a:path w="3723415">
                  <a:moveTo>
                    <a:pt x="0" y="0"/>
                  </a:moveTo>
                  <a:lnTo>
                    <a:pt x="3723415" y="0"/>
                  </a:lnTo>
                  <a:lnTo>
                    <a:pt x="37234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1436438" y="1849975"/>
              <a:ext cx="3723415" cy="0"/>
            </a:xfrm>
            <a:custGeom>
              <a:avLst/>
              <a:gdLst/>
              <a:ahLst/>
              <a:cxnLst/>
              <a:rect l="0" t="0" r="0" b="0"/>
              <a:pathLst>
                <a:path w="3723415">
                  <a:moveTo>
                    <a:pt x="0" y="0"/>
                  </a:moveTo>
                  <a:lnTo>
                    <a:pt x="3723415" y="0"/>
                  </a:lnTo>
                  <a:lnTo>
                    <a:pt x="37234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l19"/>
            <p:cNvSpPr/>
            <p:nvPr/>
          </p:nvSpPr>
          <p:spPr>
            <a:xfrm>
              <a:off x="1605684" y="1818027"/>
              <a:ext cx="0" cy="1882961"/>
            </a:xfrm>
            <a:custGeom>
              <a:avLst/>
              <a:gdLst/>
              <a:ahLst/>
              <a:cxnLst/>
              <a:rect l="0" t="0" r="0" b="0"/>
              <a:pathLst>
                <a:path h="1882961">
                  <a:moveTo>
                    <a:pt x="0" y="18829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l20"/>
            <p:cNvSpPr/>
            <p:nvPr/>
          </p:nvSpPr>
          <p:spPr>
            <a:xfrm>
              <a:off x="2508330" y="1818027"/>
              <a:ext cx="0" cy="1882961"/>
            </a:xfrm>
            <a:custGeom>
              <a:avLst/>
              <a:gdLst/>
              <a:ahLst/>
              <a:cxnLst/>
              <a:rect l="0" t="0" r="0" b="0"/>
              <a:pathLst>
                <a:path h="1882961">
                  <a:moveTo>
                    <a:pt x="0" y="18829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l21"/>
            <p:cNvSpPr/>
            <p:nvPr/>
          </p:nvSpPr>
          <p:spPr>
            <a:xfrm>
              <a:off x="3410976" y="1818027"/>
              <a:ext cx="0" cy="1882961"/>
            </a:xfrm>
            <a:custGeom>
              <a:avLst/>
              <a:gdLst/>
              <a:ahLst/>
              <a:cxnLst/>
              <a:rect l="0" t="0" r="0" b="0"/>
              <a:pathLst>
                <a:path h="1882961">
                  <a:moveTo>
                    <a:pt x="0" y="18829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l22"/>
            <p:cNvSpPr/>
            <p:nvPr/>
          </p:nvSpPr>
          <p:spPr>
            <a:xfrm>
              <a:off x="4313622" y="1818027"/>
              <a:ext cx="0" cy="1882961"/>
            </a:xfrm>
            <a:custGeom>
              <a:avLst/>
              <a:gdLst/>
              <a:ahLst/>
              <a:cxnLst/>
              <a:rect l="0" t="0" r="0" b="0"/>
              <a:pathLst>
                <a:path h="1882961">
                  <a:moveTo>
                    <a:pt x="0" y="18829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1666233" y="3543147"/>
              <a:ext cx="144506" cy="144506"/>
            </a:xfrm>
            <a:prstGeom prst="ellipse">
              <a:avLst/>
            </a:prstGeom>
            <a:solidFill>
              <a:srgbClr val="C49A00">
                <a:alpha val="29803"/>
              </a:srgbClr>
            </a:solidFill>
            <a:ln w="9000" cap="rnd">
              <a:solidFill>
                <a:srgbClr val="C49A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1701702" y="2032478"/>
              <a:ext cx="144506" cy="144506"/>
            </a:xfrm>
            <a:prstGeom prst="ellipse">
              <a:avLst/>
            </a:prstGeom>
            <a:solidFill>
              <a:srgbClr val="A58AFF">
                <a:alpha val="29803"/>
              </a:srgbClr>
            </a:solidFill>
            <a:ln w="9000" cap="rnd">
              <a:solidFill>
                <a:srgbClr val="A58AFF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1728466" y="2023307"/>
              <a:ext cx="144506" cy="144506"/>
            </a:xfrm>
            <a:prstGeom prst="ellipse">
              <a:avLst/>
            </a:prstGeom>
            <a:solidFill>
              <a:srgbClr val="53B400">
                <a:alpha val="29803"/>
              </a:srgbClr>
            </a:solidFill>
            <a:ln w="9000" cap="rnd">
              <a:solidFill>
                <a:srgbClr val="53B4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1728466" y="2023307"/>
              <a:ext cx="144506" cy="144506"/>
            </a:xfrm>
            <a:prstGeom prst="ellipse">
              <a:avLst/>
            </a:prstGeom>
            <a:solidFill>
              <a:srgbClr val="00C094">
                <a:alpha val="29803"/>
              </a:srgbClr>
            </a:solidFill>
            <a:ln w="9000" cap="rnd">
              <a:solidFill>
                <a:srgbClr val="00C094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1728466" y="2014198"/>
              <a:ext cx="144506" cy="144506"/>
            </a:xfrm>
            <a:prstGeom prst="ellipse">
              <a:avLst/>
            </a:prstGeom>
            <a:solidFill>
              <a:srgbClr val="00B6EB">
                <a:alpha val="29803"/>
              </a:srgbClr>
            </a:solidFill>
            <a:ln w="9000" cap="rnd">
              <a:solidFill>
                <a:srgbClr val="00B6EB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1701702" y="2005037"/>
              <a:ext cx="144506" cy="144506"/>
            </a:xfrm>
            <a:prstGeom prst="ellipse">
              <a:avLst/>
            </a:prstGeom>
            <a:solidFill>
              <a:srgbClr val="F8766D">
                <a:alpha val="29803"/>
              </a:srgbClr>
            </a:solidFill>
            <a:ln w="9000" cap="rnd">
              <a:solidFill>
                <a:srgbClr val="F8766D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1704545" y="1831363"/>
              <a:ext cx="144506" cy="144506"/>
            </a:xfrm>
            <a:prstGeom prst="ellipse">
              <a:avLst/>
            </a:prstGeom>
            <a:solidFill>
              <a:srgbClr val="FB61D7">
                <a:alpha val="29803"/>
              </a:srgbClr>
            </a:solidFill>
            <a:ln w="9000" cap="rnd">
              <a:solidFill>
                <a:srgbClr val="FB61D7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l30"/>
            <p:cNvSpPr/>
            <p:nvPr/>
          </p:nvSpPr>
          <p:spPr>
            <a:xfrm>
              <a:off x="1712647" y="2105147"/>
              <a:ext cx="87026" cy="797693"/>
            </a:xfrm>
            <a:custGeom>
              <a:avLst/>
              <a:gdLst/>
              <a:ahLst/>
              <a:cxnLst/>
              <a:rect l="0" t="0" r="0" b="0"/>
              <a:pathLst>
                <a:path w="87026" h="797693">
                  <a:moveTo>
                    <a:pt x="0" y="797693"/>
                  </a:moveTo>
                  <a:lnTo>
                    <a:pt x="87026" y="0"/>
                  </a:lnTo>
                </a:path>
              </a:pathLst>
            </a:custGeom>
            <a:ln w="13550" cap="rnd">
              <a:solidFill>
                <a:srgbClr val="53B4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712867" y="2105124"/>
              <a:ext cx="86159" cy="486678"/>
            </a:xfrm>
            <a:custGeom>
              <a:avLst/>
              <a:gdLst/>
              <a:ahLst/>
              <a:cxnLst/>
              <a:rect l="0" t="0" r="0" b="0"/>
              <a:pathLst>
                <a:path w="86159" h="486678">
                  <a:moveTo>
                    <a:pt x="0" y="486678"/>
                  </a:moveTo>
                  <a:lnTo>
                    <a:pt x="86159" y="0"/>
                  </a:lnTo>
                </a:path>
              </a:pathLst>
            </a:custGeom>
            <a:ln w="13550" cap="rnd">
              <a:solidFill>
                <a:srgbClr val="00C0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714748" y="2095821"/>
              <a:ext cx="81824" cy="184941"/>
            </a:xfrm>
            <a:custGeom>
              <a:avLst/>
              <a:gdLst/>
              <a:ahLst/>
              <a:cxnLst/>
              <a:rect l="0" t="0" r="0" b="0"/>
              <a:pathLst>
                <a:path w="81824" h="184941">
                  <a:moveTo>
                    <a:pt x="0" y="184941"/>
                  </a:moveTo>
                  <a:lnTo>
                    <a:pt x="81824" y="0"/>
                  </a:lnTo>
                </a:path>
              </a:pathLst>
            </a:custGeom>
            <a:ln w="13550" cap="rnd">
              <a:solidFill>
                <a:srgbClr val="00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tx33"/>
            <p:cNvSpPr/>
            <p:nvPr/>
          </p:nvSpPr>
          <p:spPr>
            <a:xfrm>
              <a:off x="1436438" y="3219208"/>
              <a:ext cx="789955" cy="7702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C49A00">
                      <a:alpha val="100000"/>
                    </a:srgbClr>
                  </a:solidFill>
                  <a:latin typeface="Arial"/>
                  <a:cs typeface="Arial"/>
                </a:rPr>
                <a:t>[13]C1[37]Cl1M+H+K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436438" y="3355161"/>
              <a:ext cx="552149" cy="6075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C49A00">
                      <a:alpha val="100000"/>
                    </a:srgbClr>
                  </a:solidFill>
                  <a:latin typeface="Arial"/>
                  <a:cs typeface="Arial"/>
                </a:rPr>
                <a:t>mz = 207.0591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436438" y="3474799"/>
              <a:ext cx="353463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C49A00">
                      <a:alpha val="100000"/>
                    </a:srgbClr>
                  </a:solidFill>
                  <a:latin typeface="Arial"/>
                  <a:cs typeface="Arial"/>
                </a:rPr>
                <a:t>rt = 29.43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436438" y="3594478"/>
              <a:ext cx="531452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C49A00">
                      <a:alpha val="100000"/>
                    </a:srgbClr>
                  </a:solidFill>
                  <a:latin typeface="Arial"/>
                  <a:cs typeface="Arial"/>
                </a:rPr>
                <a:t>int = 4.99e+03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436438" y="2908169"/>
              <a:ext cx="422654" cy="7702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53B400">
                      <a:alpha val="100000"/>
                    </a:srgbClr>
                  </a:solidFill>
                  <a:latin typeface="Arial"/>
                  <a:cs typeface="Arial"/>
                </a:rPr>
                <a:t>[13]C1M+H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436438" y="3044081"/>
              <a:ext cx="552149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53B400">
                      <a:alpha val="100000"/>
                    </a:srgbClr>
                  </a:solidFill>
                  <a:latin typeface="Arial"/>
                  <a:cs typeface="Arial"/>
                </a:rPr>
                <a:t>mz = 373.1603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436438" y="3163760"/>
              <a:ext cx="353463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53B400">
                      <a:alpha val="100000"/>
                    </a:srgbClr>
                  </a:solidFill>
                  <a:latin typeface="Arial"/>
                  <a:cs typeface="Arial"/>
                </a:rPr>
                <a:t>rt = 43.21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436438" y="3283439"/>
              <a:ext cx="531452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53B400">
                      <a:alpha val="100000"/>
                    </a:srgbClr>
                  </a:solidFill>
                  <a:latin typeface="Arial"/>
                  <a:cs typeface="Arial"/>
                </a:rPr>
                <a:t>int = 4.39e+06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436438" y="2597131"/>
              <a:ext cx="362634" cy="7702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C094">
                      <a:alpha val="100000"/>
                    </a:srgbClr>
                  </a:solidFill>
                  <a:latin typeface="Arial"/>
                  <a:cs typeface="Arial"/>
                </a:rPr>
                <a:t>[13]C2M+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436438" y="2733042"/>
              <a:ext cx="552149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C094">
                      <a:alpha val="100000"/>
                    </a:srgbClr>
                  </a:solidFill>
                  <a:latin typeface="Arial"/>
                  <a:cs typeface="Arial"/>
                </a:rPr>
                <a:t>mz = 373.1603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436438" y="2852721"/>
              <a:ext cx="353463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C094">
                      <a:alpha val="100000"/>
                    </a:srgbClr>
                  </a:solidFill>
                  <a:latin typeface="Arial"/>
                  <a:cs typeface="Arial"/>
                </a:rPr>
                <a:t>rt = 43.21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436438" y="2972400"/>
              <a:ext cx="531452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C094">
                      <a:alpha val="100000"/>
                    </a:srgbClr>
                  </a:solidFill>
                  <a:latin typeface="Arial"/>
                  <a:cs typeface="Arial"/>
                </a:rPr>
                <a:t>int = 4.39e+06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436438" y="2286092"/>
              <a:ext cx="441118" cy="7702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6EB">
                      <a:alpha val="100000"/>
                    </a:srgbClr>
                  </a:solidFill>
                  <a:latin typeface="Arial"/>
                  <a:cs typeface="Arial"/>
                </a:rPr>
                <a:t>[37]Cl1M+H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436438" y="2422003"/>
              <a:ext cx="552149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6EB">
                      <a:alpha val="100000"/>
                    </a:srgbClr>
                  </a:solidFill>
                  <a:latin typeface="Arial"/>
                  <a:cs typeface="Arial"/>
                </a:rPr>
                <a:t>mz = 374.1558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436438" y="2541682"/>
              <a:ext cx="353463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6EB">
                      <a:alpha val="100000"/>
                    </a:srgbClr>
                  </a:solidFill>
                  <a:latin typeface="Arial"/>
                  <a:cs typeface="Arial"/>
                </a:rPr>
                <a:t>rt = 43.21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436438" y="2661402"/>
              <a:ext cx="531452" cy="6075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6EB">
                      <a:alpha val="100000"/>
                    </a:srgbClr>
                  </a:solidFill>
                  <a:latin typeface="Arial"/>
                  <a:cs typeface="Arial"/>
                </a:rPr>
                <a:t>int = 6.64e+06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436438" y="1846216"/>
              <a:ext cx="685986" cy="7702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8766D">
                      <a:alpha val="100000"/>
                    </a:srgbClr>
                  </a:solidFill>
                  <a:latin typeface="Arial"/>
                  <a:cs typeface="Arial"/>
                </a:rPr>
                <a:t>[13]C1[37]Cl1M+H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436438" y="1982128"/>
              <a:ext cx="552149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8766D">
                      <a:alpha val="100000"/>
                    </a:srgbClr>
                  </a:solidFill>
                  <a:latin typeface="Arial"/>
                  <a:cs typeface="Arial"/>
                </a:rPr>
                <a:t>mz = 375.1570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436438" y="2101807"/>
              <a:ext cx="353463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8766D">
                      <a:alpha val="100000"/>
                    </a:srgbClr>
                  </a:solidFill>
                  <a:latin typeface="Arial"/>
                  <a:cs typeface="Arial"/>
                </a:rPr>
                <a:t>rt = 37.28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436438" y="2221527"/>
              <a:ext cx="531452" cy="6075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8766D">
                      <a:alpha val="100000"/>
                    </a:srgbClr>
                  </a:solidFill>
                  <a:latin typeface="Arial"/>
                  <a:cs typeface="Arial"/>
                </a:rPr>
                <a:t>int = 1.48e+06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436438" y="1862773"/>
              <a:ext cx="224008" cy="6046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B61D7">
                      <a:alpha val="100000"/>
                    </a:srgbClr>
                  </a:solidFill>
                  <a:latin typeface="Arial"/>
                  <a:cs typeface="Arial"/>
                </a:rPr>
                <a:t>M+Na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1436438" y="1982128"/>
              <a:ext cx="552149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B61D7">
                      <a:alpha val="100000"/>
                    </a:srgbClr>
                  </a:solidFill>
                  <a:latin typeface="Arial"/>
                  <a:cs typeface="Arial"/>
                </a:rPr>
                <a:t>mz = 394.1376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436438" y="2101807"/>
              <a:ext cx="353463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B61D7">
                      <a:alpha val="100000"/>
                    </a:srgbClr>
                  </a:solidFill>
                  <a:latin typeface="Arial"/>
                  <a:cs typeface="Arial"/>
                </a:rPr>
                <a:t>rt = 37.91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436438" y="2221486"/>
              <a:ext cx="531452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B61D7">
                      <a:alpha val="100000"/>
                    </a:srgbClr>
                  </a:solidFill>
                  <a:latin typeface="Arial"/>
                  <a:cs typeface="Arial"/>
                </a:rPr>
                <a:t>int = 3.91e+04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1436438" y="1818027"/>
              <a:ext cx="3723415" cy="18829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tx58"/>
            <p:cNvSpPr/>
            <p:nvPr/>
          </p:nvSpPr>
          <p:spPr>
            <a:xfrm>
              <a:off x="1238195" y="3649670"/>
              <a:ext cx="135612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238195" y="3192166"/>
              <a:ext cx="135612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38195" y="2734622"/>
              <a:ext cx="135612" cy="5945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300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1238195" y="2277118"/>
              <a:ext cx="135612" cy="5945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350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1238195" y="1819654"/>
              <a:ext cx="135612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400</a:t>
              </a:r>
            </a:p>
          </p:txBody>
        </p:sp>
        <p:sp>
          <p:nvSpPr>
            <p:cNvPr id="63" name="pl63"/>
            <p:cNvSpPr/>
            <p:nvPr/>
          </p:nvSpPr>
          <p:spPr>
            <a:xfrm>
              <a:off x="1401643" y="367999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l64"/>
            <p:cNvSpPr/>
            <p:nvPr/>
          </p:nvSpPr>
          <p:spPr>
            <a:xfrm>
              <a:off x="1401643" y="322248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l65"/>
            <p:cNvSpPr/>
            <p:nvPr/>
          </p:nvSpPr>
          <p:spPr>
            <a:xfrm>
              <a:off x="1401643" y="276498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1401643" y="230747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1401643" y="184997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1605684" y="370098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2508330" y="370098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3410976" y="370098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4313622" y="370098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tx72"/>
            <p:cNvSpPr/>
            <p:nvPr/>
          </p:nvSpPr>
          <p:spPr>
            <a:xfrm>
              <a:off x="1583082" y="3762389"/>
              <a:ext cx="45204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2440524" y="3762389"/>
              <a:ext cx="135612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3343170" y="3762389"/>
              <a:ext cx="135612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4245816" y="3762389"/>
              <a:ext cx="135612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970600" y="3870645"/>
              <a:ext cx="655091" cy="7391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Retention time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1085886" y="2732570"/>
              <a:ext cx="135433" cy="5387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mz</a:t>
              </a:r>
            </a:p>
          </p:txBody>
        </p:sp>
        <p:sp>
          <p:nvSpPr>
            <p:cNvPr id="78" name="rc78"/>
            <p:cNvSpPr/>
            <p:nvPr/>
          </p:nvSpPr>
          <p:spPr>
            <a:xfrm>
              <a:off x="5299031" y="1843178"/>
              <a:ext cx="1156004" cy="18326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9" name="tx79"/>
            <p:cNvSpPr/>
            <p:nvPr/>
          </p:nvSpPr>
          <p:spPr>
            <a:xfrm>
              <a:off x="5368620" y="1927313"/>
              <a:ext cx="547737" cy="751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Adduct form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5368620" y="207005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1" name="pt81"/>
            <p:cNvSpPr/>
            <p:nvPr/>
          </p:nvSpPr>
          <p:spPr>
            <a:xfrm>
              <a:off x="5406095" y="2107532"/>
              <a:ext cx="144506" cy="144506"/>
            </a:xfrm>
            <a:prstGeom prst="ellipse">
              <a:avLst/>
            </a:prstGeom>
            <a:solidFill>
              <a:srgbClr val="F8766D">
                <a:alpha val="29803"/>
              </a:srgbClr>
            </a:solidFill>
            <a:ln w="9000" cap="rnd">
              <a:solidFill>
                <a:srgbClr val="F8766D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rc82"/>
            <p:cNvSpPr/>
            <p:nvPr/>
          </p:nvSpPr>
          <p:spPr>
            <a:xfrm>
              <a:off x="5368620" y="228951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5406095" y="2326988"/>
              <a:ext cx="144506" cy="144506"/>
            </a:xfrm>
            <a:prstGeom prst="ellipse">
              <a:avLst/>
            </a:prstGeom>
            <a:solidFill>
              <a:srgbClr val="C49A00">
                <a:alpha val="29803"/>
              </a:srgbClr>
            </a:solidFill>
            <a:ln w="9000" cap="rnd">
              <a:solidFill>
                <a:srgbClr val="C49A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rc84"/>
            <p:cNvSpPr/>
            <p:nvPr/>
          </p:nvSpPr>
          <p:spPr>
            <a:xfrm>
              <a:off x="5368620" y="250896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5406095" y="2546444"/>
              <a:ext cx="144506" cy="144506"/>
            </a:xfrm>
            <a:prstGeom prst="ellipse">
              <a:avLst/>
            </a:prstGeom>
            <a:solidFill>
              <a:srgbClr val="53B400">
                <a:alpha val="29803"/>
              </a:srgbClr>
            </a:solidFill>
            <a:ln w="9000" cap="rnd">
              <a:solidFill>
                <a:srgbClr val="53B4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rc86"/>
            <p:cNvSpPr/>
            <p:nvPr/>
          </p:nvSpPr>
          <p:spPr>
            <a:xfrm>
              <a:off x="5368620" y="2728425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t87"/>
            <p:cNvSpPr/>
            <p:nvPr/>
          </p:nvSpPr>
          <p:spPr>
            <a:xfrm>
              <a:off x="5406095" y="2765900"/>
              <a:ext cx="144506" cy="144506"/>
            </a:xfrm>
            <a:prstGeom prst="ellipse">
              <a:avLst/>
            </a:prstGeom>
            <a:solidFill>
              <a:srgbClr val="00C094">
                <a:alpha val="29803"/>
              </a:srgbClr>
            </a:solidFill>
            <a:ln w="9000" cap="rnd">
              <a:solidFill>
                <a:srgbClr val="00C094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rc88"/>
            <p:cNvSpPr/>
            <p:nvPr/>
          </p:nvSpPr>
          <p:spPr>
            <a:xfrm>
              <a:off x="5368620" y="2947881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9" name="pt89"/>
            <p:cNvSpPr/>
            <p:nvPr/>
          </p:nvSpPr>
          <p:spPr>
            <a:xfrm>
              <a:off x="5406095" y="2985356"/>
              <a:ext cx="144506" cy="144506"/>
            </a:xfrm>
            <a:prstGeom prst="ellipse">
              <a:avLst/>
            </a:prstGeom>
            <a:solidFill>
              <a:srgbClr val="00B6EB">
                <a:alpha val="29803"/>
              </a:srgbClr>
            </a:solidFill>
            <a:ln w="9000" cap="rnd">
              <a:solidFill>
                <a:srgbClr val="00B6EB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rc90"/>
            <p:cNvSpPr/>
            <p:nvPr/>
          </p:nvSpPr>
          <p:spPr>
            <a:xfrm>
              <a:off x="5368620" y="316733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1" name="pt91"/>
            <p:cNvSpPr/>
            <p:nvPr/>
          </p:nvSpPr>
          <p:spPr>
            <a:xfrm>
              <a:off x="5406095" y="3204812"/>
              <a:ext cx="144506" cy="144506"/>
            </a:xfrm>
            <a:prstGeom prst="ellipse">
              <a:avLst/>
            </a:prstGeom>
            <a:solidFill>
              <a:srgbClr val="A58AFF">
                <a:alpha val="29803"/>
              </a:srgbClr>
            </a:solidFill>
            <a:ln w="9000" cap="rnd">
              <a:solidFill>
                <a:srgbClr val="A58AFF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rc92"/>
            <p:cNvSpPr/>
            <p:nvPr/>
          </p:nvSpPr>
          <p:spPr>
            <a:xfrm>
              <a:off x="5368620" y="338679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3" name="pt93"/>
            <p:cNvSpPr/>
            <p:nvPr/>
          </p:nvSpPr>
          <p:spPr>
            <a:xfrm>
              <a:off x="5406095" y="3424268"/>
              <a:ext cx="144506" cy="144506"/>
            </a:xfrm>
            <a:prstGeom prst="ellipse">
              <a:avLst/>
            </a:prstGeom>
            <a:solidFill>
              <a:srgbClr val="FB61D7">
                <a:alpha val="29803"/>
              </a:srgbClr>
            </a:solidFill>
            <a:ln w="9000" cap="rnd">
              <a:solidFill>
                <a:srgbClr val="FB61D7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tx94"/>
            <p:cNvSpPr/>
            <p:nvPr/>
          </p:nvSpPr>
          <p:spPr>
            <a:xfrm>
              <a:off x="5638686" y="2133549"/>
              <a:ext cx="670877" cy="7532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[13]C1[37]Cl1M+H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5638686" y="2353005"/>
              <a:ext cx="772556" cy="7532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[13]C1[37]Cl1M+H+K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5638686" y="2572461"/>
              <a:ext cx="413345" cy="7532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[13]C1M+H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5638686" y="2791917"/>
              <a:ext cx="354647" cy="7532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[13]C2M+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5638686" y="3011373"/>
              <a:ext cx="431403" cy="7532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[37]Cl1M+H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5638686" y="3247974"/>
              <a:ext cx="173870" cy="5818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M+H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5638686" y="3466478"/>
              <a:ext cx="219075" cy="5913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M+Na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436438" y="1522932"/>
              <a:ext cx="344487" cy="929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positive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1436438" y="1651263"/>
              <a:ext cx="1234132" cy="7431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Exact mass = 371.1512880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1436438" y="1361972"/>
              <a:ext cx="582870" cy="887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Trazodone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581025" y="836612"/>
            <a:ext cx="6400800" cy="3657600"/>
            <a:chOff x="581025" y="836612"/>
            <a:chExt cx="6400800" cy="3657600"/>
          </a:xfrm>
        </p:grpSpPr>
        <p:sp>
          <p:nvSpPr>
            <p:cNvPr id="3" name="rc3"/>
            <p:cNvSpPr/>
            <p:nvPr/>
          </p:nvSpPr>
          <p:spPr>
            <a:xfrm>
              <a:off x="581025" y="836612"/>
              <a:ext cx="64008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581025" y="836612"/>
              <a:ext cx="6400800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79238" y="1360827"/>
              <a:ext cx="4637815" cy="279736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979238" y="3787157"/>
              <a:ext cx="4637815" cy="0"/>
            </a:xfrm>
            <a:custGeom>
              <a:avLst/>
              <a:gdLst/>
              <a:ahLst/>
              <a:cxnLst/>
              <a:rect l="0" t="0" r="0" b="0"/>
              <a:pathLst>
                <a:path w="4637815">
                  <a:moveTo>
                    <a:pt x="0" y="0"/>
                  </a:moveTo>
                  <a:lnTo>
                    <a:pt x="4637815" y="0"/>
                  </a:lnTo>
                  <a:lnTo>
                    <a:pt x="46378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979238" y="3107480"/>
              <a:ext cx="4637815" cy="0"/>
            </a:xfrm>
            <a:custGeom>
              <a:avLst/>
              <a:gdLst/>
              <a:ahLst/>
              <a:cxnLst/>
              <a:rect l="0" t="0" r="0" b="0"/>
              <a:pathLst>
                <a:path w="4637815">
                  <a:moveTo>
                    <a:pt x="0" y="0"/>
                  </a:moveTo>
                  <a:lnTo>
                    <a:pt x="4637815" y="0"/>
                  </a:lnTo>
                  <a:lnTo>
                    <a:pt x="46378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979238" y="2427804"/>
              <a:ext cx="4637815" cy="0"/>
            </a:xfrm>
            <a:custGeom>
              <a:avLst/>
              <a:gdLst/>
              <a:ahLst/>
              <a:cxnLst/>
              <a:rect l="0" t="0" r="0" b="0"/>
              <a:pathLst>
                <a:path w="4637815">
                  <a:moveTo>
                    <a:pt x="0" y="0"/>
                  </a:moveTo>
                  <a:lnTo>
                    <a:pt x="4637815" y="0"/>
                  </a:lnTo>
                  <a:lnTo>
                    <a:pt x="46378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979238" y="1748127"/>
              <a:ext cx="4637815" cy="0"/>
            </a:xfrm>
            <a:custGeom>
              <a:avLst/>
              <a:gdLst/>
              <a:ahLst/>
              <a:cxnLst/>
              <a:rect l="0" t="0" r="0" b="0"/>
              <a:pathLst>
                <a:path w="4637815">
                  <a:moveTo>
                    <a:pt x="0" y="0"/>
                  </a:moveTo>
                  <a:lnTo>
                    <a:pt x="4637815" y="0"/>
                  </a:lnTo>
                  <a:lnTo>
                    <a:pt x="46378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1752207" y="1360827"/>
              <a:ext cx="0" cy="2797361"/>
            </a:xfrm>
            <a:custGeom>
              <a:avLst/>
              <a:gdLst/>
              <a:ahLst/>
              <a:cxnLst/>
              <a:rect l="0" t="0" r="0" b="0"/>
              <a:pathLst>
                <a:path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2876526" y="1360827"/>
              <a:ext cx="0" cy="2797361"/>
            </a:xfrm>
            <a:custGeom>
              <a:avLst/>
              <a:gdLst/>
              <a:ahLst/>
              <a:cxnLst/>
              <a:rect l="0" t="0" r="0" b="0"/>
              <a:pathLst>
                <a:path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4000845" y="1360827"/>
              <a:ext cx="0" cy="2797361"/>
            </a:xfrm>
            <a:custGeom>
              <a:avLst/>
              <a:gdLst/>
              <a:ahLst/>
              <a:cxnLst/>
              <a:rect l="0" t="0" r="0" b="0"/>
              <a:pathLst>
                <a:path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5125164" y="1360827"/>
              <a:ext cx="0" cy="2797361"/>
            </a:xfrm>
            <a:custGeom>
              <a:avLst/>
              <a:gdLst/>
              <a:ahLst/>
              <a:cxnLst/>
              <a:rect l="0" t="0" r="0" b="0"/>
              <a:pathLst>
                <a:path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979238" y="4126995"/>
              <a:ext cx="4637815" cy="0"/>
            </a:xfrm>
            <a:custGeom>
              <a:avLst/>
              <a:gdLst/>
              <a:ahLst/>
              <a:cxnLst/>
              <a:rect l="0" t="0" r="0" b="0"/>
              <a:pathLst>
                <a:path w="4637815">
                  <a:moveTo>
                    <a:pt x="0" y="0"/>
                  </a:moveTo>
                  <a:lnTo>
                    <a:pt x="4637815" y="0"/>
                  </a:lnTo>
                  <a:lnTo>
                    <a:pt x="46378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979238" y="3447318"/>
              <a:ext cx="4637815" cy="0"/>
            </a:xfrm>
            <a:custGeom>
              <a:avLst/>
              <a:gdLst/>
              <a:ahLst/>
              <a:cxnLst/>
              <a:rect l="0" t="0" r="0" b="0"/>
              <a:pathLst>
                <a:path w="4637815">
                  <a:moveTo>
                    <a:pt x="0" y="0"/>
                  </a:moveTo>
                  <a:lnTo>
                    <a:pt x="4637815" y="0"/>
                  </a:lnTo>
                  <a:lnTo>
                    <a:pt x="46378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979238" y="2767642"/>
              <a:ext cx="4637815" cy="0"/>
            </a:xfrm>
            <a:custGeom>
              <a:avLst/>
              <a:gdLst/>
              <a:ahLst/>
              <a:cxnLst/>
              <a:rect l="0" t="0" r="0" b="0"/>
              <a:pathLst>
                <a:path w="4637815">
                  <a:moveTo>
                    <a:pt x="0" y="0"/>
                  </a:moveTo>
                  <a:lnTo>
                    <a:pt x="4637815" y="0"/>
                  </a:lnTo>
                  <a:lnTo>
                    <a:pt x="46378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979238" y="2087966"/>
              <a:ext cx="4637815" cy="0"/>
            </a:xfrm>
            <a:custGeom>
              <a:avLst/>
              <a:gdLst/>
              <a:ahLst/>
              <a:cxnLst/>
              <a:rect l="0" t="0" r="0" b="0"/>
              <a:pathLst>
                <a:path w="4637815">
                  <a:moveTo>
                    <a:pt x="0" y="0"/>
                  </a:moveTo>
                  <a:lnTo>
                    <a:pt x="4637815" y="0"/>
                  </a:lnTo>
                  <a:lnTo>
                    <a:pt x="46378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979238" y="1408289"/>
              <a:ext cx="4637815" cy="0"/>
            </a:xfrm>
            <a:custGeom>
              <a:avLst/>
              <a:gdLst/>
              <a:ahLst/>
              <a:cxnLst/>
              <a:rect l="0" t="0" r="0" b="0"/>
              <a:pathLst>
                <a:path w="4637815">
                  <a:moveTo>
                    <a:pt x="0" y="0"/>
                  </a:moveTo>
                  <a:lnTo>
                    <a:pt x="4637815" y="0"/>
                  </a:lnTo>
                  <a:lnTo>
                    <a:pt x="46378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l19"/>
            <p:cNvSpPr/>
            <p:nvPr/>
          </p:nvSpPr>
          <p:spPr>
            <a:xfrm>
              <a:off x="1190048" y="1360827"/>
              <a:ext cx="0" cy="2797361"/>
            </a:xfrm>
            <a:custGeom>
              <a:avLst/>
              <a:gdLst/>
              <a:ahLst/>
              <a:cxnLst/>
              <a:rect l="0" t="0" r="0" b="0"/>
              <a:pathLst>
                <a:path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l20"/>
            <p:cNvSpPr/>
            <p:nvPr/>
          </p:nvSpPr>
          <p:spPr>
            <a:xfrm>
              <a:off x="2314366" y="1360827"/>
              <a:ext cx="0" cy="2797361"/>
            </a:xfrm>
            <a:custGeom>
              <a:avLst/>
              <a:gdLst/>
              <a:ahLst/>
              <a:cxnLst/>
              <a:rect l="0" t="0" r="0" b="0"/>
              <a:pathLst>
                <a:path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l21"/>
            <p:cNvSpPr/>
            <p:nvPr/>
          </p:nvSpPr>
          <p:spPr>
            <a:xfrm>
              <a:off x="3438685" y="1360827"/>
              <a:ext cx="0" cy="2797361"/>
            </a:xfrm>
            <a:custGeom>
              <a:avLst/>
              <a:gdLst/>
              <a:ahLst/>
              <a:cxnLst/>
              <a:rect l="0" t="0" r="0" b="0"/>
              <a:pathLst>
                <a:path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l22"/>
            <p:cNvSpPr/>
            <p:nvPr/>
          </p:nvSpPr>
          <p:spPr>
            <a:xfrm>
              <a:off x="4563004" y="1360827"/>
              <a:ext cx="0" cy="2797361"/>
            </a:xfrm>
            <a:custGeom>
              <a:avLst/>
              <a:gdLst/>
              <a:ahLst/>
              <a:cxnLst/>
              <a:rect l="0" t="0" r="0" b="0"/>
              <a:pathLst>
                <a:path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1283210" y="3958783"/>
              <a:ext cx="144506" cy="144506"/>
            </a:xfrm>
            <a:prstGeom prst="ellipse">
              <a:avLst/>
            </a:prstGeom>
            <a:solidFill>
              <a:srgbClr val="C49A00">
                <a:alpha val="29803"/>
              </a:srgbClr>
            </a:solidFill>
            <a:ln w="9000" cap="rnd">
              <a:solidFill>
                <a:srgbClr val="C49A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1327390" y="1714506"/>
              <a:ext cx="144506" cy="144506"/>
            </a:xfrm>
            <a:prstGeom prst="ellipse">
              <a:avLst/>
            </a:prstGeom>
            <a:solidFill>
              <a:srgbClr val="A58AFF">
                <a:alpha val="29803"/>
              </a:srgbClr>
            </a:solidFill>
            <a:ln w="9000" cap="rnd">
              <a:solidFill>
                <a:srgbClr val="A58AFF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1360726" y="1700882"/>
              <a:ext cx="144506" cy="144506"/>
            </a:xfrm>
            <a:prstGeom prst="ellipse">
              <a:avLst/>
            </a:prstGeom>
            <a:solidFill>
              <a:srgbClr val="53B400">
                <a:alpha val="29803"/>
              </a:srgbClr>
            </a:solidFill>
            <a:ln w="9000" cap="rnd">
              <a:solidFill>
                <a:srgbClr val="53B4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1360726" y="1700882"/>
              <a:ext cx="144506" cy="144506"/>
            </a:xfrm>
            <a:prstGeom prst="ellipse">
              <a:avLst/>
            </a:prstGeom>
            <a:solidFill>
              <a:srgbClr val="00C094">
                <a:alpha val="29803"/>
              </a:srgbClr>
            </a:solidFill>
            <a:ln w="9000" cap="rnd">
              <a:solidFill>
                <a:srgbClr val="00C094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1360726" y="1687350"/>
              <a:ext cx="144506" cy="144506"/>
            </a:xfrm>
            <a:prstGeom prst="ellipse">
              <a:avLst/>
            </a:prstGeom>
            <a:solidFill>
              <a:srgbClr val="00B6EB">
                <a:alpha val="29803"/>
              </a:srgbClr>
            </a:solidFill>
            <a:ln w="9000" cap="rnd">
              <a:solidFill>
                <a:srgbClr val="00B6EB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1327390" y="1673740"/>
              <a:ext cx="144506" cy="144506"/>
            </a:xfrm>
            <a:prstGeom prst="ellipse">
              <a:avLst/>
            </a:prstGeom>
            <a:solidFill>
              <a:srgbClr val="F8766D">
                <a:alpha val="29803"/>
              </a:srgbClr>
            </a:solidFill>
            <a:ln w="9000" cap="rnd">
              <a:solidFill>
                <a:srgbClr val="F8766D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1330932" y="1415727"/>
              <a:ext cx="144506" cy="144506"/>
            </a:xfrm>
            <a:prstGeom prst="ellipse">
              <a:avLst/>
            </a:prstGeom>
            <a:solidFill>
              <a:srgbClr val="FB61D7">
                <a:alpha val="29803"/>
              </a:srgbClr>
            </a:solidFill>
            <a:ln w="9000" cap="rnd">
              <a:solidFill>
                <a:srgbClr val="FB61D7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l30"/>
            <p:cNvSpPr/>
            <p:nvPr/>
          </p:nvSpPr>
          <p:spPr>
            <a:xfrm>
              <a:off x="1345594" y="1797330"/>
              <a:ext cx="48644" cy="95147"/>
            </a:xfrm>
            <a:custGeom>
              <a:avLst/>
              <a:gdLst/>
              <a:ahLst/>
              <a:cxnLst/>
              <a:rect l="0" t="0" r="0" b="0"/>
              <a:pathLst>
                <a:path w="48644" h="95147">
                  <a:moveTo>
                    <a:pt x="0" y="95147"/>
                  </a:moveTo>
                  <a:lnTo>
                    <a:pt x="48644" y="0"/>
                  </a:lnTo>
                </a:path>
              </a:pathLst>
            </a:custGeom>
            <a:ln w="13550" cap="rnd">
              <a:solidFill>
                <a:srgbClr val="A58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445271" y="1781345"/>
              <a:ext cx="292723" cy="195512"/>
            </a:xfrm>
            <a:custGeom>
              <a:avLst/>
              <a:gdLst/>
              <a:ahLst/>
              <a:cxnLst/>
              <a:rect l="0" t="0" r="0" b="0"/>
              <a:pathLst>
                <a:path w="292723" h="195512">
                  <a:moveTo>
                    <a:pt x="292723" y="19551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53B4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441674" y="1782875"/>
              <a:ext cx="514147" cy="575911"/>
            </a:xfrm>
            <a:custGeom>
              <a:avLst/>
              <a:gdLst/>
              <a:ahLst/>
              <a:cxnLst/>
              <a:rect l="0" t="0" r="0" b="0"/>
              <a:pathLst>
                <a:path w="514147" h="575911">
                  <a:moveTo>
                    <a:pt x="514147" y="575911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C0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448788" y="1765210"/>
              <a:ext cx="940819" cy="333681"/>
            </a:xfrm>
            <a:custGeom>
              <a:avLst/>
              <a:gdLst/>
              <a:ahLst/>
              <a:cxnLst/>
              <a:rect l="0" t="0" r="0" b="0"/>
              <a:pathLst>
                <a:path w="940819" h="333681">
                  <a:moveTo>
                    <a:pt x="940819" y="333681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l34"/>
            <p:cNvSpPr/>
            <p:nvPr/>
          </p:nvSpPr>
          <p:spPr>
            <a:xfrm>
              <a:off x="1421128" y="1490267"/>
              <a:ext cx="962589" cy="122660"/>
            </a:xfrm>
            <a:custGeom>
              <a:avLst/>
              <a:gdLst/>
              <a:ahLst/>
              <a:cxnLst/>
              <a:rect l="0" t="0" r="0" b="0"/>
              <a:pathLst>
                <a:path w="962589" h="122660">
                  <a:moveTo>
                    <a:pt x="962589" y="122660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FB61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tx35"/>
            <p:cNvSpPr/>
            <p:nvPr/>
          </p:nvSpPr>
          <p:spPr>
            <a:xfrm>
              <a:off x="979238" y="3533852"/>
              <a:ext cx="789955" cy="7702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C49A00">
                      <a:alpha val="100000"/>
                    </a:srgbClr>
                  </a:solidFill>
                  <a:latin typeface="Arial"/>
                  <a:cs typeface="Arial"/>
                </a:rPr>
                <a:t>[13]C1[37]Cl1M+H+K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9238" y="3669804"/>
              <a:ext cx="552149" cy="6075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C49A00">
                      <a:alpha val="100000"/>
                    </a:srgbClr>
                  </a:solidFill>
                  <a:latin typeface="Arial"/>
                  <a:cs typeface="Arial"/>
                </a:rPr>
                <a:t>mz = 207.0591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9238" y="3789443"/>
              <a:ext cx="353463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C49A00">
                      <a:alpha val="100000"/>
                    </a:srgbClr>
                  </a:solidFill>
                  <a:latin typeface="Arial"/>
                  <a:cs typeface="Arial"/>
                </a:rPr>
                <a:t>rt = 29.43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9238" y="3909122"/>
              <a:ext cx="531452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C49A00">
                      <a:alpha val="100000"/>
                    </a:srgbClr>
                  </a:solidFill>
                  <a:latin typeface="Arial"/>
                  <a:cs typeface="Arial"/>
                </a:rPr>
                <a:t>int = 4.99e+03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66750" y="1915337"/>
              <a:ext cx="177786" cy="59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A58AFF">
                      <a:alpha val="100000"/>
                    </a:srgbClr>
                  </a:solidFill>
                  <a:latin typeface="Arial"/>
                  <a:cs typeface="Arial"/>
                </a:rPr>
                <a:t>M+H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66750" y="2033717"/>
              <a:ext cx="552149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A58AFF">
                      <a:alpha val="100000"/>
                    </a:srgbClr>
                  </a:solidFill>
                  <a:latin typeface="Arial"/>
                  <a:cs typeface="Arial"/>
                </a:rPr>
                <a:t>mz = 372.1581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66750" y="2153397"/>
              <a:ext cx="353463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A58AFF">
                      <a:alpha val="100000"/>
                    </a:srgbClr>
                  </a:solidFill>
                  <a:latin typeface="Arial"/>
                  <a:cs typeface="Arial"/>
                </a:rPr>
                <a:t>rt = 37.28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6750" y="2273076"/>
              <a:ext cx="531452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A58AFF">
                      <a:alpha val="100000"/>
                    </a:srgbClr>
                  </a:solidFill>
                  <a:latin typeface="Arial"/>
                  <a:cs typeface="Arial"/>
                </a:rPr>
                <a:t>int = 3.53e+07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760855" y="1853364"/>
              <a:ext cx="422654" cy="7702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53B400">
                      <a:alpha val="100000"/>
                    </a:srgbClr>
                  </a:solidFill>
                  <a:latin typeface="Arial"/>
                  <a:cs typeface="Arial"/>
                </a:rPr>
                <a:t>[13]C1M+H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60855" y="1989276"/>
              <a:ext cx="552149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53B400">
                      <a:alpha val="100000"/>
                    </a:srgbClr>
                  </a:solidFill>
                  <a:latin typeface="Arial"/>
                  <a:cs typeface="Arial"/>
                </a:rPr>
                <a:t>mz = 373.1603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760855" y="2108955"/>
              <a:ext cx="353463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53B400">
                      <a:alpha val="100000"/>
                    </a:srgbClr>
                  </a:solidFill>
                  <a:latin typeface="Arial"/>
                  <a:cs typeface="Arial"/>
                </a:rPr>
                <a:t>rt = 43.21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760855" y="2228634"/>
              <a:ext cx="531452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53B400">
                      <a:alpha val="100000"/>
                    </a:srgbClr>
                  </a:solidFill>
                  <a:latin typeface="Arial"/>
                  <a:cs typeface="Arial"/>
                </a:rPr>
                <a:t>int = 4.39e+06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710192" y="2364115"/>
              <a:ext cx="362634" cy="7702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C094">
                      <a:alpha val="100000"/>
                    </a:srgbClr>
                  </a:solidFill>
                  <a:latin typeface="Arial"/>
                  <a:cs typeface="Arial"/>
                </a:rPr>
                <a:t>[13]C2M+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710192" y="2500027"/>
              <a:ext cx="552149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C094">
                      <a:alpha val="100000"/>
                    </a:srgbClr>
                  </a:solidFill>
                  <a:latin typeface="Arial"/>
                  <a:cs typeface="Arial"/>
                </a:rPr>
                <a:t>mz = 373.1603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710192" y="2619706"/>
              <a:ext cx="353463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C094">
                      <a:alpha val="100000"/>
                    </a:srgbClr>
                  </a:solidFill>
                  <a:latin typeface="Arial"/>
                  <a:cs typeface="Arial"/>
                </a:rPr>
                <a:t>rt = 43.21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710192" y="2739385"/>
              <a:ext cx="531452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C094">
                      <a:alpha val="100000"/>
                    </a:srgbClr>
                  </a:solidFill>
                  <a:latin typeface="Arial"/>
                  <a:cs typeface="Arial"/>
                </a:rPr>
                <a:t>int = 4.39e+06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412467" y="1903361"/>
              <a:ext cx="441118" cy="7702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6EB">
                      <a:alpha val="100000"/>
                    </a:srgbClr>
                  </a:solidFill>
                  <a:latin typeface="Arial"/>
                  <a:cs typeface="Arial"/>
                </a:rPr>
                <a:t>[37]Cl1M+H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412467" y="2039273"/>
              <a:ext cx="552149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6EB">
                      <a:alpha val="100000"/>
                    </a:srgbClr>
                  </a:solidFill>
                  <a:latin typeface="Arial"/>
                  <a:cs typeface="Arial"/>
                </a:rPr>
                <a:t>mz = 374.1558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412467" y="2158952"/>
              <a:ext cx="353463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6EB">
                      <a:alpha val="100000"/>
                    </a:srgbClr>
                  </a:solidFill>
                  <a:latin typeface="Arial"/>
                  <a:cs typeface="Arial"/>
                </a:rPr>
                <a:t>rt = 43.21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2412467" y="2278672"/>
              <a:ext cx="531452" cy="6075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6EB">
                      <a:alpha val="100000"/>
                    </a:srgbClr>
                  </a:solidFill>
                  <a:latin typeface="Arial"/>
                  <a:cs typeface="Arial"/>
                </a:rPr>
                <a:t>int = 6.64e+06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979238" y="1389016"/>
              <a:ext cx="685986" cy="7702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8766D">
                      <a:alpha val="100000"/>
                    </a:srgbClr>
                  </a:solidFill>
                  <a:latin typeface="Arial"/>
                  <a:cs typeface="Arial"/>
                </a:rPr>
                <a:t>[13]C1[37]Cl1M+H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979238" y="1524928"/>
              <a:ext cx="552149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8766D">
                      <a:alpha val="100000"/>
                    </a:srgbClr>
                  </a:solidFill>
                  <a:latin typeface="Arial"/>
                  <a:cs typeface="Arial"/>
                </a:rPr>
                <a:t>mz = 375.1570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979238" y="1644607"/>
              <a:ext cx="353463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8766D">
                      <a:alpha val="100000"/>
                    </a:srgbClr>
                  </a:solidFill>
                  <a:latin typeface="Arial"/>
                  <a:cs typeface="Arial"/>
                </a:rPr>
                <a:t>rt = 37.28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979238" y="1764327"/>
              <a:ext cx="531452" cy="6075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8766D">
                      <a:alpha val="100000"/>
                    </a:srgbClr>
                  </a:solidFill>
                  <a:latin typeface="Arial"/>
                  <a:cs typeface="Arial"/>
                </a:rPr>
                <a:t>int = 1.48e+06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406577" y="1405573"/>
              <a:ext cx="224008" cy="6046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B61D7">
                      <a:alpha val="100000"/>
                    </a:srgbClr>
                  </a:solidFill>
                  <a:latin typeface="Arial"/>
                  <a:cs typeface="Arial"/>
                </a:rPr>
                <a:t>M+Na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406577" y="1524928"/>
              <a:ext cx="552149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B61D7">
                      <a:alpha val="100000"/>
                    </a:srgbClr>
                  </a:solidFill>
                  <a:latin typeface="Arial"/>
                  <a:cs typeface="Arial"/>
                </a:rPr>
                <a:t>mz = 394.1376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406577" y="1644607"/>
              <a:ext cx="353463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B61D7">
                      <a:alpha val="100000"/>
                    </a:srgbClr>
                  </a:solidFill>
                  <a:latin typeface="Arial"/>
                  <a:cs typeface="Arial"/>
                </a:rPr>
                <a:t>rt = 37.91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406577" y="1764286"/>
              <a:ext cx="531452" cy="607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B61D7">
                      <a:alpha val="100000"/>
                    </a:srgbClr>
                  </a:solidFill>
                  <a:latin typeface="Arial"/>
                  <a:cs typeface="Arial"/>
                </a:rPr>
                <a:t>int = 3.91e+04</a:t>
              </a:r>
            </a:p>
          </p:txBody>
        </p:sp>
        <p:sp>
          <p:nvSpPr>
            <p:cNvPr id="63" name="rc63"/>
            <p:cNvSpPr/>
            <p:nvPr/>
          </p:nvSpPr>
          <p:spPr>
            <a:xfrm>
              <a:off x="979238" y="1360827"/>
              <a:ext cx="4637815" cy="2797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tx64"/>
            <p:cNvSpPr/>
            <p:nvPr/>
          </p:nvSpPr>
          <p:spPr>
            <a:xfrm>
              <a:off x="780995" y="4096674"/>
              <a:ext cx="135612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80995" y="3416997"/>
              <a:ext cx="135612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80995" y="2737281"/>
              <a:ext cx="135612" cy="5945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80995" y="2057605"/>
              <a:ext cx="135612" cy="5945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80995" y="1377968"/>
              <a:ext cx="135612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400</a:t>
              </a:r>
            </a:p>
          </p:txBody>
        </p:sp>
        <p:sp>
          <p:nvSpPr>
            <p:cNvPr id="69" name="pl69"/>
            <p:cNvSpPr/>
            <p:nvPr/>
          </p:nvSpPr>
          <p:spPr>
            <a:xfrm>
              <a:off x="944443" y="412699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944443" y="344731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944443" y="276764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l72"/>
            <p:cNvSpPr/>
            <p:nvPr/>
          </p:nvSpPr>
          <p:spPr>
            <a:xfrm>
              <a:off x="944443" y="208796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l73"/>
            <p:cNvSpPr/>
            <p:nvPr/>
          </p:nvSpPr>
          <p:spPr>
            <a:xfrm>
              <a:off x="944443" y="140828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l74"/>
            <p:cNvSpPr/>
            <p:nvPr/>
          </p:nvSpPr>
          <p:spPr>
            <a:xfrm>
              <a:off x="1190048" y="415818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l75"/>
            <p:cNvSpPr/>
            <p:nvPr/>
          </p:nvSpPr>
          <p:spPr>
            <a:xfrm>
              <a:off x="2314366" y="415818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l76"/>
            <p:cNvSpPr/>
            <p:nvPr/>
          </p:nvSpPr>
          <p:spPr>
            <a:xfrm>
              <a:off x="3438685" y="415818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l77"/>
            <p:cNvSpPr/>
            <p:nvPr/>
          </p:nvSpPr>
          <p:spPr>
            <a:xfrm>
              <a:off x="4563004" y="415818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tx78"/>
            <p:cNvSpPr/>
            <p:nvPr/>
          </p:nvSpPr>
          <p:spPr>
            <a:xfrm>
              <a:off x="1167445" y="4219589"/>
              <a:ext cx="45204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246560" y="4219589"/>
              <a:ext cx="135612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370879" y="4219589"/>
              <a:ext cx="135612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495198" y="4219589"/>
              <a:ext cx="135612" cy="594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2970600" y="4327845"/>
              <a:ext cx="655091" cy="7391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Retention time</a:t>
              </a:r>
            </a:p>
          </p:txBody>
        </p:sp>
        <p:sp>
          <p:nvSpPr>
            <p:cNvPr id="83" name="tx83"/>
            <p:cNvSpPr/>
            <p:nvPr/>
          </p:nvSpPr>
          <p:spPr>
            <a:xfrm rot="-5400000">
              <a:off x="628686" y="2732570"/>
              <a:ext cx="135433" cy="5387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mz</a:t>
              </a:r>
            </a:p>
          </p:txBody>
        </p:sp>
        <p:sp>
          <p:nvSpPr>
            <p:cNvPr id="84" name="rc84"/>
            <p:cNvSpPr/>
            <p:nvPr/>
          </p:nvSpPr>
          <p:spPr>
            <a:xfrm>
              <a:off x="5756231" y="1843178"/>
              <a:ext cx="1156004" cy="18326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5" name="tx85"/>
            <p:cNvSpPr/>
            <p:nvPr/>
          </p:nvSpPr>
          <p:spPr>
            <a:xfrm>
              <a:off x="5825820" y="1927313"/>
              <a:ext cx="547737" cy="751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Adduct form</a:t>
              </a:r>
            </a:p>
          </p:txBody>
        </p:sp>
        <p:sp>
          <p:nvSpPr>
            <p:cNvPr id="86" name="rc86"/>
            <p:cNvSpPr/>
            <p:nvPr/>
          </p:nvSpPr>
          <p:spPr>
            <a:xfrm>
              <a:off x="5825820" y="207005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t87"/>
            <p:cNvSpPr/>
            <p:nvPr/>
          </p:nvSpPr>
          <p:spPr>
            <a:xfrm>
              <a:off x="5863295" y="2107532"/>
              <a:ext cx="144506" cy="144506"/>
            </a:xfrm>
            <a:prstGeom prst="ellipse">
              <a:avLst/>
            </a:prstGeom>
            <a:solidFill>
              <a:srgbClr val="F8766D">
                <a:alpha val="29803"/>
              </a:srgbClr>
            </a:solidFill>
            <a:ln w="9000" cap="rnd">
              <a:solidFill>
                <a:srgbClr val="F8766D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rc88"/>
            <p:cNvSpPr/>
            <p:nvPr/>
          </p:nvSpPr>
          <p:spPr>
            <a:xfrm>
              <a:off x="5825820" y="2289513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9" name="pt89"/>
            <p:cNvSpPr/>
            <p:nvPr/>
          </p:nvSpPr>
          <p:spPr>
            <a:xfrm>
              <a:off x="5863295" y="2326988"/>
              <a:ext cx="144506" cy="144506"/>
            </a:xfrm>
            <a:prstGeom prst="ellipse">
              <a:avLst/>
            </a:prstGeom>
            <a:solidFill>
              <a:srgbClr val="C49A00">
                <a:alpha val="29803"/>
              </a:srgbClr>
            </a:solidFill>
            <a:ln w="9000" cap="rnd">
              <a:solidFill>
                <a:srgbClr val="C49A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rc90"/>
            <p:cNvSpPr/>
            <p:nvPr/>
          </p:nvSpPr>
          <p:spPr>
            <a:xfrm>
              <a:off x="5825820" y="250896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1" name="pt91"/>
            <p:cNvSpPr/>
            <p:nvPr/>
          </p:nvSpPr>
          <p:spPr>
            <a:xfrm>
              <a:off x="5863295" y="2546444"/>
              <a:ext cx="144506" cy="144506"/>
            </a:xfrm>
            <a:prstGeom prst="ellipse">
              <a:avLst/>
            </a:prstGeom>
            <a:solidFill>
              <a:srgbClr val="53B400">
                <a:alpha val="29803"/>
              </a:srgbClr>
            </a:solidFill>
            <a:ln w="9000" cap="rnd">
              <a:solidFill>
                <a:srgbClr val="53B4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rc92"/>
            <p:cNvSpPr/>
            <p:nvPr/>
          </p:nvSpPr>
          <p:spPr>
            <a:xfrm>
              <a:off x="5825820" y="272842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3" name="pt93"/>
            <p:cNvSpPr/>
            <p:nvPr/>
          </p:nvSpPr>
          <p:spPr>
            <a:xfrm>
              <a:off x="5863295" y="2765900"/>
              <a:ext cx="144506" cy="144506"/>
            </a:xfrm>
            <a:prstGeom prst="ellipse">
              <a:avLst/>
            </a:prstGeom>
            <a:solidFill>
              <a:srgbClr val="00C094">
                <a:alpha val="29803"/>
              </a:srgbClr>
            </a:solidFill>
            <a:ln w="9000" cap="rnd">
              <a:solidFill>
                <a:srgbClr val="00C094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rc94"/>
            <p:cNvSpPr/>
            <p:nvPr/>
          </p:nvSpPr>
          <p:spPr>
            <a:xfrm>
              <a:off x="5825820" y="2947881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5" name="pt95"/>
            <p:cNvSpPr/>
            <p:nvPr/>
          </p:nvSpPr>
          <p:spPr>
            <a:xfrm>
              <a:off x="5863295" y="2985356"/>
              <a:ext cx="144506" cy="144506"/>
            </a:xfrm>
            <a:prstGeom prst="ellipse">
              <a:avLst/>
            </a:prstGeom>
            <a:solidFill>
              <a:srgbClr val="00B6EB">
                <a:alpha val="29803"/>
              </a:srgbClr>
            </a:solidFill>
            <a:ln w="9000" cap="rnd">
              <a:solidFill>
                <a:srgbClr val="00B6EB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rc96"/>
            <p:cNvSpPr/>
            <p:nvPr/>
          </p:nvSpPr>
          <p:spPr>
            <a:xfrm>
              <a:off x="5825820" y="316733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7" name="pt97"/>
            <p:cNvSpPr/>
            <p:nvPr/>
          </p:nvSpPr>
          <p:spPr>
            <a:xfrm>
              <a:off x="5863295" y="3204812"/>
              <a:ext cx="144506" cy="144506"/>
            </a:xfrm>
            <a:prstGeom prst="ellipse">
              <a:avLst/>
            </a:prstGeom>
            <a:solidFill>
              <a:srgbClr val="A58AFF">
                <a:alpha val="29803"/>
              </a:srgbClr>
            </a:solidFill>
            <a:ln w="9000" cap="rnd">
              <a:solidFill>
                <a:srgbClr val="A58AFF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rc98"/>
            <p:cNvSpPr/>
            <p:nvPr/>
          </p:nvSpPr>
          <p:spPr>
            <a:xfrm>
              <a:off x="5825820" y="338679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9" name="pt99"/>
            <p:cNvSpPr/>
            <p:nvPr/>
          </p:nvSpPr>
          <p:spPr>
            <a:xfrm>
              <a:off x="5863295" y="3424268"/>
              <a:ext cx="144506" cy="144506"/>
            </a:xfrm>
            <a:prstGeom prst="ellipse">
              <a:avLst/>
            </a:prstGeom>
            <a:solidFill>
              <a:srgbClr val="FB61D7">
                <a:alpha val="29803"/>
              </a:srgbClr>
            </a:solidFill>
            <a:ln w="9000" cap="rnd">
              <a:solidFill>
                <a:srgbClr val="FB61D7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tx100"/>
            <p:cNvSpPr/>
            <p:nvPr/>
          </p:nvSpPr>
          <p:spPr>
            <a:xfrm>
              <a:off x="6095886" y="2133549"/>
              <a:ext cx="670877" cy="7532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[13]C1[37]Cl1M+H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6095886" y="2353005"/>
              <a:ext cx="772556" cy="7532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[13]C1[37]Cl1M+H+K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6095886" y="2572461"/>
              <a:ext cx="413345" cy="7532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[13]C1M+H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6095886" y="2791917"/>
              <a:ext cx="354647" cy="7532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[13]C2M+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6095886" y="3011373"/>
              <a:ext cx="431403" cy="7532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[37]Cl1M+H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095886" y="3247974"/>
              <a:ext cx="173870" cy="5818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M+H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6095886" y="3466478"/>
              <a:ext cx="219075" cy="5913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M+Na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979238" y="1065732"/>
              <a:ext cx="344487" cy="929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positive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979238" y="1194063"/>
              <a:ext cx="1234132" cy="7431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Exact mass = 371.1512880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979238" y="904772"/>
              <a:ext cx="582870" cy="887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Trazodone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581025" y="836612"/>
            <a:ext cx="6400800" cy="3657600"/>
            <a:chOff x="581025" y="836612"/>
            <a:chExt cx="6400800" cy="3657600"/>
          </a:xfrm>
        </p:grpSpPr>
        <p:sp>
          <p:nvSpPr>
            <p:cNvPr id="3" name="rc3"/>
            <p:cNvSpPr/>
            <p:nvPr/>
          </p:nvSpPr>
          <p:spPr>
            <a:xfrm>
              <a:off x="581025" y="836612"/>
              <a:ext cx="64008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581025" y="836612"/>
              <a:ext cx="6400800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9238" y="1360827"/>
              <a:ext cx="5003575" cy="279736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238" y="3451564"/>
              <a:ext cx="5003575" cy="0"/>
            </a:xfrm>
            <a:custGeom>
              <a:avLst/>
              <a:pathLst>
                <a:path w="5003575" h="0">
                  <a:moveTo>
                    <a:pt x="0" y="0"/>
                  </a:moveTo>
                  <a:lnTo>
                    <a:pt x="5003575" y="0"/>
                  </a:lnTo>
                  <a:lnTo>
                    <a:pt x="500357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238" y="2604172"/>
              <a:ext cx="5003575" cy="0"/>
            </a:xfrm>
            <a:custGeom>
              <a:avLst/>
              <a:pathLst>
                <a:path w="5003575" h="0">
                  <a:moveTo>
                    <a:pt x="0" y="0"/>
                  </a:moveTo>
                  <a:lnTo>
                    <a:pt x="5003575" y="0"/>
                  </a:lnTo>
                  <a:lnTo>
                    <a:pt x="500357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238" y="1756780"/>
              <a:ext cx="5003575" cy="0"/>
            </a:xfrm>
            <a:custGeom>
              <a:avLst/>
              <a:pathLst>
                <a:path w="5003575" h="0">
                  <a:moveTo>
                    <a:pt x="0" y="0"/>
                  </a:moveTo>
                  <a:lnTo>
                    <a:pt x="5003575" y="0"/>
                  </a:lnTo>
                  <a:lnTo>
                    <a:pt x="500357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75261" y="1360827"/>
              <a:ext cx="0" cy="2797361"/>
            </a:xfrm>
            <a:custGeom>
              <a:avLst/>
              <a:pathLst>
                <a:path w="0"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12437" y="1360827"/>
              <a:ext cx="0" cy="2797361"/>
            </a:xfrm>
            <a:custGeom>
              <a:avLst/>
              <a:pathLst>
                <a:path w="0"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49614" y="1360827"/>
              <a:ext cx="0" cy="2797361"/>
            </a:xfrm>
            <a:custGeom>
              <a:avLst/>
              <a:pathLst>
                <a:path w="0"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86790" y="1360827"/>
              <a:ext cx="0" cy="2797361"/>
            </a:xfrm>
            <a:custGeom>
              <a:avLst/>
              <a:pathLst>
                <a:path w="0"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238" y="3875260"/>
              <a:ext cx="5003575" cy="0"/>
            </a:xfrm>
            <a:custGeom>
              <a:avLst/>
              <a:pathLst>
                <a:path w="5003575" h="0">
                  <a:moveTo>
                    <a:pt x="0" y="0"/>
                  </a:moveTo>
                  <a:lnTo>
                    <a:pt x="5003575" y="0"/>
                  </a:lnTo>
                  <a:lnTo>
                    <a:pt x="500357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238" y="3027868"/>
              <a:ext cx="5003575" cy="0"/>
            </a:xfrm>
            <a:custGeom>
              <a:avLst/>
              <a:pathLst>
                <a:path w="5003575" h="0">
                  <a:moveTo>
                    <a:pt x="0" y="0"/>
                  </a:moveTo>
                  <a:lnTo>
                    <a:pt x="5003575" y="0"/>
                  </a:lnTo>
                  <a:lnTo>
                    <a:pt x="500357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238" y="2180476"/>
              <a:ext cx="5003575" cy="0"/>
            </a:xfrm>
            <a:custGeom>
              <a:avLst/>
              <a:pathLst>
                <a:path w="5003575" h="0">
                  <a:moveTo>
                    <a:pt x="0" y="0"/>
                  </a:moveTo>
                  <a:lnTo>
                    <a:pt x="5003575" y="0"/>
                  </a:lnTo>
                  <a:lnTo>
                    <a:pt x="500357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06673" y="1360827"/>
              <a:ext cx="0" cy="2797361"/>
            </a:xfrm>
            <a:custGeom>
              <a:avLst/>
              <a:pathLst>
                <a:path w="0"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43849" y="1360827"/>
              <a:ext cx="0" cy="2797361"/>
            </a:xfrm>
            <a:custGeom>
              <a:avLst/>
              <a:pathLst>
                <a:path w="0"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81025" y="1360827"/>
              <a:ext cx="0" cy="2797361"/>
            </a:xfrm>
            <a:custGeom>
              <a:avLst/>
              <a:pathLst>
                <a:path w="0"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18202" y="1360827"/>
              <a:ext cx="0" cy="2797361"/>
            </a:xfrm>
            <a:custGeom>
              <a:avLst/>
              <a:pathLst>
                <a:path w="0"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755378" y="1360827"/>
              <a:ext cx="0" cy="2797361"/>
            </a:xfrm>
            <a:custGeom>
              <a:avLst/>
              <a:pathLst>
                <a:path w="0"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788420" y="3958783"/>
              <a:ext cx="144506" cy="144506"/>
            </a:xfrm>
            <a:prstGeom prst="ellipse">
              <a:avLst/>
            </a:prstGeom>
            <a:solidFill>
              <a:srgbClr val="00B6EB">
                <a:alpha val="29803"/>
              </a:srgbClr>
            </a:solidFill>
            <a:ln w="9000" cap="rnd">
              <a:solidFill>
                <a:srgbClr val="00B6EB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788420" y="3916267"/>
              <a:ext cx="144506" cy="144506"/>
            </a:xfrm>
            <a:prstGeom prst="ellipse">
              <a:avLst/>
            </a:prstGeom>
            <a:solidFill>
              <a:srgbClr val="00C094">
                <a:alpha val="29803"/>
              </a:srgbClr>
            </a:solidFill>
            <a:ln w="9000" cap="rnd">
              <a:solidFill>
                <a:srgbClr val="00C094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788420" y="3916267"/>
              <a:ext cx="144506" cy="144506"/>
            </a:xfrm>
            <a:prstGeom prst="ellipse">
              <a:avLst/>
            </a:prstGeom>
            <a:solidFill>
              <a:srgbClr val="C49A00">
                <a:alpha val="29803"/>
              </a:srgbClr>
            </a:solidFill>
            <a:ln w="9000" cap="rnd">
              <a:solidFill>
                <a:srgbClr val="C49A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54305" y="3873772"/>
              <a:ext cx="144506" cy="144506"/>
            </a:xfrm>
            <a:prstGeom prst="ellipse">
              <a:avLst/>
            </a:prstGeom>
            <a:solidFill>
              <a:srgbClr val="F8766D">
                <a:alpha val="29803"/>
              </a:srgbClr>
            </a:solidFill>
            <a:ln w="9000" cap="rnd">
              <a:solidFill>
                <a:srgbClr val="F8766D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54305" y="3873772"/>
              <a:ext cx="144506" cy="144506"/>
            </a:xfrm>
            <a:prstGeom prst="ellipse">
              <a:avLst/>
            </a:prstGeom>
            <a:solidFill>
              <a:srgbClr val="53B400">
                <a:alpha val="29803"/>
              </a:srgbClr>
            </a:solidFill>
            <a:ln w="9000" cap="rnd">
              <a:solidFill>
                <a:srgbClr val="53B4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54305" y="2434474"/>
              <a:ext cx="144506" cy="144506"/>
            </a:xfrm>
            <a:prstGeom prst="ellipse">
              <a:avLst/>
            </a:prstGeom>
            <a:solidFill>
              <a:srgbClr val="A58AFF">
                <a:alpha val="29803"/>
              </a:srgbClr>
            </a:solidFill>
            <a:ln w="9000" cap="rnd">
              <a:solidFill>
                <a:srgbClr val="A58AFF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88420" y="1415727"/>
              <a:ext cx="144506" cy="144506"/>
            </a:xfrm>
            <a:prstGeom prst="ellipse">
              <a:avLst/>
            </a:prstGeom>
            <a:solidFill>
              <a:srgbClr val="FB61D7">
                <a:alpha val="29803"/>
              </a:srgbClr>
            </a:solidFill>
            <a:ln w="9000" cap="rnd">
              <a:solidFill>
                <a:srgbClr val="FB61D7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728301" y="3966810"/>
              <a:ext cx="118276" cy="57386"/>
            </a:xfrm>
            <a:custGeom>
              <a:avLst/>
              <a:pathLst>
                <a:path w="118276" h="57386">
                  <a:moveTo>
                    <a:pt x="0" y="0"/>
                  </a:moveTo>
                  <a:lnTo>
                    <a:pt x="118276" y="57386"/>
                  </a:lnTo>
                </a:path>
              </a:pathLst>
            </a:custGeom>
            <a:ln w="13550" cap="rnd">
              <a:solidFill>
                <a:srgbClr val="00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879170" y="3903979"/>
              <a:ext cx="1105886" cy="83149"/>
            </a:xfrm>
            <a:custGeom>
              <a:avLst/>
              <a:pathLst>
                <a:path w="1105886" h="83149">
                  <a:moveTo>
                    <a:pt x="1105886" y="0"/>
                  </a:moveTo>
                  <a:lnTo>
                    <a:pt x="0" y="83149"/>
                  </a:lnTo>
                </a:path>
              </a:pathLst>
            </a:custGeom>
            <a:ln w="13550" cap="rnd">
              <a:solidFill>
                <a:srgbClr val="00C0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878073" y="3909889"/>
              <a:ext cx="345072" cy="74856"/>
            </a:xfrm>
            <a:custGeom>
              <a:avLst/>
              <a:pathLst>
                <a:path w="345072" h="74856">
                  <a:moveTo>
                    <a:pt x="345072" y="0"/>
                  </a:moveTo>
                  <a:lnTo>
                    <a:pt x="0" y="74856"/>
                  </a:lnTo>
                </a:path>
              </a:pathLst>
            </a:custGeom>
            <a:ln w="13550" cap="rnd">
              <a:solidFill>
                <a:srgbClr val="C49A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51391" y="3725534"/>
              <a:ext cx="758532" cy="215759"/>
            </a:xfrm>
            <a:custGeom>
              <a:avLst/>
              <a:pathLst>
                <a:path w="758532" h="215759">
                  <a:moveTo>
                    <a:pt x="0" y="0"/>
                  </a:moveTo>
                  <a:lnTo>
                    <a:pt x="758532" y="215759"/>
                  </a:lnTo>
                </a:path>
              </a:pathLst>
            </a:custGeom>
            <a:ln w="1355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413329" y="3421165"/>
              <a:ext cx="405709" cy="515310"/>
            </a:xfrm>
            <a:custGeom>
              <a:avLst/>
              <a:pathLst>
                <a:path w="405709" h="515310">
                  <a:moveTo>
                    <a:pt x="0" y="0"/>
                  </a:moveTo>
                  <a:lnTo>
                    <a:pt x="405709" y="515310"/>
                  </a:lnTo>
                </a:path>
              </a:pathLst>
            </a:custGeom>
            <a:ln w="13550" cap="rnd">
              <a:solidFill>
                <a:srgbClr val="53B4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2153291" y="3692499"/>
              <a:ext cx="156927" cy="59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6EB">
                      <a:alpha val="100000"/>
                    </a:srgbClr>
                  </a:solidFill>
                  <a:latin typeface="Arial"/>
                  <a:cs typeface="Arial"/>
                </a:rPr>
                <a:t>M-H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153291" y="3810879"/>
              <a:ext cx="552149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6EB">
                      <a:alpha val="100000"/>
                    </a:srgbClr>
                  </a:solidFill>
                  <a:latin typeface="Arial"/>
                  <a:cs typeface="Arial"/>
                </a:rPr>
                <a:t>mz = 616.3234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3291" y="3930558"/>
              <a:ext cx="353463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6EB">
                      <a:alpha val="100000"/>
                    </a:srgbClr>
                  </a:solidFill>
                  <a:latin typeface="Arial"/>
                  <a:cs typeface="Arial"/>
                </a:rPr>
                <a:t>rt = 36.36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153291" y="4050237"/>
              <a:ext cx="531452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6EB">
                      <a:alpha val="100000"/>
                    </a:srgbClr>
                  </a:solidFill>
                  <a:latin typeface="Arial"/>
                  <a:cs typeface="Arial"/>
                </a:rPr>
                <a:t>int = 3.32e+06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007917" y="3693940"/>
              <a:ext cx="96908" cy="59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C094">
                      <a:alpha val="100000"/>
                    </a:srgbClr>
                  </a:solidFill>
                  <a:latin typeface="Arial"/>
                  <a:cs typeface="Arial"/>
                </a:rPr>
                <a:t>M-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007917" y="3812320"/>
              <a:ext cx="552149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C094">
                      <a:alpha val="100000"/>
                    </a:srgbClr>
                  </a:solidFill>
                  <a:latin typeface="Arial"/>
                  <a:cs typeface="Arial"/>
                </a:rPr>
                <a:t>mz = 617.3269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4007917" y="3931999"/>
              <a:ext cx="353463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C094">
                      <a:alpha val="100000"/>
                    </a:srgbClr>
                  </a:solidFill>
                  <a:latin typeface="Arial"/>
                  <a:cs typeface="Arial"/>
                </a:rPr>
                <a:t>rt = 36.36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007917" y="4051719"/>
              <a:ext cx="485230" cy="6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C094">
                      <a:alpha val="100000"/>
                    </a:srgbClr>
                  </a:solidFill>
                  <a:latin typeface="Arial"/>
                  <a:cs typeface="Arial"/>
                </a:rPr>
                <a:t>int = 9.8e+05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246005" y="3676408"/>
              <a:ext cx="401795" cy="77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C49A00">
                      <a:alpha val="100000"/>
                    </a:srgbClr>
                  </a:solidFill>
                  <a:latin typeface="Arial"/>
                  <a:cs typeface="Arial"/>
                </a:rPr>
                <a:t>[13]C1M-H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3246005" y="3812320"/>
              <a:ext cx="552149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C49A00">
                      <a:alpha val="100000"/>
                    </a:srgbClr>
                  </a:solidFill>
                  <a:latin typeface="Arial"/>
                  <a:cs typeface="Arial"/>
                </a:rPr>
                <a:t>mz = 617.3269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46005" y="3931999"/>
              <a:ext cx="353463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C49A00">
                      <a:alpha val="100000"/>
                    </a:srgbClr>
                  </a:solidFill>
                  <a:latin typeface="Arial"/>
                  <a:cs typeface="Arial"/>
                </a:rPr>
                <a:t>rt = 36.36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246005" y="4051719"/>
              <a:ext cx="485230" cy="6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C49A00">
                      <a:alpha val="100000"/>
                    </a:srgbClr>
                  </a:solidFill>
                  <a:latin typeface="Arial"/>
                  <a:cs typeface="Arial"/>
                </a:rPr>
                <a:t>int = 9.8e+05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476382" y="3467547"/>
              <a:ext cx="341775" cy="77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8766D">
                      <a:alpha val="100000"/>
                    </a:srgbClr>
                  </a:solidFill>
                  <a:latin typeface="Arial"/>
                  <a:cs typeface="Arial"/>
                </a:rPr>
                <a:t>[13]C1M-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476382" y="3603459"/>
              <a:ext cx="552149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8766D">
                      <a:alpha val="100000"/>
                    </a:srgbClr>
                  </a:solidFill>
                  <a:latin typeface="Arial"/>
                  <a:cs typeface="Arial"/>
                </a:rPr>
                <a:t>mz = 618.3298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476382" y="3723138"/>
              <a:ext cx="353463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8766D">
                      <a:alpha val="100000"/>
                    </a:srgbClr>
                  </a:solidFill>
                  <a:latin typeface="Arial"/>
                  <a:cs typeface="Arial"/>
                </a:rPr>
                <a:t>rt = 35.61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476382" y="3842858"/>
              <a:ext cx="531452" cy="6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8766D">
                      <a:alpha val="100000"/>
                    </a:srgbClr>
                  </a:solidFill>
                  <a:latin typeface="Arial"/>
                  <a:cs typeface="Arial"/>
                </a:rPr>
                <a:t>int = 2.25e+05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112155" y="2962244"/>
              <a:ext cx="401795" cy="77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53B400">
                      <a:alpha val="100000"/>
                    </a:srgbClr>
                  </a:solidFill>
                  <a:latin typeface="Arial"/>
                  <a:cs typeface="Arial"/>
                </a:rPr>
                <a:t>[13]C2M-H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112155" y="3098156"/>
              <a:ext cx="552149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53B400">
                      <a:alpha val="100000"/>
                    </a:srgbClr>
                  </a:solidFill>
                  <a:latin typeface="Arial"/>
                  <a:cs typeface="Arial"/>
                </a:rPr>
                <a:t>mz = 618.3298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112155" y="3217835"/>
              <a:ext cx="353463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53B400">
                      <a:alpha val="100000"/>
                    </a:srgbClr>
                  </a:solidFill>
                  <a:latin typeface="Arial"/>
                  <a:cs typeface="Arial"/>
                </a:rPr>
                <a:t>rt = 35.61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112155" y="3337554"/>
              <a:ext cx="531452" cy="6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53B400">
                      <a:alpha val="100000"/>
                    </a:srgbClr>
                  </a:solidFill>
                  <a:latin typeface="Arial"/>
                  <a:cs typeface="Arial"/>
                </a:rPr>
                <a:t>int = 2.25e+05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166809" y="2300805"/>
              <a:ext cx="196251" cy="615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A58AFF">
                      <a:alpha val="100000"/>
                    </a:srgbClr>
                  </a:solidFill>
                  <a:latin typeface="Arial"/>
                  <a:cs typeface="Arial"/>
                </a:rPr>
                <a:t>M+Cl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2166809" y="2421255"/>
              <a:ext cx="552149" cy="6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A58AFF">
                      <a:alpha val="100000"/>
                    </a:srgbClr>
                  </a:solidFill>
                  <a:latin typeface="Arial"/>
                  <a:cs typeface="Arial"/>
                </a:rPr>
                <a:t>mz = 652.2999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2166809" y="2540894"/>
              <a:ext cx="353463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A58AFF">
                      <a:alpha val="100000"/>
                    </a:srgbClr>
                  </a:solidFill>
                  <a:latin typeface="Arial"/>
                  <a:cs typeface="Arial"/>
                </a:rPr>
                <a:t>rt = 35.61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166809" y="2660573"/>
              <a:ext cx="531452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A58AFF">
                      <a:alpha val="100000"/>
                    </a:srgbClr>
                  </a:solidFill>
                  <a:latin typeface="Arial"/>
                  <a:cs typeface="Arial"/>
                </a:rPr>
                <a:t>int = 5.38e+05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389852" y="1540811"/>
              <a:ext cx="353260" cy="604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B61D7">
                      <a:alpha val="100000"/>
                    </a:srgbClr>
                  </a:solidFill>
                  <a:latin typeface="Arial"/>
                  <a:cs typeface="Arial"/>
                </a:rPr>
                <a:t>M+Hac-H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2389852" y="1660165"/>
              <a:ext cx="552149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B61D7">
                      <a:alpha val="100000"/>
                    </a:srgbClr>
                  </a:solidFill>
                  <a:latin typeface="Arial"/>
                  <a:cs typeface="Arial"/>
                </a:rPr>
                <a:t>mz = 676.3442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389852" y="1779844"/>
              <a:ext cx="353463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B61D7">
                      <a:alpha val="100000"/>
                    </a:srgbClr>
                  </a:solidFill>
                  <a:latin typeface="Arial"/>
                  <a:cs typeface="Arial"/>
                </a:rPr>
                <a:t>rt = 36.36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389852" y="1899524"/>
              <a:ext cx="531452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B61D7">
                      <a:alpha val="100000"/>
                    </a:srgbClr>
                  </a:solidFill>
                  <a:latin typeface="Arial"/>
                  <a:cs typeface="Arial"/>
                </a:rPr>
                <a:t>int = 4.63e+05</a:t>
              </a:r>
            </a:p>
          </p:txBody>
        </p:sp>
        <p:sp>
          <p:nvSpPr>
            <p:cNvPr id="61" name="rc61"/>
            <p:cNvSpPr/>
            <p:nvPr/>
          </p:nvSpPr>
          <p:spPr>
            <a:xfrm>
              <a:off x="979238" y="1360827"/>
              <a:ext cx="5003575" cy="2797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80995" y="3844939"/>
              <a:ext cx="135612" cy="594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620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80995" y="2997547"/>
              <a:ext cx="135612" cy="594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640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80995" y="2150155"/>
              <a:ext cx="135612" cy="594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660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44443" y="387526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44443" y="30278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44443" y="218047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06673" y="415818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343849" y="415818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481025" y="415818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618202" y="415818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5755378" y="415818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1184071" y="4219589"/>
              <a:ext cx="45204" cy="594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2298645" y="4219589"/>
              <a:ext cx="90408" cy="594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3435821" y="4219589"/>
              <a:ext cx="90408" cy="594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572998" y="4220581"/>
              <a:ext cx="90408" cy="584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75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5687572" y="4219589"/>
              <a:ext cx="135612" cy="594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153480" y="4327845"/>
              <a:ext cx="655091" cy="739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Retention time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628686" y="2732570"/>
              <a:ext cx="135433" cy="53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mz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6121991" y="1843178"/>
              <a:ext cx="790244" cy="18326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6191580" y="1927313"/>
              <a:ext cx="547737" cy="7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Adduct form</a:t>
              </a:r>
            </a:p>
          </p:txBody>
        </p:sp>
        <p:sp>
          <p:nvSpPr>
            <p:cNvPr id="82" name="rc82"/>
            <p:cNvSpPr/>
            <p:nvPr/>
          </p:nvSpPr>
          <p:spPr>
            <a:xfrm>
              <a:off x="6191580" y="207005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229055" y="2107532"/>
              <a:ext cx="144506" cy="144506"/>
            </a:xfrm>
            <a:prstGeom prst="ellipse">
              <a:avLst/>
            </a:prstGeom>
            <a:solidFill>
              <a:srgbClr val="F8766D">
                <a:alpha val="29803"/>
              </a:srgbClr>
            </a:solidFill>
            <a:ln w="9000" cap="rnd">
              <a:solidFill>
                <a:srgbClr val="F8766D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6191580" y="2289513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229055" y="2326988"/>
              <a:ext cx="144506" cy="144506"/>
            </a:xfrm>
            <a:prstGeom prst="ellipse">
              <a:avLst/>
            </a:prstGeom>
            <a:solidFill>
              <a:srgbClr val="C49A00">
                <a:alpha val="29803"/>
              </a:srgbClr>
            </a:solidFill>
            <a:ln w="9000" cap="rnd">
              <a:solidFill>
                <a:srgbClr val="C49A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6191580" y="250896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6229055" y="2546444"/>
              <a:ext cx="144506" cy="144506"/>
            </a:xfrm>
            <a:prstGeom prst="ellipse">
              <a:avLst/>
            </a:prstGeom>
            <a:solidFill>
              <a:srgbClr val="53B400">
                <a:alpha val="29803"/>
              </a:srgbClr>
            </a:solidFill>
            <a:ln w="9000" cap="rnd">
              <a:solidFill>
                <a:srgbClr val="53B4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6191580" y="272842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229055" y="2765900"/>
              <a:ext cx="144506" cy="144506"/>
            </a:xfrm>
            <a:prstGeom prst="ellipse">
              <a:avLst/>
            </a:prstGeom>
            <a:solidFill>
              <a:srgbClr val="00C094">
                <a:alpha val="29803"/>
              </a:srgbClr>
            </a:solidFill>
            <a:ln w="9000" cap="rnd">
              <a:solidFill>
                <a:srgbClr val="00C094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191580" y="2947881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229055" y="2985356"/>
              <a:ext cx="144506" cy="144506"/>
            </a:xfrm>
            <a:prstGeom prst="ellipse">
              <a:avLst/>
            </a:prstGeom>
            <a:solidFill>
              <a:srgbClr val="00B6EB">
                <a:alpha val="29803"/>
              </a:srgbClr>
            </a:solidFill>
            <a:ln w="9000" cap="rnd">
              <a:solidFill>
                <a:srgbClr val="00B6EB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191580" y="316733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6229055" y="3204812"/>
              <a:ext cx="144506" cy="144506"/>
            </a:xfrm>
            <a:prstGeom prst="ellipse">
              <a:avLst/>
            </a:prstGeom>
            <a:solidFill>
              <a:srgbClr val="A58AFF">
                <a:alpha val="29803"/>
              </a:srgbClr>
            </a:solidFill>
            <a:ln w="9000" cap="rnd">
              <a:solidFill>
                <a:srgbClr val="A58AFF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191580" y="338679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6229055" y="3424268"/>
              <a:ext cx="144506" cy="144506"/>
            </a:xfrm>
            <a:prstGeom prst="ellipse">
              <a:avLst/>
            </a:prstGeom>
            <a:solidFill>
              <a:srgbClr val="FB61D7">
                <a:alpha val="29803"/>
              </a:srgbClr>
            </a:solidFill>
            <a:ln w="9000" cap="rnd">
              <a:solidFill>
                <a:srgbClr val="FB61D7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tx96"/>
            <p:cNvSpPr/>
            <p:nvPr/>
          </p:nvSpPr>
          <p:spPr>
            <a:xfrm>
              <a:off x="6461646" y="2133549"/>
              <a:ext cx="334248" cy="753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[13]C1M-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6461646" y="2353005"/>
              <a:ext cx="392945" cy="753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[13]C1M-H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6461646" y="2572461"/>
              <a:ext cx="392945" cy="753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[13]C2M-H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6461646" y="2809062"/>
              <a:ext cx="94773" cy="5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M-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6461646" y="3028518"/>
              <a:ext cx="153471" cy="5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M-H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6461646" y="3245990"/>
              <a:ext cx="191928" cy="601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M+Cl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6461646" y="3466478"/>
              <a:ext cx="345479" cy="591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M+Hac-H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979238" y="1064541"/>
              <a:ext cx="384125" cy="94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negative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979238" y="1194063"/>
              <a:ext cx="1234132" cy="74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Exact mass = 616.3359811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979238" y="881615"/>
              <a:ext cx="731936" cy="1118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Reserpine-d9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581025" y="836612"/>
            <a:ext cx="6400800" cy="3657600"/>
            <a:chOff x="581025" y="836612"/>
            <a:chExt cx="6400800" cy="3657600"/>
          </a:xfrm>
        </p:grpSpPr>
        <p:sp>
          <p:nvSpPr>
            <p:cNvPr id="3" name="rc3"/>
            <p:cNvSpPr/>
            <p:nvPr/>
          </p:nvSpPr>
          <p:spPr>
            <a:xfrm>
              <a:off x="581025" y="836612"/>
              <a:ext cx="64008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581025" y="836612"/>
              <a:ext cx="6400799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9238" y="1360827"/>
              <a:ext cx="4424455" cy="279736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238" y="3591918"/>
              <a:ext cx="4424455" cy="0"/>
            </a:xfrm>
            <a:custGeom>
              <a:avLst/>
              <a:pathLst>
                <a:path w="4424455" h="0">
                  <a:moveTo>
                    <a:pt x="0" y="0"/>
                  </a:moveTo>
                  <a:lnTo>
                    <a:pt x="4424455" y="0"/>
                  </a:lnTo>
                  <a:lnTo>
                    <a:pt x="442445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238" y="2646976"/>
              <a:ext cx="4424455" cy="0"/>
            </a:xfrm>
            <a:custGeom>
              <a:avLst/>
              <a:pathLst>
                <a:path w="4424455" h="0">
                  <a:moveTo>
                    <a:pt x="0" y="0"/>
                  </a:moveTo>
                  <a:lnTo>
                    <a:pt x="4424455" y="0"/>
                  </a:lnTo>
                  <a:lnTo>
                    <a:pt x="442445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238" y="1702034"/>
              <a:ext cx="4424455" cy="0"/>
            </a:xfrm>
            <a:custGeom>
              <a:avLst/>
              <a:pathLst>
                <a:path w="4424455" h="0">
                  <a:moveTo>
                    <a:pt x="0" y="0"/>
                  </a:moveTo>
                  <a:lnTo>
                    <a:pt x="4424455" y="0"/>
                  </a:lnTo>
                  <a:lnTo>
                    <a:pt x="442445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16647" y="1360827"/>
              <a:ext cx="0" cy="2797361"/>
            </a:xfrm>
            <a:custGeom>
              <a:avLst/>
              <a:pathLst>
                <a:path w="0"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242" y="1360827"/>
              <a:ext cx="0" cy="2797361"/>
            </a:xfrm>
            <a:custGeom>
              <a:avLst/>
              <a:pathLst>
                <a:path w="0"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7" y="1360827"/>
              <a:ext cx="0" cy="2797361"/>
            </a:xfrm>
            <a:custGeom>
              <a:avLst/>
              <a:pathLst>
                <a:path w="0"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34433" y="1360827"/>
              <a:ext cx="0" cy="2797361"/>
            </a:xfrm>
            <a:custGeom>
              <a:avLst/>
              <a:pathLst>
                <a:path w="0"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238" y="4064389"/>
              <a:ext cx="4424455" cy="0"/>
            </a:xfrm>
            <a:custGeom>
              <a:avLst/>
              <a:pathLst>
                <a:path w="4424455" h="0">
                  <a:moveTo>
                    <a:pt x="0" y="0"/>
                  </a:moveTo>
                  <a:lnTo>
                    <a:pt x="4424455" y="0"/>
                  </a:lnTo>
                  <a:lnTo>
                    <a:pt x="442445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238" y="3119447"/>
              <a:ext cx="4424455" cy="0"/>
            </a:xfrm>
            <a:custGeom>
              <a:avLst/>
              <a:pathLst>
                <a:path w="4424455" h="0">
                  <a:moveTo>
                    <a:pt x="0" y="0"/>
                  </a:moveTo>
                  <a:lnTo>
                    <a:pt x="4424455" y="0"/>
                  </a:lnTo>
                  <a:lnTo>
                    <a:pt x="442445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238" y="2174505"/>
              <a:ext cx="4424455" cy="0"/>
            </a:xfrm>
            <a:custGeom>
              <a:avLst/>
              <a:pathLst>
                <a:path w="4424455" h="0">
                  <a:moveTo>
                    <a:pt x="0" y="0"/>
                  </a:moveTo>
                  <a:lnTo>
                    <a:pt x="4424455" y="0"/>
                  </a:lnTo>
                  <a:lnTo>
                    <a:pt x="442445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180349" y="1360827"/>
              <a:ext cx="0" cy="2797361"/>
            </a:xfrm>
            <a:custGeom>
              <a:avLst/>
              <a:pathLst>
                <a:path w="0"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252945" y="1360827"/>
              <a:ext cx="0" cy="2797361"/>
            </a:xfrm>
            <a:custGeom>
              <a:avLst/>
              <a:pathLst>
                <a:path w="0"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325540" y="1360827"/>
              <a:ext cx="0" cy="2797361"/>
            </a:xfrm>
            <a:custGeom>
              <a:avLst/>
              <a:pathLst>
                <a:path w="0"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98135" y="1360827"/>
              <a:ext cx="0" cy="2797361"/>
            </a:xfrm>
            <a:custGeom>
              <a:avLst/>
              <a:pathLst>
                <a:path w="0" h="2797361">
                  <a:moveTo>
                    <a:pt x="0" y="279736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265902" y="3958783"/>
              <a:ext cx="144506" cy="144506"/>
            </a:xfrm>
            <a:prstGeom prst="ellipse">
              <a:avLst/>
            </a:prstGeom>
            <a:solidFill>
              <a:srgbClr val="B79F00">
                <a:alpha val="29803"/>
              </a:srgbClr>
            </a:solidFill>
            <a:ln w="9000" cap="rnd">
              <a:solidFill>
                <a:srgbClr val="B79F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247668" y="3859342"/>
              <a:ext cx="144506" cy="144506"/>
            </a:xfrm>
            <a:prstGeom prst="ellipse">
              <a:avLst/>
            </a:prstGeom>
            <a:solidFill>
              <a:srgbClr val="00BFC4">
                <a:alpha val="29803"/>
              </a:srgbClr>
            </a:solidFill>
            <a:ln w="9000" cap="rnd">
              <a:solidFill>
                <a:srgbClr val="00BFC4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508611" y="3178741"/>
              <a:ext cx="144506" cy="144506"/>
            </a:xfrm>
            <a:prstGeom prst="ellipse">
              <a:avLst/>
            </a:prstGeom>
            <a:solidFill>
              <a:srgbClr val="FF61C3">
                <a:alpha val="29803"/>
              </a:srgbClr>
            </a:solidFill>
            <a:ln w="9000" cap="rnd">
              <a:solidFill>
                <a:srgbClr val="FF61C3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508611" y="3178741"/>
              <a:ext cx="144506" cy="144506"/>
            </a:xfrm>
            <a:prstGeom prst="ellipse">
              <a:avLst/>
            </a:prstGeom>
            <a:solidFill>
              <a:srgbClr val="5EB300">
                <a:alpha val="29803"/>
              </a:srgbClr>
            </a:solidFill>
            <a:ln w="9000" cap="rnd">
              <a:solidFill>
                <a:srgbClr val="5EB3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339852" y="3174003"/>
              <a:ext cx="144506" cy="144506"/>
            </a:xfrm>
            <a:prstGeom prst="ellipse">
              <a:avLst/>
            </a:prstGeom>
            <a:solidFill>
              <a:srgbClr val="00BA38">
                <a:alpha val="29803"/>
              </a:srgbClr>
            </a:solidFill>
            <a:ln w="9000" cap="rnd">
              <a:solidFill>
                <a:srgbClr val="00BA38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339852" y="3174003"/>
              <a:ext cx="144506" cy="144506"/>
            </a:xfrm>
            <a:prstGeom prst="ellipse">
              <a:avLst/>
            </a:prstGeom>
            <a:solidFill>
              <a:srgbClr val="00C19F">
                <a:alpha val="29803"/>
              </a:srgbClr>
            </a:solidFill>
            <a:ln w="9000" cap="rnd">
              <a:solidFill>
                <a:srgbClr val="00C19F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339852" y="3169300"/>
              <a:ext cx="144506" cy="144506"/>
            </a:xfrm>
            <a:prstGeom prst="ellipse">
              <a:avLst/>
            </a:prstGeom>
            <a:solidFill>
              <a:srgbClr val="619CFF">
                <a:alpha val="29803"/>
              </a:srgbClr>
            </a:solidFill>
            <a:ln w="9000" cap="rnd">
              <a:solidFill>
                <a:srgbClr val="619CFF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339852" y="3164569"/>
              <a:ext cx="144506" cy="144506"/>
            </a:xfrm>
            <a:prstGeom prst="ellipse">
              <a:avLst/>
            </a:prstGeom>
            <a:solidFill>
              <a:srgbClr val="D39200">
                <a:alpha val="29803"/>
              </a:srgbClr>
            </a:solidFill>
            <a:ln w="9000" cap="rnd">
              <a:solidFill>
                <a:srgbClr val="D392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311428" y="3074892"/>
              <a:ext cx="144506" cy="144506"/>
            </a:xfrm>
            <a:prstGeom prst="ellipse">
              <a:avLst/>
            </a:prstGeom>
            <a:solidFill>
              <a:srgbClr val="FF699C">
                <a:alpha val="29803"/>
              </a:srgbClr>
            </a:solidFill>
            <a:ln w="9000" cap="rnd">
              <a:solidFill>
                <a:srgbClr val="FF699C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590126" y="3065433"/>
              <a:ext cx="144506" cy="144506"/>
            </a:xfrm>
            <a:prstGeom prst="ellipse">
              <a:avLst/>
            </a:prstGeom>
            <a:solidFill>
              <a:srgbClr val="AE87FF">
                <a:alpha val="29803"/>
              </a:srgbClr>
            </a:solidFill>
            <a:ln w="9000" cap="rnd">
              <a:solidFill>
                <a:srgbClr val="AE87FF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590126" y="3060702"/>
              <a:ext cx="144506" cy="144506"/>
            </a:xfrm>
            <a:prstGeom prst="ellipse">
              <a:avLst/>
            </a:prstGeom>
            <a:solidFill>
              <a:srgbClr val="93AA00">
                <a:alpha val="29803"/>
              </a:srgbClr>
            </a:solidFill>
            <a:ln w="9000" cap="rnd">
              <a:solidFill>
                <a:srgbClr val="93AA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521407" y="3013238"/>
              <a:ext cx="144506" cy="144506"/>
            </a:xfrm>
            <a:prstGeom prst="ellipse">
              <a:avLst/>
            </a:prstGeom>
            <a:solidFill>
              <a:srgbClr val="E88526">
                <a:alpha val="29803"/>
              </a:srgbClr>
            </a:solidFill>
            <a:ln w="9000" cap="rnd">
              <a:solidFill>
                <a:srgbClr val="E88526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539928" y="2975446"/>
              <a:ext cx="144506" cy="144506"/>
            </a:xfrm>
            <a:prstGeom prst="ellipse">
              <a:avLst/>
            </a:prstGeom>
            <a:solidFill>
              <a:srgbClr val="00ADFA">
                <a:alpha val="29803"/>
              </a:srgbClr>
            </a:solidFill>
            <a:ln w="9000" cap="rnd">
              <a:solidFill>
                <a:srgbClr val="00ADFA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1529417" y="2970709"/>
              <a:ext cx="144506" cy="144506"/>
            </a:xfrm>
            <a:prstGeom prst="ellipse">
              <a:avLst/>
            </a:prstGeom>
            <a:solidFill>
              <a:srgbClr val="F8766D">
                <a:alpha val="29803"/>
              </a:srgbClr>
            </a:solidFill>
            <a:ln w="9000" cap="rnd">
              <a:solidFill>
                <a:srgbClr val="F8766D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247668" y="2781621"/>
              <a:ext cx="144506" cy="144506"/>
            </a:xfrm>
            <a:prstGeom prst="ellipse">
              <a:avLst/>
            </a:prstGeom>
            <a:solidFill>
              <a:srgbClr val="00BF74">
                <a:alpha val="29803"/>
              </a:srgbClr>
            </a:solidFill>
            <a:ln w="9000" cap="rnd">
              <a:solidFill>
                <a:srgbClr val="00BF74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247668" y="2781621"/>
              <a:ext cx="144506" cy="144506"/>
            </a:xfrm>
            <a:prstGeom prst="ellipse">
              <a:avLst/>
            </a:prstGeom>
            <a:solidFill>
              <a:srgbClr val="00B9E3">
                <a:alpha val="29803"/>
              </a:srgbClr>
            </a:solidFill>
            <a:ln w="9000" cap="rnd">
              <a:solidFill>
                <a:srgbClr val="00B9E3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432465" y="1425176"/>
              <a:ext cx="144506" cy="144506"/>
            </a:xfrm>
            <a:prstGeom prst="ellipse">
              <a:avLst/>
            </a:prstGeom>
            <a:solidFill>
              <a:srgbClr val="F564E3">
                <a:alpha val="29803"/>
              </a:srgbClr>
            </a:solidFill>
            <a:ln w="9000" cap="rnd">
              <a:solidFill>
                <a:srgbClr val="F564E3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425225" y="1415727"/>
              <a:ext cx="144506" cy="144506"/>
            </a:xfrm>
            <a:prstGeom prst="ellipse">
              <a:avLst/>
            </a:prstGeom>
            <a:solidFill>
              <a:srgbClr val="DB72FB">
                <a:alpha val="29803"/>
              </a:srgbClr>
            </a:solidFill>
            <a:ln w="9000" cap="rnd">
              <a:solidFill>
                <a:srgbClr val="DB72FB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54891" y="3914560"/>
              <a:ext cx="430367" cy="112116"/>
            </a:xfrm>
            <a:custGeom>
              <a:avLst/>
              <a:pathLst>
                <a:path w="430367" h="112116">
                  <a:moveTo>
                    <a:pt x="430367" y="0"/>
                  </a:moveTo>
                  <a:lnTo>
                    <a:pt x="0" y="112116"/>
                  </a:lnTo>
                </a:path>
              </a:pathLst>
            </a:custGeom>
            <a:ln w="13550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321721" y="3749893"/>
              <a:ext cx="26925" cy="170314"/>
            </a:xfrm>
            <a:custGeom>
              <a:avLst/>
              <a:pathLst>
                <a:path w="26925" h="170314">
                  <a:moveTo>
                    <a:pt x="26925" y="0"/>
                  </a:moveTo>
                  <a:lnTo>
                    <a:pt x="0" y="170314"/>
                  </a:lnTo>
                </a:path>
              </a:pathLst>
            </a:custGeom>
            <a:ln w="1355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677818" y="3143660"/>
              <a:ext cx="1910422" cy="739187"/>
            </a:xfrm>
            <a:custGeom>
              <a:avLst/>
              <a:pathLst>
                <a:path w="1910422" h="739187">
                  <a:moveTo>
                    <a:pt x="1910422" y="739187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AE8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679500" y="3136668"/>
              <a:ext cx="1102351" cy="239051"/>
            </a:xfrm>
            <a:custGeom>
              <a:avLst/>
              <a:pathLst>
                <a:path w="1102351" h="239051">
                  <a:moveTo>
                    <a:pt x="1102351" y="239051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93AA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322215" y="2286959"/>
              <a:ext cx="112270" cy="555563"/>
            </a:xfrm>
            <a:custGeom>
              <a:avLst/>
              <a:pathLst>
                <a:path w="112270" h="555563">
                  <a:moveTo>
                    <a:pt x="112270" y="0"/>
                  </a:moveTo>
                  <a:lnTo>
                    <a:pt x="0" y="555563"/>
                  </a:lnTo>
                </a:path>
              </a:pathLst>
            </a:custGeom>
            <a:ln w="13550" cap="rnd">
              <a:solidFill>
                <a:srgbClr val="00BF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321018" y="2698032"/>
              <a:ext cx="13867" cy="144418"/>
            </a:xfrm>
            <a:custGeom>
              <a:avLst/>
              <a:pathLst>
                <a:path w="13867" h="144418">
                  <a:moveTo>
                    <a:pt x="13867" y="0"/>
                  </a:moveTo>
                  <a:lnTo>
                    <a:pt x="0" y="144418"/>
                  </a:lnTo>
                </a:path>
              </a:pathLst>
            </a:custGeom>
            <a:ln w="13550" cap="rnd">
              <a:solidFill>
                <a:srgbClr val="00B9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521642" y="1501489"/>
              <a:ext cx="439723" cy="105473"/>
            </a:xfrm>
            <a:custGeom>
              <a:avLst/>
              <a:pathLst>
                <a:path w="439723" h="105473">
                  <a:moveTo>
                    <a:pt x="439723" y="105473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1808118" y="3676408"/>
              <a:ext cx="789955" cy="77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B79F00">
                      <a:alpha val="100000"/>
                    </a:srgbClr>
                  </a:solidFill>
                  <a:latin typeface="Arial"/>
                  <a:cs typeface="Arial"/>
                </a:rPr>
                <a:t>[13]C1[37]Cl1M+H+K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808118" y="3812361"/>
              <a:ext cx="552149" cy="6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B79F00">
                      <a:alpha val="100000"/>
                    </a:srgbClr>
                  </a:solidFill>
                  <a:latin typeface="Arial"/>
                  <a:cs typeface="Arial"/>
                </a:rPr>
                <a:t>mz = 207.0591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808118" y="3931999"/>
              <a:ext cx="353463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B79F00">
                      <a:alpha val="100000"/>
                    </a:srgbClr>
                  </a:solidFill>
                  <a:latin typeface="Arial"/>
                  <a:cs typeface="Arial"/>
                </a:rPr>
                <a:t>rt = 29.43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808118" y="4051678"/>
              <a:ext cx="531452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B79F00">
                      <a:alpha val="100000"/>
                    </a:srgbClr>
                  </a:solidFill>
                  <a:latin typeface="Arial"/>
                  <a:cs typeface="Arial"/>
                </a:rPr>
                <a:t>int = 4.99e+03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979238" y="3290972"/>
              <a:ext cx="739107" cy="77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FC4">
                      <a:alpha val="100000"/>
                    </a:srgbClr>
                  </a:solidFill>
                  <a:latin typeface="Arial"/>
                  <a:cs typeface="Arial"/>
                </a:rPr>
                <a:t>[15]N1M+2ACN+2H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979238" y="3426924"/>
              <a:ext cx="552149" cy="6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FC4">
                      <a:alpha val="100000"/>
                    </a:srgbClr>
                  </a:solidFill>
                  <a:latin typeface="Arial"/>
                  <a:cs typeface="Arial"/>
                </a:rPr>
                <a:t>mz = 228.1062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79238" y="3546563"/>
              <a:ext cx="353463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FC4">
                      <a:alpha val="100000"/>
                    </a:srgbClr>
                  </a:solidFill>
                  <a:latin typeface="Arial"/>
                  <a:cs typeface="Arial"/>
                </a:rPr>
                <a:t>rt = 26.03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79238" y="3666526"/>
              <a:ext cx="321160" cy="605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FC4">
                      <a:alpha val="100000"/>
                    </a:srgbClr>
                  </a:solidFill>
                  <a:latin typeface="Arial"/>
                  <a:cs typeface="Arial"/>
                </a:rPr>
                <a:t>int = 755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3611101" y="3673593"/>
              <a:ext cx="487340" cy="77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AE87FF">
                      <a:alpha val="100000"/>
                    </a:srgbClr>
                  </a:solidFill>
                  <a:latin typeface="Arial"/>
                  <a:cs typeface="Arial"/>
                </a:rPr>
                <a:t>[37]Cl1M+Na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611101" y="3809505"/>
              <a:ext cx="552149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AE87FF">
                      <a:alpha val="100000"/>
                    </a:srgbClr>
                  </a:solidFill>
                  <a:latin typeface="Arial"/>
                  <a:cs typeface="Arial"/>
                </a:rPr>
                <a:t>mz = 396.1395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611101" y="3929224"/>
              <a:ext cx="353463" cy="6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AE87FF">
                      <a:alpha val="100000"/>
                    </a:srgbClr>
                  </a:solidFill>
                  <a:latin typeface="Arial"/>
                  <a:cs typeface="Arial"/>
                </a:rPr>
                <a:t>rt = 89.88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611101" y="4048863"/>
              <a:ext cx="485230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AE87FF">
                      <a:alpha val="100000"/>
                    </a:srgbClr>
                  </a:solidFill>
                  <a:latin typeface="Arial"/>
                  <a:cs typeface="Arial"/>
                </a:rPr>
                <a:t>int = 4.3e+04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804712" y="3162685"/>
              <a:ext cx="732208" cy="77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93AA00">
                      <a:alpha val="100000"/>
                    </a:srgbClr>
                  </a:solidFill>
                  <a:latin typeface="Arial"/>
                  <a:cs typeface="Arial"/>
                </a:rPr>
                <a:t>[13]C1[37]Cl1M+Na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2804712" y="3298597"/>
              <a:ext cx="552149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93AA00">
                      <a:alpha val="100000"/>
                    </a:srgbClr>
                  </a:solidFill>
                  <a:latin typeface="Arial"/>
                  <a:cs typeface="Arial"/>
                </a:rPr>
                <a:t>mz = 397.1409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804712" y="3418317"/>
              <a:ext cx="353463" cy="6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93AA00">
                      <a:alpha val="100000"/>
                    </a:srgbClr>
                  </a:solidFill>
                  <a:latin typeface="Arial"/>
                  <a:cs typeface="Arial"/>
                </a:rPr>
                <a:t>rt = 89.88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804712" y="3537955"/>
              <a:ext cx="531452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93AA00">
                      <a:alpha val="100000"/>
                    </a:srgbClr>
                  </a:solidFill>
                  <a:latin typeface="Arial"/>
                  <a:cs typeface="Arial"/>
                </a:rPr>
                <a:t>int = 7.52e+03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1739923" y="2721273"/>
              <a:ext cx="1025448" cy="770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E88526">
                      <a:alpha val="100000"/>
                    </a:srgbClr>
                  </a:solidFill>
                  <a:latin typeface="Arial"/>
                  <a:cs typeface="Arial"/>
                </a:rPr>
                <a:t>[13]C1[37]Cl1M+CH3OH+H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1739923" y="2857266"/>
              <a:ext cx="552149" cy="6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E88526">
                      <a:alpha val="100000"/>
                    </a:srgbClr>
                  </a:solidFill>
                  <a:latin typeface="Arial"/>
                  <a:cs typeface="Arial"/>
                </a:rPr>
                <a:t>mz = 407.1869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1739923" y="2976904"/>
              <a:ext cx="399685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E88526">
                      <a:alpha val="100000"/>
                    </a:srgbClr>
                  </a:solidFill>
                  <a:latin typeface="Arial"/>
                  <a:cs typeface="Arial"/>
                </a:rPr>
                <a:t>rt = 263.53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1739923" y="3096624"/>
              <a:ext cx="321160" cy="6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E88526">
                      <a:alpha val="100000"/>
                    </a:srgbClr>
                  </a:solidFill>
                  <a:latin typeface="Arial"/>
                  <a:cs typeface="Arial"/>
                </a:rPr>
                <a:t>int = 994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79238" y="2750610"/>
              <a:ext cx="665127" cy="77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ADFA">
                      <a:alpha val="100000"/>
                    </a:srgbClr>
                  </a:solidFill>
                  <a:latin typeface="Arial"/>
                  <a:cs typeface="Arial"/>
                </a:rPr>
                <a:t>[37]Cl1M+ACN+H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79238" y="2886562"/>
              <a:ext cx="552149" cy="6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ADFA">
                      <a:alpha val="100000"/>
                    </a:srgbClr>
                  </a:solidFill>
                  <a:latin typeface="Arial"/>
                  <a:cs typeface="Arial"/>
                </a:rPr>
                <a:t>mz = 415.1856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79238" y="3006242"/>
              <a:ext cx="353463" cy="6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ADFA">
                      <a:alpha val="100000"/>
                    </a:srgbClr>
                  </a:solidFill>
                  <a:latin typeface="Arial"/>
                  <a:cs typeface="Arial"/>
                </a:rPr>
                <a:t>rt = 80.52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79238" y="3125921"/>
              <a:ext cx="531452" cy="6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ADFA">
                      <a:alpha val="100000"/>
                    </a:srgbClr>
                  </a:solidFill>
                  <a:latin typeface="Arial"/>
                  <a:cs typeface="Arial"/>
                </a:rPr>
                <a:t>int = 1.26e+04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79238" y="1828038"/>
              <a:ext cx="912389" cy="77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F74">
                      <a:alpha val="100000"/>
                    </a:srgbClr>
                  </a:solidFill>
                  <a:latin typeface="Arial"/>
                  <a:cs typeface="Arial"/>
                </a:rPr>
                <a:t>[13]C1M+IsoProp+Na+H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79238" y="1963950"/>
              <a:ext cx="552149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F74">
                      <a:alpha val="100000"/>
                    </a:srgbClr>
                  </a:solidFill>
                  <a:latin typeface="Arial"/>
                  <a:cs typeface="Arial"/>
                </a:rPr>
                <a:t>mz = 456.2093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79238" y="2083629"/>
              <a:ext cx="353463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F74">
                      <a:alpha val="100000"/>
                    </a:srgbClr>
                  </a:solidFill>
                  <a:latin typeface="Arial"/>
                  <a:cs typeface="Arial"/>
                </a:rPr>
                <a:t>rt = 26.03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79238" y="2203308"/>
              <a:ext cx="531452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F74">
                      <a:alpha val="100000"/>
                    </a:srgbClr>
                  </a:solidFill>
                  <a:latin typeface="Arial"/>
                  <a:cs typeface="Arial"/>
                </a:rPr>
                <a:t>int = 1.11e+03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979238" y="2239111"/>
              <a:ext cx="711349" cy="77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9E3">
                      <a:alpha val="100000"/>
                    </a:srgbClr>
                  </a:solidFill>
                  <a:latin typeface="Arial"/>
                  <a:cs typeface="Arial"/>
                </a:rPr>
                <a:t>[37]Cl1M+2ACN+H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979238" y="2375023"/>
              <a:ext cx="552149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9E3">
                      <a:alpha val="100000"/>
                    </a:srgbClr>
                  </a:solidFill>
                  <a:latin typeface="Arial"/>
                  <a:cs typeface="Arial"/>
                </a:rPr>
                <a:t>mz = 456.2093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979238" y="2494702"/>
              <a:ext cx="353463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9E3">
                      <a:alpha val="100000"/>
                    </a:srgbClr>
                  </a:solidFill>
                  <a:latin typeface="Arial"/>
                  <a:cs typeface="Arial"/>
                </a:rPr>
                <a:t>rt = 26.03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979238" y="2614381"/>
              <a:ext cx="531452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00B9E3">
                      <a:alpha val="100000"/>
                    </a:srgbClr>
                  </a:solidFill>
                  <a:latin typeface="Arial"/>
                  <a:cs typeface="Arial"/>
                </a:rPr>
                <a:t>int = 1.11e+03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984225" y="1406304"/>
              <a:ext cx="224008" cy="597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564E3">
                      <a:alpha val="100000"/>
                    </a:srgbClr>
                  </a:solidFill>
                  <a:latin typeface="Arial"/>
                  <a:cs typeface="Arial"/>
                </a:rPr>
                <a:t>2M+H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84225" y="1524928"/>
              <a:ext cx="552149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564E3">
                      <a:alpha val="100000"/>
                    </a:srgbClr>
                  </a:solidFill>
                  <a:latin typeface="Arial"/>
                  <a:cs typeface="Arial"/>
                </a:rPr>
                <a:t>mz = 743.3051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1984225" y="1644647"/>
              <a:ext cx="353463" cy="6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564E3">
                      <a:alpha val="100000"/>
                    </a:srgbClr>
                  </a:solidFill>
                  <a:latin typeface="Arial"/>
                  <a:cs typeface="Arial"/>
                </a:rPr>
                <a:t>rt = 60.48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984225" y="1764570"/>
              <a:ext cx="321160" cy="605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F564E3">
                      <a:alpha val="100000"/>
                    </a:srgbClr>
                  </a:solidFill>
                  <a:latin typeface="Arial"/>
                  <a:cs typeface="Arial"/>
                </a:rPr>
                <a:t>int = 775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979238" y="1389787"/>
              <a:ext cx="468876" cy="762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DB72FB">
                      <a:alpha val="100000"/>
                    </a:srgbClr>
                  </a:solidFill>
                  <a:latin typeface="Arial"/>
                  <a:cs typeface="Arial"/>
                </a:rPr>
                <a:t>2[15]N1M+H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979238" y="1524928"/>
              <a:ext cx="552149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DB72FB">
                      <a:alpha val="100000"/>
                    </a:srgbClr>
                  </a:solidFill>
                  <a:latin typeface="Arial"/>
                  <a:cs typeface="Arial"/>
                </a:rPr>
                <a:t>mz = 745.3051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979238" y="1644607"/>
              <a:ext cx="353463" cy="60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DB72FB">
                      <a:alpha val="100000"/>
                    </a:srgbClr>
                  </a:solidFill>
                  <a:latin typeface="Arial"/>
                  <a:cs typeface="Arial"/>
                </a:rPr>
                <a:t>rt = 59.13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979238" y="1764327"/>
              <a:ext cx="321160" cy="6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DB72FB">
                      <a:alpha val="100000"/>
                    </a:srgbClr>
                  </a:solidFill>
                  <a:latin typeface="Arial"/>
                  <a:cs typeface="Arial"/>
                </a:rPr>
                <a:t>int = 578</a:t>
              </a:r>
            </a:p>
          </p:txBody>
        </p:sp>
        <p:sp>
          <p:nvSpPr>
            <p:cNvPr id="85" name="rc85"/>
            <p:cNvSpPr/>
            <p:nvPr/>
          </p:nvSpPr>
          <p:spPr>
            <a:xfrm>
              <a:off x="979238" y="1360827"/>
              <a:ext cx="4424455" cy="2797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tx86"/>
            <p:cNvSpPr/>
            <p:nvPr/>
          </p:nvSpPr>
          <p:spPr>
            <a:xfrm>
              <a:off x="780995" y="4034067"/>
              <a:ext cx="135612" cy="594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780995" y="3089125"/>
              <a:ext cx="135612" cy="594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780995" y="2144183"/>
              <a:ext cx="135612" cy="594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600</a:t>
              </a:r>
            </a:p>
          </p:txBody>
        </p:sp>
        <p:sp>
          <p:nvSpPr>
            <p:cNvPr id="89" name="pl89"/>
            <p:cNvSpPr/>
            <p:nvPr/>
          </p:nvSpPr>
          <p:spPr>
            <a:xfrm>
              <a:off x="944443" y="40643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944443" y="31194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944443" y="217450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1180349" y="415818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252945" y="415818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3325540" y="415818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4398135" y="415818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tx96"/>
            <p:cNvSpPr/>
            <p:nvPr/>
          </p:nvSpPr>
          <p:spPr>
            <a:xfrm>
              <a:off x="1157747" y="4219589"/>
              <a:ext cx="45204" cy="594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2185138" y="4219589"/>
              <a:ext cx="135612" cy="594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3257734" y="4219589"/>
              <a:ext cx="135612" cy="594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4330329" y="4219589"/>
              <a:ext cx="135612" cy="594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863920" y="4327845"/>
              <a:ext cx="655091" cy="739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Retention time</a:t>
              </a:r>
            </a:p>
          </p:txBody>
        </p:sp>
        <p:sp>
          <p:nvSpPr>
            <p:cNvPr id="101" name="tx101"/>
            <p:cNvSpPr/>
            <p:nvPr/>
          </p:nvSpPr>
          <p:spPr>
            <a:xfrm rot="-5400000">
              <a:off x="628686" y="2732570"/>
              <a:ext cx="135433" cy="53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mz</a:t>
              </a:r>
            </a:p>
          </p:txBody>
        </p:sp>
        <p:sp>
          <p:nvSpPr>
            <p:cNvPr id="102" name="rc102"/>
            <p:cNvSpPr/>
            <p:nvPr/>
          </p:nvSpPr>
          <p:spPr>
            <a:xfrm>
              <a:off x="6912235" y="836612"/>
              <a:ext cx="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tx103"/>
            <p:cNvSpPr/>
            <p:nvPr/>
          </p:nvSpPr>
          <p:spPr>
            <a:xfrm>
              <a:off x="5612460" y="720305"/>
              <a:ext cx="547737" cy="7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Adduct form</a:t>
              </a:r>
            </a:p>
          </p:txBody>
        </p:sp>
        <p:sp>
          <p:nvSpPr>
            <p:cNvPr id="104" name="rc104"/>
            <p:cNvSpPr/>
            <p:nvPr/>
          </p:nvSpPr>
          <p:spPr>
            <a:xfrm>
              <a:off x="5612460" y="86304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649935" y="900524"/>
              <a:ext cx="144506" cy="144506"/>
            </a:xfrm>
            <a:prstGeom prst="ellipse">
              <a:avLst/>
            </a:prstGeom>
            <a:solidFill>
              <a:srgbClr val="F8766D">
                <a:alpha val="29803"/>
              </a:srgbClr>
            </a:solidFill>
            <a:ln w="9000" cap="rnd">
              <a:solidFill>
                <a:srgbClr val="F8766D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5612460" y="1082505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49935" y="1119980"/>
              <a:ext cx="144506" cy="144506"/>
            </a:xfrm>
            <a:prstGeom prst="ellipse">
              <a:avLst/>
            </a:prstGeom>
            <a:solidFill>
              <a:srgbClr val="E88526">
                <a:alpha val="29803"/>
              </a:srgbClr>
            </a:solidFill>
            <a:ln w="9000" cap="rnd">
              <a:solidFill>
                <a:srgbClr val="E88526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5612460" y="1301961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649935" y="1339436"/>
              <a:ext cx="144506" cy="144506"/>
            </a:xfrm>
            <a:prstGeom prst="ellipse">
              <a:avLst/>
            </a:prstGeom>
            <a:solidFill>
              <a:srgbClr val="D39200">
                <a:alpha val="29803"/>
              </a:srgbClr>
            </a:solidFill>
            <a:ln w="9000" cap="rnd">
              <a:solidFill>
                <a:srgbClr val="D392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5612460" y="152141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649935" y="1558892"/>
              <a:ext cx="144506" cy="144506"/>
            </a:xfrm>
            <a:prstGeom prst="ellipse">
              <a:avLst/>
            </a:prstGeom>
            <a:solidFill>
              <a:srgbClr val="B79F00">
                <a:alpha val="29803"/>
              </a:srgbClr>
            </a:solidFill>
            <a:ln w="9000" cap="rnd">
              <a:solidFill>
                <a:srgbClr val="B79F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5612460" y="174087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649935" y="1778348"/>
              <a:ext cx="144506" cy="144506"/>
            </a:xfrm>
            <a:prstGeom prst="ellipse">
              <a:avLst/>
            </a:prstGeom>
            <a:solidFill>
              <a:srgbClr val="93AA00">
                <a:alpha val="29803"/>
              </a:srgbClr>
            </a:solidFill>
            <a:ln w="9000" cap="rnd">
              <a:solidFill>
                <a:srgbClr val="93AA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5612460" y="196032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49935" y="1997804"/>
              <a:ext cx="144506" cy="144506"/>
            </a:xfrm>
            <a:prstGeom prst="ellipse">
              <a:avLst/>
            </a:prstGeom>
            <a:solidFill>
              <a:srgbClr val="5EB300">
                <a:alpha val="29803"/>
              </a:srgbClr>
            </a:solidFill>
            <a:ln w="9000" cap="rnd">
              <a:solidFill>
                <a:srgbClr val="5EB3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5612460" y="2179785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649935" y="2217260"/>
              <a:ext cx="144506" cy="144506"/>
            </a:xfrm>
            <a:prstGeom prst="ellipse">
              <a:avLst/>
            </a:prstGeom>
            <a:solidFill>
              <a:srgbClr val="00BA38">
                <a:alpha val="29803"/>
              </a:srgbClr>
            </a:solidFill>
            <a:ln w="9000" cap="rnd">
              <a:solidFill>
                <a:srgbClr val="00BA38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5612460" y="2399241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649935" y="2436716"/>
              <a:ext cx="144506" cy="144506"/>
            </a:xfrm>
            <a:prstGeom prst="ellipse">
              <a:avLst/>
            </a:prstGeom>
            <a:solidFill>
              <a:srgbClr val="00BF74">
                <a:alpha val="29803"/>
              </a:srgbClr>
            </a:solidFill>
            <a:ln w="9000" cap="rnd">
              <a:solidFill>
                <a:srgbClr val="00BF74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5612460" y="261869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49935" y="2656172"/>
              <a:ext cx="144506" cy="144506"/>
            </a:xfrm>
            <a:prstGeom prst="ellipse">
              <a:avLst/>
            </a:prstGeom>
            <a:solidFill>
              <a:srgbClr val="00C19F">
                <a:alpha val="29803"/>
              </a:srgbClr>
            </a:solidFill>
            <a:ln w="9000" cap="rnd">
              <a:solidFill>
                <a:srgbClr val="00C19F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612460" y="28381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649935" y="2875628"/>
              <a:ext cx="144506" cy="144506"/>
            </a:xfrm>
            <a:prstGeom prst="ellipse">
              <a:avLst/>
            </a:prstGeom>
            <a:solidFill>
              <a:srgbClr val="00BFC4">
                <a:alpha val="29803"/>
              </a:srgbClr>
            </a:solidFill>
            <a:ln w="9000" cap="rnd">
              <a:solidFill>
                <a:srgbClr val="00BFC4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612460" y="30576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649935" y="3095084"/>
              <a:ext cx="144506" cy="144506"/>
            </a:xfrm>
            <a:prstGeom prst="ellipse">
              <a:avLst/>
            </a:prstGeom>
            <a:solidFill>
              <a:srgbClr val="00B9E3">
                <a:alpha val="29803"/>
              </a:srgbClr>
            </a:solidFill>
            <a:ln w="9000" cap="rnd">
              <a:solidFill>
                <a:srgbClr val="00B9E3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612460" y="3277065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649935" y="3314540"/>
              <a:ext cx="144506" cy="144506"/>
            </a:xfrm>
            <a:prstGeom prst="ellipse">
              <a:avLst/>
            </a:prstGeom>
            <a:solidFill>
              <a:srgbClr val="00ADFA">
                <a:alpha val="29803"/>
              </a:srgbClr>
            </a:solidFill>
            <a:ln w="9000" cap="rnd">
              <a:solidFill>
                <a:srgbClr val="00ADFA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612460" y="3496521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649935" y="3533996"/>
              <a:ext cx="144506" cy="144506"/>
            </a:xfrm>
            <a:prstGeom prst="ellipse">
              <a:avLst/>
            </a:prstGeom>
            <a:solidFill>
              <a:srgbClr val="619CFF">
                <a:alpha val="29803"/>
              </a:srgbClr>
            </a:solidFill>
            <a:ln w="9000" cap="rnd">
              <a:solidFill>
                <a:srgbClr val="619CFF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612460" y="371597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649935" y="3753452"/>
              <a:ext cx="144506" cy="144506"/>
            </a:xfrm>
            <a:prstGeom prst="ellipse">
              <a:avLst/>
            </a:prstGeom>
            <a:solidFill>
              <a:srgbClr val="AE87FF">
                <a:alpha val="29803"/>
              </a:srgbClr>
            </a:solidFill>
            <a:ln w="9000" cap="rnd">
              <a:solidFill>
                <a:srgbClr val="AE87FF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5612460" y="393543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649935" y="3972908"/>
              <a:ext cx="144506" cy="144506"/>
            </a:xfrm>
            <a:prstGeom prst="ellipse">
              <a:avLst/>
            </a:prstGeom>
            <a:solidFill>
              <a:srgbClr val="DB72FB">
                <a:alpha val="29803"/>
              </a:srgbClr>
            </a:solidFill>
            <a:ln w="9000" cap="rnd">
              <a:solidFill>
                <a:srgbClr val="DB72FB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5612460" y="4154889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649935" y="4192364"/>
              <a:ext cx="144506" cy="144506"/>
            </a:xfrm>
            <a:prstGeom prst="ellipse">
              <a:avLst/>
            </a:prstGeom>
            <a:solidFill>
              <a:srgbClr val="F564E3">
                <a:alpha val="29803"/>
              </a:srgbClr>
            </a:solidFill>
            <a:ln w="9000" cap="rnd">
              <a:solidFill>
                <a:srgbClr val="F564E3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5612460" y="4374345"/>
              <a:ext cx="219455" cy="1198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649935" y="4411820"/>
              <a:ext cx="144506" cy="144506"/>
            </a:xfrm>
            <a:prstGeom prst="ellipse">
              <a:avLst/>
            </a:prstGeom>
            <a:solidFill>
              <a:srgbClr val="FF61C3">
                <a:alpha val="29803"/>
              </a:srgbClr>
            </a:solidFill>
            <a:ln w="9000" cap="rnd">
              <a:solidFill>
                <a:srgbClr val="FF61C3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-2147483648" y="-2147483648"/>
              <a:ext cx="-2147483648" cy="-21474836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649935" y="4631276"/>
              <a:ext cx="144506" cy="144506"/>
            </a:xfrm>
            <a:prstGeom prst="ellipse">
              <a:avLst/>
            </a:prstGeom>
            <a:solidFill>
              <a:srgbClr val="FF699C">
                <a:alpha val="29803"/>
              </a:srgbClr>
            </a:solidFill>
            <a:ln w="9000" cap="rnd">
              <a:solidFill>
                <a:srgbClr val="FF699C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tx140"/>
            <p:cNvSpPr/>
            <p:nvPr/>
          </p:nvSpPr>
          <p:spPr>
            <a:xfrm>
              <a:off x="5882526" y="926541"/>
              <a:ext cx="889952" cy="753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[13]C1[37]Cl1M+ACN+H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5882526" y="1145958"/>
              <a:ext cx="1002863" cy="75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[13]C1[37]Cl1M+CH3OH+H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5882526" y="1365453"/>
              <a:ext cx="670877" cy="753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[13]C1[37]Cl1M+H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5882526" y="1584909"/>
              <a:ext cx="772556" cy="753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[13]C1[37]Cl1M+H+K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5882526" y="1804365"/>
              <a:ext cx="716081" cy="753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[13]C1[37]Cl1M+Na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5882526" y="2023821"/>
              <a:ext cx="354647" cy="753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[13]C1M+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5882526" y="2243277"/>
              <a:ext cx="413345" cy="753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[13]C1M+H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5882526" y="2462733"/>
              <a:ext cx="892294" cy="753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[13]C1M+IsoProp+Na+H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5882526" y="2682189"/>
              <a:ext cx="354647" cy="753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[13]C2M+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5882526" y="2901645"/>
              <a:ext cx="722828" cy="753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[15]N1M+2ACN+2H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5882526" y="3121101"/>
              <a:ext cx="695682" cy="753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[37]Cl1M+2ACN+H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5882526" y="3340557"/>
              <a:ext cx="650478" cy="753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[37]Cl1M+ACN+H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5882526" y="3560013"/>
              <a:ext cx="431403" cy="753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[37]Cl1M+H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5882526" y="3779469"/>
              <a:ext cx="476607" cy="753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[37]Cl1M+Na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5882526" y="3999679"/>
              <a:ext cx="458549" cy="745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2[15]N1M+H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5882526" y="4235288"/>
              <a:ext cx="219075" cy="584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2M+H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5882526" y="4454982"/>
              <a:ext cx="173870" cy="5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M+H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5882526" y="4673486"/>
              <a:ext cx="219075" cy="591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4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M+Na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979238" y="1065732"/>
              <a:ext cx="344487" cy="929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positive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979238" y="1194063"/>
              <a:ext cx="1234132" cy="74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Exact mass = 371.1512880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979238" y="904772"/>
              <a:ext cx="582870" cy="887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Trazodone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383</Words>
  <Application>Microsoft Office PowerPoint</Application>
  <PresentationFormat>自定义</PresentationFormat>
  <Paragraphs>117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9</cp:revision>
  <dcterms:created xsi:type="dcterms:W3CDTF">2015-07-14T21:05:00Z</dcterms:created>
  <dcterms:modified xsi:type="dcterms:W3CDTF">2022-08-10T12:01:39Z</dcterms:modified>
</cp:coreProperties>
</file>