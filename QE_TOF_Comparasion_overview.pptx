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  <p:sldId id="261" r:id="rId5"/>
    <p:sldId id="262" r:id="rId11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25" d="100"/>
          <a:sy n="125" d="100"/>
        </p:scale>
        <p:origin x="582" y="-612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heme" Target="theme/theme1.xml"/>
<Relationship Id="rId3" Type="http://schemas.openxmlformats.org/officeDocument/2006/relationships/slide" Target="slides/slide2.xml"/>
<Relationship Id="rId7" Type="http://schemas.openxmlformats.org/officeDocument/2006/relationships/viewProps" Target="view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presProps" Target="presProps.xml"/>
<Relationship Id="rId5" Type="http://schemas.openxmlformats.org/officeDocument/2006/relationships/slide" Target="slides/slide4.xml"/>
<Relationship Id="rId10" Type="http://schemas.microsoft.com/office/2016/11/relationships/changesInfo" Target="changesInfos/changesInfo1.xml"/>
<Relationship Id="rId4" Type="http://schemas.openxmlformats.org/officeDocument/2006/relationships/slide" Target="slides/slide3.xml"/>
<Relationship Id="rId9" Type="http://schemas.openxmlformats.org/officeDocument/2006/relationships/tableStyles" Target="tableStyles.xml"/>
<Relationship Id="rId11" Type="http://schemas.openxmlformats.org/officeDocument/2006/relationships/slide" Target="slides/slide5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锐" userId="66ec9b7a810220ff" providerId="LiveId" clId="{4A88A5F1-D14B-41C5-AD14-7EB82D6D98F1}"/>
    <pc:docChg chg="delSld modSld sldOrd">
      <pc:chgData name="李 锐" userId="66ec9b7a810220ff" providerId="LiveId" clId="{4A88A5F1-D14B-41C5-AD14-7EB82D6D98F1}" dt="2022-09-01T03:43:00.835" v="3" actId="47"/>
      <pc:docMkLst>
        <pc:docMk/>
      </pc:docMkLst>
      <pc:sldChg chg="del">
        <pc:chgData name="李 锐" userId="66ec9b7a810220ff" providerId="LiveId" clId="{4A88A5F1-D14B-41C5-AD14-7EB82D6D98F1}" dt="2022-08-29T06:52:51.174" v="0" actId="47"/>
        <pc:sldMkLst>
          <pc:docMk/>
          <pc:sldMk cId="0" sldId="256"/>
        </pc:sldMkLst>
      </pc:sldChg>
      <pc:sldChg chg="ord">
        <pc:chgData name="李 锐" userId="66ec9b7a810220ff" providerId="LiveId" clId="{4A88A5F1-D14B-41C5-AD14-7EB82D6D98F1}" dt="2022-08-29T06:52:52.499" v="2"/>
        <pc:sldMkLst>
          <pc:docMk/>
          <pc:sldMk cId="0" sldId="259"/>
        </pc:sldMkLst>
      </pc:sldChg>
      <pc:sldChg chg="del">
        <pc:chgData name="李 锐" userId="66ec9b7a810220ff" providerId="LiveId" clId="{4A88A5F1-D14B-41C5-AD14-7EB82D6D98F1}" dt="2022-09-01T03:43:00.835" v="3" actId="47"/>
        <pc:sldMkLst>
          <pc:docMk/>
          <pc:sldMk cId="0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520282" y="1038225"/>
            <a:ext cx="3657600" cy="5486400"/>
            <a:chOff x="3520282" y="1038225"/>
            <a:chExt cx="3657600" cy="5486400"/>
          </a:xfrm>
        </p:grpSpPr>
        <p:sp>
          <p:nvSpPr>
            <p:cNvPr id="3" name="rc3"/>
            <p:cNvSpPr/>
            <p:nvPr/>
          </p:nvSpPr>
          <p:spPr>
            <a:xfrm>
              <a:off x="3520281" y="1038225"/>
              <a:ext cx="3657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3520281" y="1038225"/>
              <a:ext cx="3657600" cy="5486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3963698" y="1287535"/>
              <a:ext cx="2088997" cy="49010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3963698" y="5327866"/>
              <a:ext cx="2088997" cy="0"/>
            </a:xfrm>
            <a:custGeom>
              <a:avLst/>
              <a:gdLst/>
              <a:ahLst/>
              <a:cxnLst/>
              <a:rect l="0" t="0" r="0" b="0"/>
              <a:pathLst>
                <a:path w="2088997">
                  <a:moveTo>
                    <a:pt x="0" y="0"/>
                  </a:moveTo>
                  <a:lnTo>
                    <a:pt x="2088997" y="0"/>
                  </a:lnTo>
                  <a:lnTo>
                    <a:pt x="20889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3963698" y="4051945"/>
              <a:ext cx="2088997" cy="0"/>
            </a:xfrm>
            <a:custGeom>
              <a:avLst/>
              <a:gdLst/>
              <a:ahLst/>
              <a:cxnLst/>
              <a:rect l="0" t="0" r="0" b="0"/>
              <a:pathLst>
                <a:path w="2088997">
                  <a:moveTo>
                    <a:pt x="0" y="0"/>
                  </a:moveTo>
                  <a:lnTo>
                    <a:pt x="2088997" y="0"/>
                  </a:lnTo>
                  <a:lnTo>
                    <a:pt x="20889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3963698" y="2776024"/>
              <a:ext cx="2088997" cy="0"/>
            </a:xfrm>
            <a:custGeom>
              <a:avLst/>
              <a:gdLst/>
              <a:ahLst/>
              <a:cxnLst/>
              <a:rect l="0" t="0" r="0" b="0"/>
              <a:pathLst>
                <a:path w="2088997">
                  <a:moveTo>
                    <a:pt x="0" y="0"/>
                  </a:moveTo>
                  <a:lnTo>
                    <a:pt x="2088997" y="0"/>
                  </a:lnTo>
                  <a:lnTo>
                    <a:pt x="20889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3963698" y="1500104"/>
              <a:ext cx="2088997" cy="0"/>
            </a:xfrm>
            <a:custGeom>
              <a:avLst/>
              <a:gdLst/>
              <a:ahLst/>
              <a:cxnLst/>
              <a:rect l="0" t="0" r="0" b="0"/>
              <a:pathLst>
                <a:path w="2088997">
                  <a:moveTo>
                    <a:pt x="0" y="0"/>
                  </a:moveTo>
                  <a:lnTo>
                    <a:pt x="2088997" y="0"/>
                  </a:lnTo>
                  <a:lnTo>
                    <a:pt x="20889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3963698" y="5965826"/>
              <a:ext cx="2088997" cy="0"/>
            </a:xfrm>
            <a:custGeom>
              <a:avLst/>
              <a:gdLst/>
              <a:ahLst/>
              <a:cxnLst/>
              <a:rect l="0" t="0" r="0" b="0"/>
              <a:pathLst>
                <a:path w="2088997">
                  <a:moveTo>
                    <a:pt x="0" y="0"/>
                  </a:moveTo>
                  <a:lnTo>
                    <a:pt x="2088997" y="0"/>
                  </a:lnTo>
                  <a:lnTo>
                    <a:pt x="2088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3963698" y="4689905"/>
              <a:ext cx="2088997" cy="0"/>
            </a:xfrm>
            <a:custGeom>
              <a:avLst/>
              <a:gdLst/>
              <a:ahLst/>
              <a:cxnLst/>
              <a:rect l="0" t="0" r="0" b="0"/>
              <a:pathLst>
                <a:path w="2088997">
                  <a:moveTo>
                    <a:pt x="0" y="0"/>
                  </a:moveTo>
                  <a:lnTo>
                    <a:pt x="2088997" y="0"/>
                  </a:lnTo>
                  <a:lnTo>
                    <a:pt x="2088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3963698" y="3413985"/>
              <a:ext cx="2088997" cy="0"/>
            </a:xfrm>
            <a:custGeom>
              <a:avLst/>
              <a:gdLst/>
              <a:ahLst/>
              <a:cxnLst/>
              <a:rect l="0" t="0" r="0" b="0"/>
              <a:pathLst>
                <a:path w="2088997">
                  <a:moveTo>
                    <a:pt x="0" y="0"/>
                  </a:moveTo>
                  <a:lnTo>
                    <a:pt x="2088997" y="0"/>
                  </a:lnTo>
                  <a:lnTo>
                    <a:pt x="2088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3963698" y="2138064"/>
              <a:ext cx="2088997" cy="0"/>
            </a:xfrm>
            <a:custGeom>
              <a:avLst/>
              <a:gdLst/>
              <a:ahLst/>
              <a:cxnLst/>
              <a:rect l="0" t="0" r="0" b="0"/>
              <a:pathLst>
                <a:path w="2088997">
                  <a:moveTo>
                    <a:pt x="0" y="0"/>
                  </a:moveTo>
                  <a:lnTo>
                    <a:pt x="2088997" y="0"/>
                  </a:lnTo>
                  <a:lnTo>
                    <a:pt x="20889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4533425" y="1287535"/>
              <a:ext cx="0" cy="4901066"/>
            </a:xfrm>
            <a:custGeom>
              <a:avLst/>
              <a:gdLst/>
              <a:ahLst/>
              <a:cxnLst/>
              <a:rect l="0" t="0" r="0" b="0"/>
              <a:pathLst>
                <a:path h="4901066">
                  <a:moveTo>
                    <a:pt x="0" y="49010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5482969" y="1287535"/>
              <a:ext cx="0" cy="4901066"/>
            </a:xfrm>
            <a:custGeom>
              <a:avLst/>
              <a:gdLst/>
              <a:ahLst/>
              <a:cxnLst/>
              <a:rect l="0" t="0" r="0" b="0"/>
              <a:pathLst>
                <a:path h="4901066">
                  <a:moveTo>
                    <a:pt x="0" y="49010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5055674" y="5054181"/>
              <a:ext cx="427294" cy="911645"/>
            </a:xfrm>
            <a:prstGeom prst="rect">
              <a:avLst/>
            </a:prstGeom>
            <a:solidFill>
              <a:srgbClr val="F8766D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5482969" y="1510311"/>
              <a:ext cx="427294" cy="4455514"/>
            </a:xfrm>
            <a:prstGeom prst="rect">
              <a:avLst/>
            </a:prstGeom>
            <a:solidFill>
              <a:srgbClr val="00BFC4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4106130" y="5202825"/>
              <a:ext cx="427294" cy="763000"/>
            </a:xfrm>
            <a:prstGeom prst="rect">
              <a:avLst/>
            </a:prstGeom>
            <a:solidFill>
              <a:srgbClr val="F8766D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4533425" y="2379851"/>
              <a:ext cx="427294" cy="3585974"/>
            </a:xfrm>
            <a:prstGeom prst="rect">
              <a:avLst/>
            </a:prstGeom>
            <a:solidFill>
              <a:srgbClr val="00BFC4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5055674" y="5206121"/>
              <a:ext cx="427294" cy="759704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5482969" y="2252897"/>
              <a:ext cx="427294" cy="371292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4106130" y="5647909"/>
              <a:ext cx="427294" cy="31791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4533425" y="4471670"/>
              <a:ext cx="427294" cy="14941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963698" y="1287535"/>
              <a:ext cx="2088997" cy="490106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tx25"/>
            <p:cNvSpPr/>
            <p:nvPr/>
          </p:nvSpPr>
          <p:spPr>
            <a:xfrm>
              <a:off x="3855864" y="5935505"/>
              <a:ext cx="45204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720252" y="4659584"/>
              <a:ext cx="180816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720252" y="3383663"/>
              <a:ext cx="180816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720252" y="2107743"/>
              <a:ext cx="180816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6000</a:t>
              </a:r>
            </a:p>
          </p:txBody>
        </p:sp>
        <p:sp>
          <p:nvSpPr>
            <p:cNvPr id="29" name="pl29"/>
            <p:cNvSpPr/>
            <p:nvPr/>
          </p:nvSpPr>
          <p:spPr>
            <a:xfrm>
              <a:off x="3928904" y="596582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3928904" y="468990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3928904" y="341398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3928904" y="213806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4533425" y="61886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5482969" y="61886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x35"/>
            <p:cNvSpPr/>
            <p:nvPr/>
          </p:nvSpPr>
          <p:spPr>
            <a:xfrm>
              <a:off x="4384359" y="6245675"/>
              <a:ext cx="298132" cy="637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QE Plus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311301" y="6249208"/>
              <a:ext cx="343336" cy="602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TOF6600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768212" y="6358257"/>
              <a:ext cx="479970" cy="739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Instrument</a:t>
              </a:r>
            </a:p>
          </p:txBody>
        </p:sp>
        <p:sp>
          <p:nvSpPr>
            <p:cNvPr id="38" name="tx38"/>
            <p:cNvSpPr/>
            <p:nvPr/>
          </p:nvSpPr>
          <p:spPr>
            <a:xfrm rot="-5400000">
              <a:off x="3259744" y="3690989"/>
              <a:ext cx="711547" cy="941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Spectrum count</a:t>
              </a:r>
            </a:p>
          </p:txBody>
        </p:sp>
        <p:sp>
          <p:nvSpPr>
            <p:cNvPr id="39" name="rc39"/>
            <p:cNvSpPr/>
            <p:nvPr/>
          </p:nvSpPr>
          <p:spPr>
            <a:xfrm>
              <a:off x="6191874" y="2933099"/>
              <a:ext cx="626858" cy="735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" name="tx40"/>
            <p:cNvSpPr/>
            <p:nvPr/>
          </p:nvSpPr>
          <p:spPr>
            <a:xfrm>
              <a:off x="6261463" y="3018474"/>
              <a:ext cx="502642" cy="739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Total count</a:t>
              </a:r>
            </a:p>
          </p:txBody>
        </p:sp>
        <p:sp>
          <p:nvSpPr>
            <p:cNvPr id="41" name="rc41"/>
            <p:cNvSpPr/>
            <p:nvPr/>
          </p:nvSpPr>
          <p:spPr>
            <a:xfrm>
              <a:off x="6261463" y="3159978"/>
              <a:ext cx="219456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6270463" y="3168978"/>
              <a:ext cx="201455" cy="201455"/>
            </a:xfrm>
            <a:prstGeom prst="rect">
              <a:avLst/>
            </a:prstGeom>
            <a:solidFill>
              <a:srgbClr val="F8766D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6261463" y="3379434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6270463" y="3388434"/>
              <a:ext cx="201455" cy="201456"/>
            </a:xfrm>
            <a:prstGeom prst="rect">
              <a:avLst/>
            </a:prstGeom>
            <a:solidFill>
              <a:srgbClr val="00BFC4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tx45"/>
            <p:cNvSpPr/>
            <p:nvPr/>
          </p:nvSpPr>
          <p:spPr>
            <a:xfrm>
              <a:off x="6531529" y="3238631"/>
              <a:ext cx="167124" cy="601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MS1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531529" y="3458087"/>
              <a:ext cx="167124" cy="601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MS2</a:t>
              </a:r>
            </a:p>
          </p:txBody>
        </p:sp>
        <p:sp>
          <p:nvSpPr>
            <p:cNvPr id="47" name="rc47"/>
            <p:cNvSpPr/>
            <p:nvPr/>
          </p:nvSpPr>
          <p:spPr>
            <a:xfrm>
              <a:off x="6191874" y="3807658"/>
              <a:ext cx="916418" cy="7353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8" name="tx48"/>
            <p:cNvSpPr/>
            <p:nvPr/>
          </p:nvSpPr>
          <p:spPr>
            <a:xfrm>
              <a:off x="6261463" y="3893032"/>
              <a:ext cx="790426" cy="739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Normalize to time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6261463" y="4034537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6270463" y="4043537"/>
              <a:ext cx="201455" cy="20145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6261463" y="4253993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6270463" y="4262993"/>
              <a:ext cx="201455" cy="20145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tx53"/>
            <p:cNvSpPr/>
            <p:nvPr/>
          </p:nvSpPr>
          <p:spPr>
            <a:xfrm>
              <a:off x="6531529" y="4113189"/>
              <a:ext cx="167124" cy="601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MS1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531529" y="4332645"/>
              <a:ext cx="167124" cy="601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MS2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963698" y="1082096"/>
              <a:ext cx="853856" cy="1129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Spectrum count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05882" y="2409825"/>
            <a:ext cx="5486400" cy="2743200"/>
            <a:chOff x="2605882" y="2409825"/>
            <a:chExt cx="5486400" cy="2743200"/>
          </a:xfrm>
        </p:grpSpPr>
        <p:sp>
          <p:nvSpPr>
            <p:cNvPr id="3" name="rc3"/>
            <p:cNvSpPr/>
            <p:nvPr/>
          </p:nvSpPr>
          <p:spPr>
            <a:xfrm>
              <a:off x="2605881" y="2409825"/>
              <a:ext cx="5486400" cy="2743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2605881" y="2409825"/>
              <a:ext cx="5486399" cy="2743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3164551" y="2659135"/>
              <a:ext cx="4858141" cy="21578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3164551" y="4411451"/>
              <a:ext cx="4858141" cy="0"/>
            </a:xfrm>
            <a:custGeom>
              <a:avLst/>
              <a:gdLst/>
              <a:ahLst/>
              <a:cxnLst/>
              <a:rect l="0" t="0" r="0" b="0"/>
              <a:pathLst>
                <a:path w="4858141">
                  <a:moveTo>
                    <a:pt x="0" y="0"/>
                  </a:moveTo>
                  <a:lnTo>
                    <a:pt x="4858141" y="0"/>
                  </a:lnTo>
                  <a:lnTo>
                    <a:pt x="485814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3164551" y="3791223"/>
              <a:ext cx="4858141" cy="0"/>
            </a:xfrm>
            <a:custGeom>
              <a:avLst/>
              <a:gdLst/>
              <a:ahLst/>
              <a:cxnLst/>
              <a:rect l="0" t="0" r="0" b="0"/>
              <a:pathLst>
                <a:path w="4858141">
                  <a:moveTo>
                    <a:pt x="0" y="0"/>
                  </a:moveTo>
                  <a:lnTo>
                    <a:pt x="4858141" y="0"/>
                  </a:lnTo>
                  <a:lnTo>
                    <a:pt x="485814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3164551" y="3170995"/>
              <a:ext cx="4858141" cy="0"/>
            </a:xfrm>
            <a:custGeom>
              <a:avLst/>
              <a:gdLst/>
              <a:ahLst/>
              <a:cxnLst/>
              <a:rect l="0" t="0" r="0" b="0"/>
              <a:pathLst>
                <a:path w="4858141">
                  <a:moveTo>
                    <a:pt x="0" y="0"/>
                  </a:moveTo>
                  <a:lnTo>
                    <a:pt x="4858141" y="0"/>
                  </a:lnTo>
                  <a:lnTo>
                    <a:pt x="485814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3998777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5225580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6452384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7679187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3164551" y="4721565"/>
              <a:ext cx="4858141" cy="0"/>
            </a:xfrm>
            <a:custGeom>
              <a:avLst/>
              <a:gdLst/>
              <a:ahLst/>
              <a:cxnLst/>
              <a:rect l="0" t="0" r="0" b="0"/>
              <a:pathLst>
                <a:path w="4858141">
                  <a:moveTo>
                    <a:pt x="0" y="0"/>
                  </a:moveTo>
                  <a:lnTo>
                    <a:pt x="4858141" y="0"/>
                  </a:lnTo>
                  <a:lnTo>
                    <a:pt x="485814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3164551" y="4101337"/>
              <a:ext cx="4858141" cy="0"/>
            </a:xfrm>
            <a:custGeom>
              <a:avLst/>
              <a:gdLst/>
              <a:ahLst/>
              <a:cxnLst/>
              <a:rect l="0" t="0" r="0" b="0"/>
              <a:pathLst>
                <a:path w="4858141">
                  <a:moveTo>
                    <a:pt x="0" y="0"/>
                  </a:moveTo>
                  <a:lnTo>
                    <a:pt x="4858141" y="0"/>
                  </a:lnTo>
                  <a:lnTo>
                    <a:pt x="485814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3164551" y="3481109"/>
              <a:ext cx="4858141" cy="0"/>
            </a:xfrm>
            <a:custGeom>
              <a:avLst/>
              <a:gdLst/>
              <a:ahLst/>
              <a:cxnLst/>
              <a:rect l="0" t="0" r="0" b="0"/>
              <a:pathLst>
                <a:path w="4858141">
                  <a:moveTo>
                    <a:pt x="0" y="0"/>
                  </a:moveTo>
                  <a:lnTo>
                    <a:pt x="4858141" y="0"/>
                  </a:lnTo>
                  <a:lnTo>
                    <a:pt x="485814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3164551" y="2860881"/>
              <a:ext cx="4858141" cy="0"/>
            </a:xfrm>
            <a:custGeom>
              <a:avLst/>
              <a:gdLst/>
              <a:ahLst/>
              <a:cxnLst/>
              <a:rect l="0" t="0" r="0" b="0"/>
              <a:pathLst>
                <a:path w="4858141">
                  <a:moveTo>
                    <a:pt x="0" y="0"/>
                  </a:moveTo>
                  <a:lnTo>
                    <a:pt x="4858141" y="0"/>
                  </a:lnTo>
                  <a:lnTo>
                    <a:pt x="485814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3385375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4612179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5838982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7065785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3386467" y="2757220"/>
              <a:ext cx="4413369" cy="1961696"/>
            </a:xfrm>
            <a:custGeom>
              <a:avLst/>
              <a:gdLst/>
              <a:ahLst/>
              <a:cxnLst/>
              <a:rect l="0" t="0" r="0" b="0"/>
              <a:pathLst>
                <a:path w="4413369" h="1961696">
                  <a:moveTo>
                    <a:pt x="0" y="1961696"/>
                  </a:moveTo>
                  <a:lnTo>
                    <a:pt x="1165" y="1924329"/>
                  </a:lnTo>
                  <a:lnTo>
                    <a:pt x="2484" y="1931770"/>
                  </a:lnTo>
                  <a:lnTo>
                    <a:pt x="3686" y="1932476"/>
                  </a:lnTo>
                  <a:lnTo>
                    <a:pt x="4913" y="1931195"/>
                  </a:lnTo>
                  <a:lnTo>
                    <a:pt x="6158" y="1930048"/>
                  </a:lnTo>
                  <a:lnTo>
                    <a:pt x="7385" y="1932937"/>
                  </a:lnTo>
                  <a:lnTo>
                    <a:pt x="8599" y="1929860"/>
                  </a:lnTo>
                  <a:lnTo>
                    <a:pt x="9838" y="1931631"/>
                  </a:lnTo>
                  <a:lnTo>
                    <a:pt x="11053" y="1932664"/>
                  </a:lnTo>
                  <a:lnTo>
                    <a:pt x="12280" y="1930702"/>
                  </a:lnTo>
                  <a:lnTo>
                    <a:pt x="13513" y="1932361"/>
                  </a:lnTo>
                  <a:lnTo>
                    <a:pt x="14733" y="1932122"/>
                  </a:lnTo>
                  <a:lnTo>
                    <a:pt x="15960" y="1933012"/>
                  </a:lnTo>
                  <a:lnTo>
                    <a:pt x="17187" y="1930788"/>
                  </a:lnTo>
                  <a:lnTo>
                    <a:pt x="18414" y="1932260"/>
                  </a:lnTo>
                  <a:lnTo>
                    <a:pt x="19641" y="1930616"/>
                  </a:lnTo>
                  <a:lnTo>
                    <a:pt x="20867" y="1931189"/>
                  </a:lnTo>
                  <a:lnTo>
                    <a:pt x="22094" y="1930956"/>
                  </a:lnTo>
                  <a:lnTo>
                    <a:pt x="23327" y="1932289"/>
                  </a:lnTo>
                  <a:lnTo>
                    <a:pt x="24548" y="1931011"/>
                  </a:lnTo>
                  <a:lnTo>
                    <a:pt x="28388" y="1932398"/>
                  </a:lnTo>
                  <a:lnTo>
                    <a:pt x="32252" y="1931820"/>
                  </a:lnTo>
                  <a:lnTo>
                    <a:pt x="36117" y="1935134"/>
                  </a:lnTo>
                  <a:lnTo>
                    <a:pt x="39981" y="1930857"/>
                  </a:lnTo>
                  <a:lnTo>
                    <a:pt x="43907" y="1932463"/>
                  </a:lnTo>
                  <a:lnTo>
                    <a:pt x="47833" y="1931759"/>
                  </a:lnTo>
                  <a:lnTo>
                    <a:pt x="51758" y="1931641"/>
                  </a:lnTo>
                  <a:lnTo>
                    <a:pt x="55684" y="1930957"/>
                  </a:lnTo>
                  <a:lnTo>
                    <a:pt x="59610" y="1932877"/>
                  </a:lnTo>
                  <a:lnTo>
                    <a:pt x="63536" y="1932532"/>
                  </a:lnTo>
                  <a:lnTo>
                    <a:pt x="67461" y="1930855"/>
                  </a:lnTo>
                  <a:lnTo>
                    <a:pt x="71326" y="1931686"/>
                  </a:lnTo>
                  <a:lnTo>
                    <a:pt x="75245" y="1931597"/>
                  </a:lnTo>
                  <a:lnTo>
                    <a:pt x="79110" y="1931285"/>
                  </a:lnTo>
                  <a:lnTo>
                    <a:pt x="82980" y="1933727"/>
                  </a:lnTo>
                  <a:lnTo>
                    <a:pt x="86900" y="1929399"/>
                  </a:lnTo>
                  <a:lnTo>
                    <a:pt x="90765" y="1931957"/>
                  </a:lnTo>
                  <a:lnTo>
                    <a:pt x="94629" y="1931487"/>
                  </a:lnTo>
                  <a:lnTo>
                    <a:pt x="98555" y="1930277"/>
                  </a:lnTo>
                  <a:lnTo>
                    <a:pt x="102419" y="1930054"/>
                  </a:lnTo>
                  <a:lnTo>
                    <a:pt x="106284" y="1930918"/>
                  </a:lnTo>
                  <a:lnTo>
                    <a:pt x="107578" y="1928420"/>
                  </a:lnTo>
                  <a:lnTo>
                    <a:pt x="111498" y="1930159"/>
                  </a:lnTo>
                  <a:lnTo>
                    <a:pt x="115362" y="1930267"/>
                  </a:lnTo>
                  <a:lnTo>
                    <a:pt x="116650" y="1930917"/>
                  </a:lnTo>
                  <a:lnTo>
                    <a:pt x="117938" y="1931853"/>
                  </a:lnTo>
                  <a:lnTo>
                    <a:pt x="119220" y="1929844"/>
                  </a:lnTo>
                  <a:lnTo>
                    <a:pt x="120527" y="1929994"/>
                  </a:lnTo>
                  <a:lnTo>
                    <a:pt x="121858" y="1930500"/>
                  </a:lnTo>
                  <a:lnTo>
                    <a:pt x="125728" y="1927727"/>
                  </a:lnTo>
                  <a:lnTo>
                    <a:pt x="127017" y="1930194"/>
                  </a:lnTo>
                  <a:lnTo>
                    <a:pt x="128299" y="1930982"/>
                  </a:lnTo>
                  <a:lnTo>
                    <a:pt x="129593" y="1930686"/>
                  </a:lnTo>
                  <a:lnTo>
                    <a:pt x="130881" y="1928582"/>
                  </a:lnTo>
                  <a:lnTo>
                    <a:pt x="132163" y="1929097"/>
                  </a:lnTo>
                  <a:lnTo>
                    <a:pt x="133451" y="1929150"/>
                  </a:lnTo>
                  <a:lnTo>
                    <a:pt x="137322" y="1929075"/>
                  </a:lnTo>
                  <a:lnTo>
                    <a:pt x="141186" y="1929299"/>
                  </a:lnTo>
                  <a:lnTo>
                    <a:pt x="145051" y="1923978"/>
                  </a:lnTo>
                  <a:lnTo>
                    <a:pt x="148915" y="1924095"/>
                  </a:lnTo>
                  <a:lnTo>
                    <a:pt x="152779" y="1923868"/>
                  </a:lnTo>
                  <a:lnTo>
                    <a:pt x="156644" y="1910689"/>
                  </a:lnTo>
                  <a:lnTo>
                    <a:pt x="160570" y="1909021"/>
                  </a:lnTo>
                  <a:lnTo>
                    <a:pt x="164489" y="1911313"/>
                  </a:lnTo>
                  <a:lnTo>
                    <a:pt x="168415" y="1913195"/>
                  </a:lnTo>
                  <a:lnTo>
                    <a:pt x="172341" y="1918063"/>
                  </a:lnTo>
                  <a:lnTo>
                    <a:pt x="176267" y="1921454"/>
                  </a:lnTo>
                  <a:lnTo>
                    <a:pt x="180199" y="1922596"/>
                  </a:lnTo>
                  <a:lnTo>
                    <a:pt x="184118" y="1920538"/>
                  </a:lnTo>
                  <a:lnTo>
                    <a:pt x="188780" y="1904839"/>
                  </a:lnTo>
                  <a:lnTo>
                    <a:pt x="192706" y="1751983"/>
                  </a:lnTo>
                  <a:lnTo>
                    <a:pt x="196754" y="1525684"/>
                  </a:lnTo>
                  <a:lnTo>
                    <a:pt x="200803" y="1416416"/>
                  </a:lnTo>
                  <a:lnTo>
                    <a:pt x="204851" y="1527380"/>
                  </a:lnTo>
                  <a:lnTo>
                    <a:pt x="208777" y="1529629"/>
                  </a:lnTo>
                  <a:lnTo>
                    <a:pt x="212887" y="1318364"/>
                  </a:lnTo>
                  <a:lnTo>
                    <a:pt x="216996" y="1414047"/>
                  </a:lnTo>
                  <a:lnTo>
                    <a:pt x="221045" y="1271562"/>
                  </a:lnTo>
                  <a:lnTo>
                    <a:pt x="224909" y="0"/>
                  </a:lnTo>
                  <a:lnTo>
                    <a:pt x="228774" y="825622"/>
                  </a:lnTo>
                  <a:lnTo>
                    <a:pt x="232577" y="1532069"/>
                  </a:lnTo>
                  <a:lnTo>
                    <a:pt x="236441" y="929443"/>
                  </a:lnTo>
                  <a:lnTo>
                    <a:pt x="240367" y="637092"/>
                  </a:lnTo>
                  <a:lnTo>
                    <a:pt x="244232" y="877874"/>
                  </a:lnTo>
                  <a:lnTo>
                    <a:pt x="248096" y="1336055"/>
                  </a:lnTo>
                  <a:lnTo>
                    <a:pt x="251960" y="1534947"/>
                  </a:lnTo>
                  <a:lnTo>
                    <a:pt x="255757" y="1622475"/>
                  </a:lnTo>
                  <a:lnTo>
                    <a:pt x="259628" y="1692354"/>
                  </a:lnTo>
                  <a:lnTo>
                    <a:pt x="263548" y="1713543"/>
                  </a:lnTo>
                  <a:lnTo>
                    <a:pt x="267473" y="1755542"/>
                  </a:lnTo>
                  <a:lnTo>
                    <a:pt x="271399" y="1769254"/>
                  </a:lnTo>
                  <a:lnTo>
                    <a:pt x="275325" y="1796544"/>
                  </a:lnTo>
                  <a:lnTo>
                    <a:pt x="279257" y="1802657"/>
                  </a:lnTo>
                  <a:lnTo>
                    <a:pt x="283299" y="1808336"/>
                  </a:lnTo>
                  <a:lnTo>
                    <a:pt x="287225" y="1810396"/>
                  </a:lnTo>
                  <a:lnTo>
                    <a:pt x="291273" y="1819386"/>
                  </a:lnTo>
                  <a:lnTo>
                    <a:pt x="295199" y="1821825"/>
                  </a:lnTo>
                  <a:lnTo>
                    <a:pt x="299248" y="1853119"/>
                  </a:lnTo>
                  <a:lnTo>
                    <a:pt x="303112" y="1849070"/>
                  </a:lnTo>
                  <a:lnTo>
                    <a:pt x="307160" y="1875546"/>
                  </a:lnTo>
                  <a:lnTo>
                    <a:pt x="311025" y="1866285"/>
                  </a:lnTo>
                  <a:lnTo>
                    <a:pt x="314951" y="1860537"/>
                  </a:lnTo>
                  <a:lnTo>
                    <a:pt x="318938" y="1871228"/>
                  </a:lnTo>
                  <a:lnTo>
                    <a:pt x="323047" y="1876425"/>
                  </a:lnTo>
                  <a:lnTo>
                    <a:pt x="327035" y="1872461"/>
                  </a:lnTo>
                  <a:lnTo>
                    <a:pt x="331083" y="1867236"/>
                  </a:lnTo>
                  <a:lnTo>
                    <a:pt x="335070" y="1869579"/>
                  </a:lnTo>
                  <a:lnTo>
                    <a:pt x="339119" y="1861205"/>
                  </a:lnTo>
                  <a:lnTo>
                    <a:pt x="343106" y="1862199"/>
                  </a:lnTo>
                  <a:lnTo>
                    <a:pt x="347216" y="1861298"/>
                  </a:lnTo>
                  <a:lnTo>
                    <a:pt x="351196" y="1862656"/>
                  </a:lnTo>
                  <a:lnTo>
                    <a:pt x="355245" y="1867161"/>
                  </a:lnTo>
                  <a:lnTo>
                    <a:pt x="359232" y="1868345"/>
                  </a:lnTo>
                  <a:lnTo>
                    <a:pt x="363287" y="1871501"/>
                  </a:lnTo>
                  <a:lnTo>
                    <a:pt x="367206" y="1873475"/>
                  </a:lnTo>
                  <a:lnTo>
                    <a:pt x="371261" y="1877556"/>
                  </a:lnTo>
                  <a:lnTo>
                    <a:pt x="375248" y="1876748"/>
                  </a:lnTo>
                  <a:lnTo>
                    <a:pt x="379413" y="1883325"/>
                  </a:lnTo>
                  <a:lnTo>
                    <a:pt x="383461" y="1880875"/>
                  </a:lnTo>
                  <a:lnTo>
                    <a:pt x="387510" y="1882842"/>
                  </a:lnTo>
                  <a:lnTo>
                    <a:pt x="391558" y="1884614"/>
                  </a:lnTo>
                  <a:lnTo>
                    <a:pt x="395607" y="1885539"/>
                  </a:lnTo>
                  <a:lnTo>
                    <a:pt x="399655" y="1884508"/>
                  </a:lnTo>
                  <a:lnTo>
                    <a:pt x="404072" y="1889233"/>
                  </a:lnTo>
                  <a:lnTo>
                    <a:pt x="408120" y="1893703"/>
                  </a:lnTo>
                  <a:lnTo>
                    <a:pt x="412230" y="1896208"/>
                  </a:lnTo>
                  <a:lnTo>
                    <a:pt x="416156" y="1898238"/>
                  </a:lnTo>
                  <a:lnTo>
                    <a:pt x="420204" y="1898733"/>
                  </a:lnTo>
                  <a:lnTo>
                    <a:pt x="424130" y="1900661"/>
                  </a:lnTo>
                  <a:lnTo>
                    <a:pt x="428117" y="1903286"/>
                  </a:lnTo>
                  <a:lnTo>
                    <a:pt x="432043" y="1903456"/>
                  </a:lnTo>
                  <a:lnTo>
                    <a:pt x="436030" y="1904234"/>
                  </a:lnTo>
                  <a:lnTo>
                    <a:pt x="439956" y="1905246"/>
                  </a:lnTo>
                  <a:lnTo>
                    <a:pt x="443943" y="1904856"/>
                  </a:lnTo>
                  <a:lnTo>
                    <a:pt x="447862" y="1905403"/>
                  </a:lnTo>
                  <a:lnTo>
                    <a:pt x="451850" y="1907224"/>
                  </a:lnTo>
                  <a:lnTo>
                    <a:pt x="455775" y="1906721"/>
                  </a:lnTo>
                  <a:lnTo>
                    <a:pt x="459762" y="1905855"/>
                  </a:lnTo>
                  <a:lnTo>
                    <a:pt x="463688" y="1903654"/>
                  </a:lnTo>
                  <a:lnTo>
                    <a:pt x="467675" y="1907317"/>
                  </a:lnTo>
                  <a:lnTo>
                    <a:pt x="471601" y="1902147"/>
                  </a:lnTo>
                  <a:lnTo>
                    <a:pt x="475527" y="1905212"/>
                  </a:lnTo>
                  <a:lnTo>
                    <a:pt x="479453" y="1900103"/>
                  </a:lnTo>
                  <a:lnTo>
                    <a:pt x="483378" y="1900350"/>
                  </a:lnTo>
                  <a:lnTo>
                    <a:pt x="487243" y="1895409"/>
                  </a:lnTo>
                  <a:lnTo>
                    <a:pt x="491169" y="1891441"/>
                  </a:lnTo>
                  <a:lnTo>
                    <a:pt x="492463" y="1891511"/>
                  </a:lnTo>
                  <a:lnTo>
                    <a:pt x="496383" y="1888214"/>
                  </a:lnTo>
                  <a:lnTo>
                    <a:pt x="500247" y="1880454"/>
                  </a:lnTo>
                  <a:lnTo>
                    <a:pt x="504173" y="1879642"/>
                  </a:lnTo>
                  <a:lnTo>
                    <a:pt x="508037" y="1873744"/>
                  </a:lnTo>
                  <a:lnTo>
                    <a:pt x="511963" y="1864343"/>
                  </a:lnTo>
                  <a:lnTo>
                    <a:pt x="513233" y="1866549"/>
                  </a:lnTo>
                  <a:lnTo>
                    <a:pt x="517116" y="1880385"/>
                  </a:lnTo>
                  <a:lnTo>
                    <a:pt x="520919" y="1846208"/>
                  </a:lnTo>
                  <a:lnTo>
                    <a:pt x="524844" y="1884881"/>
                  </a:lnTo>
                  <a:lnTo>
                    <a:pt x="526034" y="1835780"/>
                  </a:lnTo>
                  <a:lnTo>
                    <a:pt x="529936" y="1876511"/>
                  </a:lnTo>
                  <a:lnTo>
                    <a:pt x="531119" y="1864408"/>
                  </a:lnTo>
                  <a:lnTo>
                    <a:pt x="534904" y="1826979"/>
                  </a:lnTo>
                  <a:lnTo>
                    <a:pt x="536198" y="1873973"/>
                  </a:lnTo>
                  <a:lnTo>
                    <a:pt x="539989" y="1850121"/>
                  </a:lnTo>
                  <a:lnTo>
                    <a:pt x="541198" y="1813760"/>
                  </a:lnTo>
                  <a:lnTo>
                    <a:pt x="542541" y="1874813"/>
                  </a:lnTo>
                  <a:lnTo>
                    <a:pt x="546307" y="1838546"/>
                  </a:lnTo>
                  <a:lnTo>
                    <a:pt x="550110" y="1857111"/>
                  </a:lnTo>
                  <a:lnTo>
                    <a:pt x="551294" y="1847620"/>
                  </a:lnTo>
                  <a:lnTo>
                    <a:pt x="555079" y="1796792"/>
                  </a:lnTo>
                  <a:lnTo>
                    <a:pt x="556392" y="1855567"/>
                  </a:lnTo>
                  <a:lnTo>
                    <a:pt x="557569" y="1843232"/>
                  </a:lnTo>
                  <a:lnTo>
                    <a:pt x="558784" y="1787091"/>
                  </a:lnTo>
                  <a:lnTo>
                    <a:pt x="562685" y="1840253"/>
                  </a:lnTo>
                  <a:lnTo>
                    <a:pt x="563894" y="1776077"/>
                  </a:lnTo>
                  <a:lnTo>
                    <a:pt x="567838" y="1830064"/>
                  </a:lnTo>
                  <a:lnTo>
                    <a:pt x="571641" y="1770003"/>
                  </a:lnTo>
                  <a:lnTo>
                    <a:pt x="575567" y="1832665"/>
                  </a:lnTo>
                  <a:lnTo>
                    <a:pt x="576775" y="1816804"/>
                  </a:lnTo>
                  <a:lnTo>
                    <a:pt x="577983" y="1821981"/>
                  </a:lnTo>
                  <a:lnTo>
                    <a:pt x="579149" y="1809239"/>
                  </a:lnTo>
                  <a:lnTo>
                    <a:pt x="580314" y="1812800"/>
                  </a:lnTo>
                  <a:lnTo>
                    <a:pt x="581480" y="1803767"/>
                  </a:lnTo>
                  <a:lnTo>
                    <a:pt x="582651" y="1802402"/>
                  </a:lnTo>
                  <a:lnTo>
                    <a:pt x="583817" y="1802918"/>
                  </a:lnTo>
                  <a:lnTo>
                    <a:pt x="584976" y="1795655"/>
                  </a:lnTo>
                  <a:lnTo>
                    <a:pt x="588755" y="1789744"/>
                  </a:lnTo>
                  <a:lnTo>
                    <a:pt x="592558" y="1794124"/>
                  </a:lnTo>
                  <a:lnTo>
                    <a:pt x="596361" y="1812070"/>
                  </a:lnTo>
                  <a:lnTo>
                    <a:pt x="600164" y="1797096"/>
                  </a:lnTo>
                  <a:lnTo>
                    <a:pt x="603967" y="1780429"/>
                  </a:lnTo>
                  <a:lnTo>
                    <a:pt x="607770" y="1746429"/>
                  </a:lnTo>
                  <a:lnTo>
                    <a:pt x="611573" y="1741334"/>
                  </a:lnTo>
                  <a:lnTo>
                    <a:pt x="615376" y="1721755"/>
                  </a:lnTo>
                  <a:lnTo>
                    <a:pt x="619179" y="1713780"/>
                  </a:lnTo>
                  <a:lnTo>
                    <a:pt x="622982" y="1711404"/>
                  </a:lnTo>
                  <a:lnTo>
                    <a:pt x="626786" y="1682343"/>
                  </a:lnTo>
                  <a:lnTo>
                    <a:pt x="630589" y="1692191"/>
                  </a:lnTo>
                  <a:lnTo>
                    <a:pt x="634392" y="1694947"/>
                  </a:lnTo>
                  <a:lnTo>
                    <a:pt x="638189" y="1732990"/>
                  </a:lnTo>
                  <a:lnTo>
                    <a:pt x="641992" y="1779573"/>
                  </a:lnTo>
                  <a:lnTo>
                    <a:pt x="645795" y="1838468"/>
                  </a:lnTo>
                  <a:lnTo>
                    <a:pt x="649598" y="1861034"/>
                  </a:lnTo>
                  <a:lnTo>
                    <a:pt x="653407" y="1871192"/>
                  </a:lnTo>
                  <a:lnTo>
                    <a:pt x="657204" y="1871191"/>
                  </a:lnTo>
                  <a:lnTo>
                    <a:pt x="661007" y="1852962"/>
                  </a:lnTo>
                  <a:lnTo>
                    <a:pt x="664994" y="1882194"/>
                  </a:lnTo>
                  <a:lnTo>
                    <a:pt x="668859" y="1864492"/>
                  </a:lnTo>
                  <a:lnTo>
                    <a:pt x="672846" y="1882829"/>
                  </a:lnTo>
                  <a:lnTo>
                    <a:pt x="676772" y="1871460"/>
                  </a:lnTo>
                  <a:lnTo>
                    <a:pt x="680759" y="1871888"/>
                  </a:lnTo>
                  <a:lnTo>
                    <a:pt x="684746" y="1877002"/>
                  </a:lnTo>
                  <a:lnTo>
                    <a:pt x="688672" y="1873578"/>
                  </a:lnTo>
                  <a:lnTo>
                    <a:pt x="692659" y="1878126"/>
                  </a:lnTo>
                  <a:lnTo>
                    <a:pt x="696585" y="1877657"/>
                  </a:lnTo>
                  <a:lnTo>
                    <a:pt x="700572" y="1875660"/>
                  </a:lnTo>
                  <a:lnTo>
                    <a:pt x="704497" y="1875557"/>
                  </a:lnTo>
                  <a:lnTo>
                    <a:pt x="708485" y="1877245"/>
                  </a:lnTo>
                  <a:lnTo>
                    <a:pt x="712410" y="1874904"/>
                  </a:lnTo>
                  <a:lnTo>
                    <a:pt x="716459" y="1875839"/>
                  </a:lnTo>
                  <a:lnTo>
                    <a:pt x="720385" y="1874306"/>
                  </a:lnTo>
                  <a:lnTo>
                    <a:pt x="724433" y="1875010"/>
                  </a:lnTo>
                  <a:lnTo>
                    <a:pt x="728353" y="1874483"/>
                  </a:lnTo>
                  <a:lnTo>
                    <a:pt x="732340" y="1871553"/>
                  </a:lnTo>
                  <a:lnTo>
                    <a:pt x="736327" y="1872481"/>
                  </a:lnTo>
                  <a:lnTo>
                    <a:pt x="740375" y="1878917"/>
                  </a:lnTo>
                  <a:lnTo>
                    <a:pt x="744301" y="1872470"/>
                  </a:lnTo>
                  <a:lnTo>
                    <a:pt x="748350" y="1869803"/>
                  </a:lnTo>
                  <a:lnTo>
                    <a:pt x="752337" y="1872997"/>
                  </a:lnTo>
                  <a:lnTo>
                    <a:pt x="756385" y="1872624"/>
                  </a:lnTo>
                  <a:lnTo>
                    <a:pt x="760372" y="1871771"/>
                  </a:lnTo>
                  <a:lnTo>
                    <a:pt x="764421" y="1875097"/>
                  </a:lnTo>
                  <a:lnTo>
                    <a:pt x="768408" y="1877335"/>
                  </a:lnTo>
                  <a:lnTo>
                    <a:pt x="772456" y="1879251"/>
                  </a:lnTo>
                  <a:lnTo>
                    <a:pt x="776443" y="1876050"/>
                  </a:lnTo>
                  <a:lnTo>
                    <a:pt x="780492" y="1879106"/>
                  </a:lnTo>
                  <a:lnTo>
                    <a:pt x="784479" y="1878039"/>
                  </a:lnTo>
                  <a:lnTo>
                    <a:pt x="788527" y="1881567"/>
                  </a:lnTo>
                  <a:lnTo>
                    <a:pt x="792514" y="1881372"/>
                  </a:lnTo>
                  <a:lnTo>
                    <a:pt x="796563" y="1881718"/>
                  </a:lnTo>
                  <a:lnTo>
                    <a:pt x="800550" y="1882114"/>
                  </a:lnTo>
                  <a:lnTo>
                    <a:pt x="804660" y="1872490"/>
                  </a:lnTo>
                  <a:lnTo>
                    <a:pt x="808770" y="1859134"/>
                  </a:lnTo>
                  <a:lnTo>
                    <a:pt x="813186" y="1849686"/>
                  </a:lnTo>
                  <a:lnTo>
                    <a:pt x="817419" y="1853998"/>
                  </a:lnTo>
                  <a:lnTo>
                    <a:pt x="821774" y="1853603"/>
                  </a:lnTo>
                  <a:lnTo>
                    <a:pt x="826000" y="1861011"/>
                  </a:lnTo>
                  <a:lnTo>
                    <a:pt x="830361" y="1862419"/>
                  </a:lnTo>
                  <a:lnTo>
                    <a:pt x="834588" y="1874996"/>
                  </a:lnTo>
                  <a:lnTo>
                    <a:pt x="838881" y="1884900"/>
                  </a:lnTo>
                  <a:lnTo>
                    <a:pt x="843053" y="1887266"/>
                  </a:lnTo>
                  <a:lnTo>
                    <a:pt x="847346" y="1894299"/>
                  </a:lnTo>
                  <a:lnTo>
                    <a:pt x="851456" y="1889381"/>
                  </a:lnTo>
                  <a:lnTo>
                    <a:pt x="855689" y="1898895"/>
                  </a:lnTo>
                  <a:lnTo>
                    <a:pt x="859737" y="1900011"/>
                  </a:lnTo>
                  <a:lnTo>
                    <a:pt x="863908" y="1900543"/>
                  </a:lnTo>
                  <a:lnTo>
                    <a:pt x="867957" y="1900708"/>
                  </a:lnTo>
                  <a:lnTo>
                    <a:pt x="872067" y="1900785"/>
                  </a:lnTo>
                  <a:lnTo>
                    <a:pt x="876115" y="1903151"/>
                  </a:lnTo>
                  <a:lnTo>
                    <a:pt x="880225" y="1902140"/>
                  </a:lnTo>
                  <a:lnTo>
                    <a:pt x="884212" y="1905869"/>
                  </a:lnTo>
                  <a:lnTo>
                    <a:pt x="888322" y="1903904"/>
                  </a:lnTo>
                  <a:lnTo>
                    <a:pt x="892309" y="1904056"/>
                  </a:lnTo>
                  <a:lnTo>
                    <a:pt x="896419" y="1903969"/>
                  </a:lnTo>
                  <a:lnTo>
                    <a:pt x="900406" y="1905843"/>
                  </a:lnTo>
                  <a:lnTo>
                    <a:pt x="904515" y="1902468"/>
                  </a:lnTo>
                  <a:lnTo>
                    <a:pt x="908564" y="1905758"/>
                  </a:lnTo>
                  <a:lnTo>
                    <a:pt x="912668" y="1906193"/>
                  </a:lnTo>
                  <a:lnTo>
                    <a:pt x="916716" y="1902922"/>
                  </a:lnTo>
                  <a:lnTo>
                    <a:pt x="920832" y="1906381"/>
                  </a:lnTo>
                  <a:lnTo>
                    <a:pt x="924936" y="1905762"/>
                  </a:lnTo>
                  <a:lnTo>
                    <a:pt x="929045" y="1907303"/>
                  </a:lnTo>
                  <a:lnTo>
                    <a:pt x="933100" y="1907739"/>
                  </a:lnTo>
                  <a:lnTo>
                    <a:pt x="937204" y="1906079"/>
                  </a:lnTo>
                  <a:lnTo>
                    <a:pt x="941252" y="1908061"/>
                  </a:lnTo>
                  <a:lnTo>
                    <a:pt x="945362" y="1909146"/>
                  </a:lnTo>
                  <a:lnTo>
                    <a:pt x="949410" y="1909403"/>
                  </a:lnTo>
                  <a:lnTo>
                    <a:pt x="953520" y="1909149"/>
                  </a:lnTo>
                  <a:lnTo>
                    <a:pt x="957569" y="1909638"/>
                  </a:lnTo>
                  <a:lnTo>
                    <a:pt x="961678" y="1908675"/>
                  </a:lnTo>
                  <a:lnTo>
                    <a:pt x="965727" y="1906625"/>
                  </a:lnTo>
                  <a:lnTo>
                    <a:pt x="969837" y="1901099"/>
                  </a:lnTo>
                  <a:lnTo>
                    <a:pt x="973885" y="1906526"/>
                  </a:lnTo>
                  <a:lnTo>
                    <a:pt x="977995" y="1900415"/>
                  </a:lnTo>
                  <a:lnTo>
                    <a:pt x="982043" y="1892426"/>
                  </a:lnTo>
                  <a:lnTo>
                    <a:pt x="986214" y="1887590"/>
                  </a:lnTo>
                  <a:lnTo>
                    <a:pt x="990324" y="1878623"/>
                  </a:lnTo>
                  <a:lnTo>
                    <a:pt x="994495" y="1867868"/>
                  </a:lnTo>
                  <a:lnTo>
                    <a:pt x="998544" y="1830184"/>
                  </a:lnTo>
                  <a:lnTo>
                    <a:pt x="1002715" y="1769904"/>
                  </a:lnTo>
                  <a:lnTo>
                    <a:pt x="1006702" y="1673140"/>
                  </a:lnTo>
                  <a:lnTo>
                    <a:pt x="1010689" y="1505938"/>
                  </a:lnTo>
                  <a:lnTo>
                    <a:pt x="1014547" y="1298502"/>
                  </a:lnTo>
                  <a:lnTo>
                    <a:pt x="1018412" y="1195382"/>
                  </a:lnTo>
                  <a:lnTo>
                    <a:pt x="1022276" y="1019779"/>
                  </a:lnTo>
                  <a:lnTo>
                    <a:pt x="1026141" y="961956"/>
                  </a:lnTo>
                  <a:lnTo>
                    <a:pt x="1029944" y="917799"/>
                  </a:lnTo>
                  <a:lnTo>
                    <a:pt x="1033808" y="857704"/>
                  </a:lnTo>
                  <a:lnTo>
                    <a:pt x="1037611" y="777143"/>
                  </a:lnTo>
                  <a:lnTo>
                    <a:pt x="1041476" y="786598"/>
                  </a:lnTo>
                  <a:lnTo>
                    <a:pt x="1045279" y="812017"/>
                  </a:lnTo>
                  <a:lnTo>
                    <a:pt x="1049143" y="1061367"/>
                  </a:lnTo>
                  <a:lnTo>
                    <a:pt x="1052946" y="1284921"/>
                  </a:lnTo>
                  <a:lnTo>
                    <a:pt x="1056811" y="1536987"/>
                  </a:lnTo>
                  <a:lnTo>
                    <a:pt x="1060614" y="1673974"/>
                  </a:lnTo>
                  <a:lnTo>
                    <a:pt x="1064417" y="1721107"/>
                  </a:lnTo>
                  <a:lnTo>
                    <a:pt x="1068220" y="1772571"/>
                  </a:lnTo>
                  <a:lnTo>
                    <a:pt x="1072085" y="1800979"/>
                  </a:lnTo>
                  <a:lnTo>
                    <a:pt x="1075949" y="1833794"/>
                  </a:lnTo>
                  <a:lnTo>
                    <a:pt x="1079875" y="1864432"/>
                  </a:lnTo>
                  <a:lnTo>
                    <a:pt x="1083800" y="1862990"/>
                  </a:lnTo>
                  <a:lnTo>
                    <a:pt x="1087849" y="1869831"/>
                  </a:lnTo>
                  <a:lnTo>
                    <a:pt x="1091836" y="1877202"/>
                  </a:lnTo>
                  <a:lnTo>
                    <a:pt x="1095885" y="1881444"/>
                  </a:lnTo>
                  <a:lnTo>
                    <a:pt x="1099872" y="1882526"/>
                  </a:lnTo>
                  <a:lnTo>
                    <a:pt x="1103920" y="1883535"/>
                  </a:lnTo>
                  <a:lnTo>
                    <a:pt x="1107907" y="1888485"/>
                  </a:lnTo>
                  <a:lnTo>
                    <a:pt x="1111949" y="1886525"/>
                  </a:lnTo>
                  <a:lnTo>
                    <a:pt x="1115937" y="1889824"/>
                  </a:lnTo>
                  <a:lnTo>
                    <a:pt x="1119985" y="1903623"/>
                  </a:lnTo>
                  <a:lnTo>
                    <a:pt x="1123856" y="1905962"/>
                  </a:lnTo>
                  <a:lnTo>
                    <a:pt x="1127775" y="1908814"/>
                  </a:lnTo>
                  <a:lnTo>
                    <a:pt x="1131640" y="1901476"/>
                  </a:lnTo>
                  <a:lnTo>
                    <a:pt x="1135749" y="1906629"/>
                  </a:lnTo>
                  <a:lnTo>
                    <a:pt x="1139737" y="1907592"/>
                  </a:lnTo>
                  <a:lnTo>
                    <a:pt x="1143846" y="1906864"/>
                  </a:lnTo>
                  <a:lnTo>
                    <a:pt x="1147895" y="1901403"/>
                  </a:lnTo>
                  <a:lnTo>
                    <a:pt x="1152066" y="1886974"/>
                  </a:lnTo>
                  <a:lnTo>
                    <a:pt x="1156176" y="1868503"/>
                  </a:lnTo>
                  <a:lnTo>
                    <a:pt x="1160347" y="1806255"/>
                  </a:lnTo>
                  <a:lnTo>
                    <a:pt x="1164334" y="1721591"/>
                  </a:lnTo>
                  <a:lnTo>
                    <a:pt x="1168321" y="1613955"/>
                  </a:lnTo>
                  <a:lnTo>
                    <a:pt x="1172124" y="1581853"/>
                  </a:lnTo>
                  <a:lnTo>
                    <a:pt x="1175927" y="1605183"/>
                  </a:lnTo>
                  <a:lnTo>
                    <a:pt x="1179792" y="1585010"/>
                  </a:lnTo>
                  <a:lnTo>
                    <a:pt x="1183656" y="1578516"/>
                  </a:lnTo>
                  <a:lnTo>
                    <a:pt x="1187521" y="1591997"/>
                  </a:lnTo>
                  <a:lnTo>
                    <a:pt x="1191446" y="1500727"/>
                  </a:lnTo>
                  <a:lnTo>
                    <a:pt x="1195243" y="1385014"/>
                  </a:lnTo>
                  <a:lnTo>
                    <a:pt x="1199046" y="1362880"/>
                  </a:lnTo>
                  <a:lnTo>
                    <a:pt x="1202849" y="1481680"/>
                  </a:lnTo>
                  <a:lnTo>
                    <a:pt x="1206659" y="1537687"/>
                  </a:lnTo>
                  <a:lnTo>
                    <a:pt x="1210456" y="1669477"/>
                  </a:lnTo>
                  <a:lnTo>
                    <a:pt x="1214326" y="1791523"/>
                  </a:lnTo>
                  <a:lnTo>
                    <a:pt x="1218123" y="1786569"/>
                  </a:lnTo>
                  <a:lnTo>
                    <a:pt x="1221988" y="1783372"/>
                  </a:lnTo>
                  <a:lnTo>
                    <a:pt x="1225913" y="1779308"/>
                  </a:lnTo>
                  <a:lnTo>
                    <a:pt x="1229778" y="1764452"/>
                  </a:lnTo>
                  <a:lnTo>
                    <a:pt x="1233642" y="1778358"/>
                  </a:lnTo>
                  <a:lnTo>
                    <a:pt x="1237568" y="1720314"/>
                  </a:lnTo>
                  <a:lnTo>
                    <a:pt x="1241432" y="1657573"/>
                  </a:lnTo>
                  <a:lnTo>
                    <a:pt x="1245297" y="1673347"/>
                  </a:lnTo>
                  <a:lnTo>
                    <a:pt x="1249100" y="1586831"/>
                  </a:lnTo>
                  <a:lnTo>
                    <a:pt x="1252903" y="1451482"/>
                  </a:lnTo>
                  <a:lnTo>
                    <a:pt x="1256706" y="1460520"/>
                  </a:lnTo>
                  <a:lnTo>
                    <a:pt x="1260509" y="1483833"/>
                  </a:lnTo>
                  <a:lnTo>
                    <a:pt x="1264312" y="1441286"/>
                  </a:lnTo>
                  <a:lnTo>
                    <a:pt x="1268115" y="1394180"/>
                  </a:lnTo>
                  <a:lnTo>
                    <a:pt x="1271919" y="1254755"/>
                  </a:lnTo>
                  <a:lnTo>
                    <a:pt x="1275722" y="1343777"/>
                  </a:lnTo>
                  <a:lnTo>
                    <a:pt x="1279525" y="1686942"/>
                  </a:lnTo>
                  <a:lnTo>
                    <a:pt x="1283328" y="1872645"/>
                  </a:lnTo>
                  <a:lnTo>
                    <a:pt x="1287131" y="1904841"/>
                  </a:lnTo>
                  <a:lnTo>
                    <a:pt x="1290928" y="1892368"/>
                  </a:lnTo>
                  <a:lnTo>
                    <a:pt x="1294792" y="1895813"/>
                  </a:lnTo>
                  <a:lnTo>
                    <a:pt x="1298841" y="1914144"/>
                  </a:lnTo>
                  <a:lnTo>
                    <a:pt x="1302889" y="1919169"/>
                  </a:lnTo>
                  <a:lnTo>
                    <a:pt x="1307060" y="1919555"/>
                  </a:lnTo>
                  <a:lnTo>
                    <a:pt x="1311047" y="1928840"/>
                  </a:lnTo>
                  <a:lnTo>
                    <a:pt x="1315096" y="1934209"/>
                  </a:lnTo>
                  <a:lnTo>
                    <a:pt x="1319022" y="1935577"/>
                  </a:lnTo>
                  <a:lnTo>
                    <a:pt x="1323070" y="1934954"/>
                  </a:lnTo>
                  <a:lnTo>
                    <a:pt x="1326996" y="1932647"/>
                  </a:lnTo>
                  <a:lnTo>
                    <a:pt x="1330983" y="1934077"/>
                  </a:lnTo>
                  <a:lnTo>
                    <a:pt x="1334909" y="1932478"/>
                  </a:lnTo>
                  <a:lnTo>
                    <a:pt x="1338957" y="1932584"/>
                  </a:lnTo>
                  <a:lnTo>
                    <a:pt x="1342883" y="1932873"/>
                  </a:lnTo>
                  <a:lnTo>
                    <a:pt x="1346870" y="1934075"/>
                  </a:lnTo>
                  <a:lnTo>
                    <a:pt x="1350796" y="1932347"/>
                  </a:lnTo>
                  <a:lnTo>
                    <a:pt x="1354783" y="1935724"/>
                  </a:lnTo>
                  <a:lnTo>
                    <a:pt x="1358709" y="1936119"/>
                  </a:lnTo>
                  <a:lnTo>
                    <a:pt x="1362696" y="1937003"/>
                  </a:lnTo>
                  <a:lnTo>
                    <a:pt x="1366622" y="1938006"/>
                  </a:lnTo>
                  <a:lnTo>
                    <a:pt x="1370609" y="1936497"/>
                  </a:lnTo>
                  <a:lnTo>
                    <a:pt x="1374596" y="1935777"/>
                  </a:lnTo>
                  <a:lnTo>
                    <a:pt x="1378644" y="1936050"/>
                  </a:lnTo>
                  <a:lnTo>
                    <a:pt x="1382631" y="1937382"/>
                  </a:lnTo>
                  <a:lnTo>
                    <a:pt x="1386680" y="1935368"/>
                  </a:lnTo>
                  <a:lnTo>
                    <a:pt x="1390667" y="1932615"/>
                  </a:lnTo>
                  <a:lnTo>
                    <a:pt x="1394654" y="1933379"/>
                  </a:lnTo>
                  <a:lnTo>
                    <a:pt x="1398574" y="1935718"/>
                  </a:lnTo>
                  <a:lnTo>
                    <a:pt x="1402561" y="1936810"/>
                  </a:lnTo>
                  <a:lnTo>
                    <a:pt x="1403916" y="1937372"/>
                  </a:lnTo>
                  <a:lnTo>
                    <a:pt x="1407897" y="1938070"/>
                  </a:lnTo>
                  <a:lnTo>
                    <a:pt x="1411823" y="1937738"/>
                  </a:lnTo>
                  <a:lnTo>
                    <a:pt x="1415810" y="1937682"/>
                  </a:lnTo>
                  <a:lnTo>
                    <a:pt x="1419859" y="1939337"/>
                  </a:lnTo>
                  <a:lnTo>
                    <a:pt x="1423907" y="1938586"/>
                  </a:lnTo>
                  <a:lnTo>
                    <a:pt x="1427894" y="1937817"/>
                  </a:lnTo>
                  <a:lnTo>
                    <a:pt x="1431943" y="1936448"/>
                  </a:lnTo>
                  <a:lnTo>
                    <a:pt x="1435930" y="1937821"/>
                  </a:lnTo>
                  <a:lnTo>
                    <a:pt x="1440101" y="1938897"/>
                  </a:lnTo>
                  <a:lnTo>
                    <a:pt x="1444149" y="1942600"/>
                  </a:lnTo>
                  <a:lnTo>
                    <a:pt x="1448198" y="1941956"/>
                  </a:lnTo>
                  <a:lnTo>
                    <a:pt x="1452124" y="1941993"/>
                  </a:lnTo>
                  <a:lnTo>
                    <a:pt x="1456111" y="1940410"/>
                  </a:lnTo>
                  <a:lnTo>
                    <a:pt x="1460037" y="1939968"/>
                  </a:lnTo>
                  <a:lnTo>
                    <a:pt x="1464024" y="1939459"/>
                  </a:lnTo>
                  <a:lnTo>
                    <a:pt x="1467949" y="1941879"/>
                  </a:lnTo>
                  <a:lnTo>
                    <a:pt x="1471937" y="1940111"/>
                  </a:lnTo>
                  <a:lnTo>
                    <a:pt x="1476108" y="1943619"/>
                  </a:lnTo>
                  <a:lnTo>
                    <a:pt x="1480150" y="1943452"/>
                  </a:lnTo>
                  <a:lnTo>
                    <a:pt x="1481487" y="1943253"/>
                  </a:lnTo>
                  <a:lnTo>
                    <a:pt x="1485487" y="1944173"/>
                  </a:lnTo>
                  <a:lnTo>
                    <a:pt x="1489418" y="1945652"/>
                  </a:lnTo>
                  <a:lnTo>
                    <a:pt x="1493406" y="1943256"/>
                  </a:lnTo>
                  <a:lnTo>
                    <a:pt x="1497509" y="1945410"/>
                  </a:lnTo>
                  <a:lnTo>
                    <a:pt x="1501558" y="1944380"/>
                  </a:lnTo>
                  <a:lnTo>
                    <a:pt x="1505483" y="1945255"/>
                  </a:lnTo>
                  <a:lnTo>
                    <a:pt x="1509471" y="1941996"/>
                  </a:lnTo>
                  <a:lnTo>
                    <a:pt x="1513642" y="1943949"/>
                  </a:lnTo>
                  <a:lnTo>
                    <a:pt x="1517690" y="1945033"/>
                  </a:lnTo>
                  <a:lnTo>
                    <a:pt x="1521616" y="1944556"/>
                  </a:lnTo>
                  <a:lnTo>
                    <a:pt x="1525603" y="1944538"/>
                  </a:lnTo>
                  <a:lnTo>
                    <a:pt x="1529529" y="1944593"/>
                  </a:lnTo>
                  <a:lnTo>
                    <a:pt x="1533516" y="1945173"/>
                  </a:lnTo>
                  <a:lnTo>
                    <a:pt x="1537442" y="1943323"/>
                  </a:lnTo>
                  <a:lnTo>
                    <a:pt x="1541367" y="1941992"/>
                  </a:lnTo>
                  <a:lnTo>
                    <a:pt x="1545232" y="1942554"/>
                  </a:lnTo>
                  <a:lnTo>
                    <a:pt x="1549158" y="1942320"/>
                  </a:lnTo>
                  <a:lnTo>
                    <a:pt x="1553022" y="1941826"/>
                  </a:lnTo>
                  <a:lnTo>
                    <a:pt x="1556887" y="1942867"/>
                  </a:lnTo>
                  <a:lnTo>
                    <a:pt x="1560751" y="1941747"/>
                  </a:lnTo>
                  <a:lnTo>
                    <a:pt x="1564615" y="1942134"/>
                  </a:lnTo>
                  <a:lnTo>
                    <a:pt x="1568480" y="1944331"/>
                  </a:lnTo>
                  <a:lnTo>
                    <a:pt x="1572338" y="1942463"/>
                  </a:lnTo>
                  <a:lnTo>
                    <a:pt x="1576141" y="1943906"/>
                  </a:lnTo>
                  <a:lnTo>
                    <a:pt x="1580006" y="1937738"/>
                  </a:lnTo>
                  <a:lnTo>
                    <a:pt x="1584054" y="1945258"/>
                  </a:lnTo>
                  <a:lnTo>
                    <a:pt x="1587980" y="1943507"/>
                  </a:lnTo>
                  <a:lnTo>
                    <a:pt x="1591783" y="1938393"/>
                  </a:lnTo>
                  <a:lnTo>
                    <a:pt x="1595954" y="1943987"/>
                  </a:lnTo>
                  <a:lnTo>
                    <a:pt x="1599757" y="1944725"/>
                  </a:lnTo>
                  <a:lnTo>
                    <a:pt x="1603622" y="1943714"/>
                  </a:lnTo>
                  <a:lnTo>
                    <a:pt x="1607425" y="1947048"/>
                  </a:lnTo>
                  <a:lnTo>
                    <a:pt x="1611289" y="1946097"/>
                  </a:lnTo>
                  <a:lnTo>
                    <a:pt x="1615154" y="1947971"/>
                  </a:lnTo>
                  <a:lnTo>
                    <a:pt x="1619018" y="1946374"/>
                  </a:lnTo>
                  <a:lnTo>
                    <a:pt x="1622882" y="1945838"/>
                  </a:lnTo>
                  <a:lnTo>
                    <a:pt x="1626808" y="1945260"/>
                  </a:lnTo>
                  <a:lnTo>
                    <a:pt x="1630673" y="1946383"/>
                  </a:lnTo>
                  <a:lnTo>
                    <a:pt x="1634537" y="1944435"/>
                  </a:lnTo>
                  <a:lnTo>
                    <a:pt x="1638401" y="1943110"/>
                  </a:lnTo>
                  <a:lnTo>
                    <a:pt x="1642327" y="1942989"/>
                  </a:lnTo>
                  <a:lnTo>
                    <a:pt x="1646192" y="1944580"/>
                  </a:lnTo>
                  <a:lnTo>
                    <a:pt x="1650056" y="1945139"/>
                  </a:lnTo>
                  <a:lnTo>
                    <a:pt x="1653921" y="1945223"/>
                  </a:lnTo>
                  <a:lnTo>
                    <a:pt x="1657908" y="1945103"/>
                  </a:lnTo>
                  <a:lnTo>
                    <a:pt x="1661833" y="1947222"/>
                  </a:lnTo>
                  <a:lnTo>
                    <a:pt x="1665814" y="1946663"/>
                  </a:lnTo>
                  <a:lnTo>
                    <a:pt x="1669746" y="1948691"/>
                  </a:lnTo>
                  <a:lnTo>
                    <a:pt x="1673733" y="1947145"/>
                  </a:lnTo>
                  <a:lnTo>
                    <a:pt x="1677653" y="1946543"/>
                  </a:lnTo>
                  <a:lnTo>
                    <a:pt x="1681640" y="1946029"/>
                  </a:lnTo>
                  <a:lnTo>
                    <a:pt x="1685566" y="1945704"/>
                  </a:lnTo>
                  <a:lnTo>
                    <a:pt x="1689553" y="1948362"/>
                  </a:lnTo>
                  <a:lnTo>
                    <a:pt x="1693417" y="1949546"/>
                  </a:lnTo>
                  <a:lnTo>
                    <a:pt x="1697282" y="1947775"/>
                  </a:lnTo>
                  <a:lnTo>
                    <a:pt x="1701146" y="1947969"/>
                  </a:lnTo>
                  <a:lnTo>
                    <a:pt x="1705072" y="1945209"/>
                  </a:lnTo>
                  <a:lnTo>
                    <a:pt x="1708998" y="1944007"/>
                  </a:lnTo>
                  <a:lnTo>
                    <a:pt x="1713046" y="1942124"/>
                  </a:lnTo>
                  <a:lnTo>
                    <a:pt x="1717279" y="1939913"/>
                  </a:lnTo>
                  <a:lnTo>
                    <a:pt x="1721757" y="1938370"/>
                  </a:lnTo>
                  <a:lnTo>
                    <a:pt x="1726050" y="1935962"/>
                  </a:lnTo>
                  <a:lnTo>
                    <a:pt x="1730222" y="1936898"/>
                  </a:lnTo>
                  <a:lnTo>
                    <a:pt x="1734086" y="1942277"/>
                  </a:lnTo>
                  <a:lnTo>
                    <a:pt x="1737950" y="1942718"/>
                  </a:lnTo>
                  <a:lnTo>
                    <a:pt x="1739147" y="1944649"/>
                  </a:lnTo>
                  <a:lnTo>
                    <a:pt x="1740386" y="1943231"/>
                  </a:lnTo>
                  <a:lnTo>
                    <a:pt x="1744207" y="1946827"/>
                  </a:lnTo>
                  <a:lnTo>
                    <a:pt x="1748072" y="1947148"/>
                  </a:lnTo>
                  <a:lnTo>
                    <a:pt x="1751936" y="1945136"/>
                  </a:lnTo>
                  <a:lnTo>
                    <a:pt x="1755862" y="1941338"/>
                  </a:lnTo>
                  <a:lnTo>
                    <a:pt x="1760027" y="1940565"/>
                  </a:lnTo>
                  <a:lnTo>
                    <a:pt x="1764321" y="1938345"/>
                  </a:lnTo>
                  <a:lnTo>
                    <a:pt x="1768369" y="1937871"/>
                  </a:lnTo>
                  <a:lnTo>
                    <a:pt x="1772417" y="1942865"/>
                  </a:lnTo>
                  <a:lnTo>
                    <a:pt x="1776343" y="1937796"/>
                  </a:lnTo>
                  <a:lnTo>
                    <a:pt x="1780576" y="1939361"/>
                  </a:lnTo>
                  <a:lnTo>
                    <a:pt x="1784753" y="1942061"/>
                  </a:lnTo>
                  <a:lnTo>
                    <a:pt x="1788918" y="1941124"/>
                  </a:lnTo>
                  <a:lnTo>
                    <a:pt x="1793089" y="1941707"/>
                  </a:lnTo>
                  <a:lnTo>
                    <a:pt x="1797444" y="1942373"/>
                  </a:lnTo>
                  <a:lnTo>
                    <a:pt x="1801615" y="1942303"/>
                  </a:lnTo>
                  <a:lnTo>
                    <a:pt x="1805848" y="1943444"/>
                  </a:lnTo>
                  <a:lnTo>
                    <a:pt x="1809896" y="1942509"/>
                  </a:lnTo>
                  <a:lnTo>
                    <a:pt x="1814129" y="1942613"/>
                  </a:lnTo>
                  <a:lnTo>
                    <a:pt x="1818300" y="1942278"/>
                  </a:lnTo>
                  <a:lnTo>
                    <a:pt x="1822594" y="1943408"/>
                  </a:lnTo>
                  <a:lnTo>
                    <a:pt x="1826704" y="1943811"/>
                  </a:lnTo>
                  <a:lnTo>
                    <a:pt x="1830936" y="1943116"/>
                  </a:lnTo>
                  <a:lnTo>
                    <a:pt x="1835046" y="1943263"/>
                  </a:lnTo>
                  <a:lnTo>
                    <a:pt x="1839340" y="1943462"/>
                  </a:lnTo>
                  <a:lnTo>
                    <a:pt x="1843388" y="1943113"/>
                  </a:lnTo>
                  <a:lnTo>
                    <a:pt x="1847682" y="1942820"/>
                  </a:lnTo>
                  <a:lnTo>
                    <a:pt x="1851914" y="1942670"/>
                  </a:lnTo>
                  <a:lnTo>
                    <a:pt x="1856263" y="1943292"/>
                  </a:lnTo>
                  <a:lnTo>
                    <a:pt x="1860312" y="1943350"/>
                  </a:lnTo>
                  <a:lnTo>
                    <a:pt x="1864606" y="1942485"/>
                  </a:lnTo>
                  <a:lnTo>
                    <a:pt x="1868838" y="1941817"/>
                  </a:lnTo>
                  <a:lnTo>
                    <a:pt x="1873255" y="1939842"/>
                  </a:lnTo>
                  <a:lnTo>
                    <a:pt x="1877548" y="1937263"/>
                  </a:lnTo>
                  <a:lnTo>
                    <a:pt x="1882026" y="1933918"/>
                  </a:lnTo>
                  <a:lnTo>
                    <a:pt x="1886320" y="1933768"/>
                  </a:lnTo>
                  <a:lnTo>
                    <a:pt x="1890798" y="1934990"/>
                  </a:lnTo>
                  <a:lnTo>
                    <a:pt x="1895030" y="1934958"/>
                  </a:lnTo>
                  <a:lnTo>
                    <a:pt x="1899447" y="1935330"/>
                  </a:lnTo>
                  <a:lnTo>
                    <a:pt x="1903679" y="1933504"/>
                  </a:lnTo>
                  <a:lnTo>
                    <a:pt x="1907973" y="1926149"/>
                  </a:lnTo>
                  <a:lnTo>
                    <a:pt x="1911899" y="1933829"/>
                  </a:lnTo>
                  <a:lnTo>
                    <a:pt x="1915763" y="1934373"/>
                  </a:lnTo>
                  <a:lnTo>
                    <a:pt x="1919566" y="1946243"/>
                  </a:lnTo>
                  <a:lnTo>
                    <a:pt x="1920787" y="1936103"/>
                  </a:lnTo>
                  <a:lnTo>
                    <a:pt x="1924658" y="1949712"/>
                  </a:lnTo>
                  <a:lnTo>
                    <a:pt x="1928522" y="1927892"/>
                  </a:lnTo>
                  <a:lnTo>
                    <a:pt x="1932693" y="1897699"/>
                  </a:lnTo>
                  <a:lnTo>
                    <a:pt x="1937294" y="1865909"/>
                  </a:lnTo>
                  <a:lnTo>
                    <a:pt x="1941403" y="1822732"/>
                  </a:lnTo>
                  <a:lnTo>
                    <a:pt x="1945513" y="1785282"/>
                  </a:lnTo>
                  <a:lnTo>
                    <a:pt x="1949494" y="1796069"/>
                  </a:lnTo>
                  <a:lnTo>
                    <a:pt x="1953543" y="1821832"/>
                  </a:lnTo>
                  <a:lnTo>
                    <a:pt x="1957530" y="1862781"/>
                  </a:lnTo>
                  <a:lnTo>
                    <a:pt x="1961578" y="1888697"/>
                  </a:lnTo>
                  <a:lnTo>
                    <a:pt x="1965627" y="1906910"/>
                  </a:lnTo>
                  <a:lnTo>
                    <a:pt x="1969737" y="1918481"/>
                  </a:lnTo>
                  <a:lnTo>
                    <a:pt x="1973969" y="1927841"/>
                  </a:lnTo>
                  <a:lnTo>
                    <a:pt x="1978324" y="1932501"/>
                  </a:lnTo>
                  <a:lnTo>
                    <a:pt x="1982618" y="1936737"/>
                  </a:lnTo>
                  <a:lnTo>
                    <a:pt x="1987096" y="1940188"/>
                  </a:lnTo>
                  <a:lnTo>
                    <a:pt x="1991390" y="1940817"/>
                  </a:lnTo>
                  <a:lnTo>
                    <a:pt x="1995929" y="1941300"/>
                  </a:lnTo>
                  <a:lnTo>
                    <a:pt x="2000345" y="1943168"/>
                  </a:lnTo>
                  <a:lnTo>
                    <a:pt x="2004884" y="1943109"/>
                  </a:lnTo>
                  <a:lnTo>
                    <a:pt x="2009178" y="1943539"/>
                  </a:lnTo>
                  <a:lnTo>
                    <a:pt x="2013717" y="1943871"/>
                  </a:lnTo>
                  <a:lnTo>
                    <a:pt x="2018011" y="1945595"/>
                  </a:lnTo>
                  <a:lnTo>
                    <a:pt x="2022305" y="1944497"/>
                  </a:lnTo>
                  <a:lnTo>
                    <a:pt x="2026415" y="1945391"/>
                  </a:lnTo>
                  <a:lnTo>
                    <a:pt x="2030647" y="1945800"/>
                  </a:lnTo>
                  <a:lnTo>
                    <a:pt x="2034696" y="1944670"/>
                  </a:lnTo>
                  <a:lnTo>
                    <a:pt x="2038928" y="1946469"/>
                  </a:lnTo>
                  <a:lnTo>
                    <a:pt x="2042977" y="1944924"/>
                  </a:lnTo>
                  <a:lnTo>
                    <a:pt x="2047326" y="1947423"/>
                  </a:lnTo>
                  <a:lnTo>
                    <a:pt x="2051313" y="1947514"/>
                  </a:lnTo>
                  <a:lnTo>
                    <a:pt x="2055423" y="1945775"/>
                  </a:lnTo>
                  <a:lnTo>
                    <a:pt x="2059594" y="1947131"/>
                  </a:lnTo>
                  <a:lnTo>
                    <a:pt x="2063704" y="1947962"/>
                  </a:lnTo>
                  <a:lnTo>
                    <a:pt x="2067691" y="1946596"/>
                  </a:lnTo>
                  <a:lnTo>
                    <a:pt x="2071984" y="1947451"/>
                  </a:lnTo>
                  <a:lnTo>
                    <a:pt x="2075972" y="1945913"/>
                  </a:lnTo>
                  <a:lnTo>
                    <a:pt x="2080265" y="1947033"/>
                  </a:lnTo>
                  <a:lnTo>
                    <a:pt x="2084252" y="1947403"/>
                  </a:lnTo>
                  <a:lnTo>
                    <a:pt x="2088362" y="1945778"/>
                  </a:lnTo>
                  <a:lnTo>
                    <a:pt x="2092533" y="1946533"/>
                  </a:lnTo>
                  <a:lnTo>
                    <a:pt x="2094073" y="1946843"/>
                  </a:lnTo>
                  <a:lnTo>
                    <a:pt x="2098054" y="1920858"/>
                  </a:lnTo>
                  <a:lnTo>
                    <a:pt x="2102471" y="1753341"/>
                  </a:lnTo>
                  <a:lnTo>
                    <a:pt x="2107071" y="1522844"/>
                  </a:lnTo>
                  <a:lnTo>
                    <a:pt x="2111242" y="1466838"/>
                  </a:lnTo>
                  <a:lnTo>
                    <a:pt x="2115107" y="1392387"/>
                  </a:lnTo>
                  <a:lnTo>
                    <a:pt x="2119032" y="1422440"/>
                  </a:lnTo>
                  <a:lnTo>
                    <a:pt x="2122897" y="1460460"/>
                  </a:lnTo>
                  <a:lnTo>
                    <a:pt x="2126823" y="1511598"/>
                  </a:lnTo>
                  <a:lnTo>
                    <a:pt x="2130687" y="1588726"/>
                  </a:lnTo>
                  <a:lnTo>
                    <a:pt x="2134545" y="1637035"/>
                  </a:lnTo>
                  <a:lnTo>
                    <a:pt x="2138410" y="1674438"/>
                  </a:lnTo>
                  <a:lnTo>
                    <a:pt x="2142274" y="1677393"/>
                  </a:lnTo>
                  <a:lnTo>
                    <a:pt x="2146200" y="1724570"/>
                  </a:lnTo>
                  <a:lnTo>
                    <a:pt x="2150126" y="1736123"/>
                  </a:lnTo>
                  <a:lnTo>
                    <a:pt x="2154051" y="1779977"/>
                  </a:lnTo>
                  <a:lnTo>
                    <a:pt x="2158039" y="1791548"/>
                  </a:lnTo>
                  <a:lnTo>
                    <a:pt x="2161903" y="1799357"/>
                  </a:lnTo>
                  <a:lnTo>
                    <a:pt x="2166013" y="1820438"/>
                  </a:lnTo>
                  <a:lnTo>
                    <a:pt x="2170000" y="1836462"/>
                  </a:lnTo>
                  <a:lnTo>
                    <a:pt x="2174171" y="1853413"/>
                  </a:lnTo>
                  <a:lnTo>
                    <a:pt x="2178219" y="1863924"/>
                  </a:lnTo>
                  <a:lnTo>
                    <a:pt x="2182452" y="1866475"/>
                  </a:lnTo>
                  <a:lnTo>
                    <a:pt x="2186500" y="1886954"/>
                  </a:lnTo>
                  <a:lnTo>
                    <a:pt x="2190549" y="1890845"/>
                  </a:lnTo>
                  <a:lnTo>
                    <a:pt x="2194597" y="1906753"/>
                  </a:lnTo>
                  <a:lnTo>
                    <a:pt x="2198584" y="1914894"/>
                  </a:lnTo>
                  <a:lnTo>
                    <a:pt x="2202449" y="1925552"/>
                  </a:lnTo>
                  <a:lnTo>
                    <a:pt x="2206375" y="1928101"/>
                  </a:lnTo>
                  <a:lnTo>
                    <a:pt x="2210239" y="1930596"/>
                  </a:lnTo>
                  <a:lnTo>
                    <a:pt x="2214165" y="1932890"/>
                  </a:lnTo>
                  <a:lnTo>
                    <a:pt x="2218029" y="1935191"/>
                  </a:lnTo>
                  <a:lnTo>
                    <a:pt x="2221955" y="1935429"/>
                  </a:lnTo>
                  <a:lnTo>
                    <a:pt x="2225881" y="1937833"/>
                  </a:lnTo>
                  <a:lnTo>
                    <a:pt x="2229862" y="1934513"/>
                  </a:lnTo>
                  <a:lnTo>
                    <a:pt x="2233972" y="1940227"/>
                  </a:lnTo>
                  <a:lnTo>
                    <a:pt x="2238026" y="1936914"/>
                  </a:lnTo>
                  <a:lnTo>
                    <a:pt x="2242130" y="1938595"/>
                  </a:lnTo>
                  <a:lnTo>
                    <a:pt x="2246362" y="1939635"/>
                  </a:lnTo>
                  <a:lnTo>
                    <a:pt x="2250472" y="1939182"/>
                  </a:lnTo>
                  <a:lnTo>
                    <a:pt x="2254705" y="1941418"/>
                  </a:lnTo>
                  <a:lnTo>
                    <a:pt x="2258630" y="1940868"/>
                  </a:lnTo>
                  <a:lnTo>
                    <a:pt x="2262801" y="1940358"/>
                  </a:lnTo>
                  <a:lnTo>
                    <a:pt x="2266850" y="1941394"/>
                  </a:lnTo>
                  <a:lnTo>
                    <a:pt x="2270960" y="1940179"/>
                  </a:lnTo>
                  <a:lnTo>
                    <a:pt x="2274947" y="1940813"/>
                  </a:lnTo>
                  <a:lnTo>
                    <a:pt x="2279057" y="1940869"/>
                  </a:lnTo>
                  <a:lnTo>
                    <a:pt x="2283044" y="1940845"/>
                  </a:lnTo>
                  <a:lnTo>
                    <a:pt x="2287215" y="1940679"/>
                  </a:lnTo>
                  <a:lnTo>
                    <a:pt x="2291202" y="1942454"/>
                  </a:lnTo>
                  <a:lnTo>
                    <a:pt x="2295312" y="1941506"/>
                  </a:lnTo>
                  <a:lnTo>
                    <a:pt x="2299299" y="1941694"/>
                  </a:lnTo>
                  <a:lnTo>
                    <a:pt x="2303409" y="1942275"/>
                  </a:lnTo>
                  <a:lnTo>
                    <a:pt x="2307396" y="1941141"/>
                  </a:lnTo>
                  <a:lnTo>
                    <a:pt x="2311506" y="1941398"/>
                  </a:lnTo>
                  <a:lnTo>
                    <a:pt x="2315493" y="1939891"/>
                  </a:lnTo>
                  <a:lnTo>
                    <a:pt x="2319602" y="1940527"/>
                  </a:lnTo>
                  <a:lnTo>
                    <a:pt x="2323590" y="1941524"/>
                  </a:lnTo>
                  <a:lnTo>
                    <a:pt x="2327693" y="1937773"/>
                  </a:lnTo>
                  <a:lnTo>
                    <a:pt x="2331742" y="1936717"/>
                  </a:lnTo>
                  <a:lnTo>
                    <a:pt x="2335858" y="1938829"/>
                  </a:lnTo>
                  <a:lnTo>
                    <a:pt x="2339845" y="1938395"/>
                  </a:lnTo>
                  <a:lnTo>
                    <a:pt x="2343887" y="1940717"/>
                  </a:lnTo>
                  <a:lnTo>
                    <a:pt x="2347819" y="1937551"/>
                  </a:lnTo>
                  <a:lnTo>
                    <a:pt x="2351861" y="1933924"/>
                  </a:lnTo>
                  <a:lnTo>
                    <a:pt x="2355848" y="1928022"/>
                  </a:lnTo>
                  <a:lnTo>
                    <a:pt x="2360019" y="1915948"/>
                  </a:lnTo>
                  <a:lnTo>
                    <a:pt x="2364068" y="1896835"/>
                  </a:lnTo>
                  <a:lnTo>
                    <a:pt x="2367994" y="1913444"/>
                  </a:lnTo>
                  <a:lnTo>
                    <a:pt x="2371797" y="1908521"/>
                  </a:lnTo>
                  <a:lnTo>
                    <a:pt x="2375600" y="1942775"/>
                  </a:lnTo>
                  <a:lnTo>
                    <a:pt x="2376802" y="1912303"/>
                  </a:lnTo>
                  <a:lnTo>
                    <a:pt x="2380630" y="1947498"/>
                  </a:lnTo>
                  <a:lnTo>
                    <a:pt x="2384433" y="1934225"/>
                  </a:lnTo>
                  <a:lnTo>
                    <a:pt x="2388359" y="1929141"/>
                  </a:lnTo>
                  <a:lnTo>
                    <a:pt x="2392407" y="1930814"/>
                  </a:lnTo>
                  <a:lnTo>
                    <a:pt x="2396517" y="1933861"/>
                  </a:lnTo>
                  <a:lnTo>
                    <a:pt x="2400565" y="1932650"/>
                  </a:lnTo>
                  <a:lnTo>
                    <a:pt x="2404736" y="1933527"/>
                  </a:lnTo>
                  <a:lnTo>
                    <a:pt x="2408785" y="1934284"/>
                  </a:lnTo>
                  <a:lnTo>
                    <a:pt x="2412956" y="1934390"/>
                  </a:lnTo>
                  <a:lnTo>
                    <a:pt x="2416998" y="1935999"/>
                  </a:lnTo>
                  <a:lnTo>
                    <a:pt x="2421114" y="1935337"/>
                  </a:lnTo>
                  <a:lnTo>
                    <a:pt x="2425157" y="1935993"/>
                  </a:lnTo>
                  <a:lnTo>
                    <a:pt x="2429266" y="1938147"/>
                  </a:lnTo>
                  <a:lnTo>
                    <a:pt x="2433253" y="1938161"/>
                  </a:lnTo>
                  <a:lnTo>
                    <a:pt x="2437369" y="1937753"/>
                  </a:lnTo>
                  <a:lnTo>
                    <a:pt x="2441357" y="1937624"/>
                  </a:lnTo>
                  <a:lnTo>
                    <a:pt x="2445460" y="1937167"/>
                  </a:lnTo>
                  <a:lnTo>
                    <a:pt x="2449509" y="1939079"/>
                  </a:lnTo>
                  <a:lnTo>
                    <a:pt x="2453557" y="1938941"/>
                  </a:lnTo>
                  <a:lnTo>
                    <a:pt x="2457544" y="1937278"/>
                  </a:lnTo>
                  <a:lnTo>
                    <a:pt x="2461654" y="1937887"/>
                  </a:lnTo>
                  <a:lnTo>
                    <a:pt x="2465641" y="1937194"/>
                  </a:lnTo>
                  <a:lnTo>
                    <a:pt x="2469751" y="1936147"/>
                  </a:lnTo>
                  <a:lnTo>
                    <a:pt x="2473799" y="1935771"/>
                  </a:lnTo>
                  <a:lnTo>
                    <a:pt x="2477909" y="1934539"/>
                  </a:lnTo>
                  <a:lnTo>
                    <a:pt x="2481896" y="1930818"/>
                  </a:lnTo>
                  <a:lnTo>
                    <a:pt x="2486006" y="1930921"/>
                  </a:lnTo>
                  <a:lnTo>
                    <a:pt x="2489993" y="1928902"/>
                  </a:lnTo>
                  <a:lnTo>
                    <a:pt x="2494103" y="1929914"/>
                  </a:lnTo>
                  <a:lnTo>
                    <a:pt x="2498151" y="1930116"/>
                  </a:lnTo>
                  <a:lnTo>
                    <a:pt x="2502261" y="1930840"/>
                  </a:lnTo>
                  <a:lnTo>
                    <a:pt x="2506310" y="1931097"/>
                  </a:lnTo>
                  <a:lnTo>
                    <a:pt x="2510413" y="1931751"/>
                  </a:lnTo>
                  <a:lnTo>
                    <a:pt x="2514462" y="1932676"/>
                  </a:lnTo>
                  <a:lnTo>
                    <a:pt x="2518572" y="1933803"/>
                  </a:lnTo>
                  <a:lnTo>
                    <a:pt x="2522626" y="1934769"/>
                  </a:lnTo>
                  <a:lnTo>
                    <a:pt x="2526730" y="1934746"/>
                  </a:lnTo>
                  <a:lnTo>
                    <a:pt x="2530778" y="1935104"/>
                  </a:lnTo>
                  <a:lnTo>
                    <a:pt x="2534894" y="1935399"/>
                  </a:lnTo>
                  <a:lnTo>
                    <a:pt x="2538875" y="1933346"/>
                  </a:lnTo>
                  <a:lnTo>
                    <a:pt x="2542985" y="1934805"/>
                  </a:lnTo>
                  <a:lnTo>
                    <a:pt x="2546972" y="1932619"/>
                  </a:lnTo>
                  <a:lnTo>
                    <a:pt x="2551082" y="1929351"/>
                  </a:lnTo>
                  <a:lnTo>
                    <a:pt x="2555130" y="1926301"/>
                  </a:lnTo>
                  <a:lnTo>
                    <a:pt x="2559240" y="1918534"/>
                  </a:lnTo>
                  <a:lnTo>
                    <a:pt x="2563227" y="1872292"/>
                  </a:lnTo>
                  <a:lnTo>
                    <a:pt x="2567337" y="1808039"/>
                  </a:lnTo>
                  <a:lnTo>
                    <a:pt x="2571201" y="1819524"/>
                  </a:lnTo>
                  <a:lnTo>
                    <a:pt x="2575004" y="1824155"/>
                  </a:lnTo>
                  <a:lnTo>
                    <a:pt x="2578808" y="1853455"/>
                  </a:lnTo>
                  <a:lnTo>
                    <a:pt x="2582611" y="1894548"/>
                  </a:lnTo>
                  <a:lnTo>
                    <a:pt x="2586414" y="1895149"/>
                  </a:lnTo>
                  <a:lnTo>
                    <a:pt x="2590278" y="1913005"/>
                  </a:lnTo>
                  <a:lnTo>
                    <a:pt x="2594204" y="1923451"/>
                  </a:lnTo>
                  <a:lnTo>
                    <a:pt x="2598252" y="1925591"/>
                  </a:lnTo>
                  <a:lnTo>
                    <a:pt x="2602240" y="1915179"/>
                  </a:lnTo>
                  <a:lnTo>
                    <a:pt x="2606282" y="1898068"/>
                  </a:lnTo>
                  <a:lnTo>
                    <a:pt x="2610269" y="1871057"/>
                  </a:lnTo>
                  <a:lnTo>
                    <a:pt x="2614324" y="1857165"/>
                  </a:lnTo>
                  <a:lnTo>
                    <a:pt x="2618182" y="1864215"/>
                  </a:lnTo>
                  <a:lnTo>
                    <a:pt x="2621991" y="1856415"/>
                  </a:lnTo>
                  <a:lnTo>
                    <a:pt x="2625788" y="1853779"/>
                  </a:lnTo>
                  <a:lnTo>
                    <a:pt x="2629591" y="1857305"/>
                  </a:lnTo>
                  <a:lnTo>
                    <a:pt x="2633394" y="1842739"/>
                  </a:lnTo>
                  <a:lnTo>
                    <a:pt x="2637197" y="1859639"/>
                  </a:lnTo>
                  <a:lnTo>
                    <a:pt x="2641000" y="1863623"/>
                  </a:lnTo>
                  <a:lnTo>
                    <a:pt x="2644803" y="1869415"/>
                  </a:lnTo>
                  <a:lnTo>
                    <a:pt x="2648607" y="1864854"/>
                  </a:lnTo>
                  <a:lnTo>
                    <a:pt x="2652410" y="1869326"/>
                  </a:lnTo>
                  <a:lnTo>
                    <a:pt x="2656213" y="1890033"/>
                  </a:lnTo>
                  <a:lnTo>
                    <a:pt x="2657409" y="1867911"/>
                  </a:lnTo>
                  <a:lnTo>
                    <a:pt x="2661243" y="1880392"/>
                  </a:lnTo>
                  <a:lnTo>
                    <a:pt x="2662445" y="1879794"/>
                  </a:lnTo>
                  <a:lnTo>
                    <a:pt x="2663666" y="1882994"/>
                  </a:lnTo>
                  <a:lnTo>
                    <a:pt x="2667499" y="1890955"/>
                  </a:lnTo>
                  <a:lnTo>
                    <a:pt x="2668720" y="1894969"/>
                  </a:lnTo>
                  <a:lnTo>
                    <a:pt x="2672529" y="1891728"/>
                  </a:lnTo>
                  <a:lnTo>
                    <a:pt x="2676516" y="1920558"/>
                  </a:lnTo>
                  <a:lnTo>
                    <a:pt x="2680381" y="1918413"/>
                  </a:lnTo>
                  <a:lnTo>
                    <a:pt x="2684429" y="1923451"/>
                  </a:lnTo>
                  <a:lnTo>
                    <a:pt x="2688416" y="1924826"/>
                  </a:lnTo>
                  <a:lnTo>
                    <a:pt x="2692465" y="1925728"/>
                  </a:lnTo>
                  <a:lnTo>
                    <a:pt x="2696391" y="1923353"/>
                  </a:lnTo>
                  <a:lnTo>
                    <a:pt x="2700433" y="1914819"/>
                  </a:lnTo>
                  <a:lnTo>
                    <a:pt x="2704420" y="1895310"/>
                  </a:lnTo>
                  <a:lnTo>
                    <a:pt x="2708346" y="1905624"/>
                  </a:lnTo>
                  <a:lnTo>
                    <a:pt x="2712155" y="1927297"/>
                  </a:lnTo>
                  <a:lnTo>
                    <a:pt x="2715952" y="1923940"/>
                  </a:lnTo>
                  <a:lnTo>
                    <a:pt x="2717166" y="1920562"/>
                  </a:lnTo>
                  <a:lnTo>
                    <a:pt x="2721049" y="1934083"/>
                  </a:lnTo>
                  <a:lnTo>
                    <a:pt x="2724846" y="1927661"/>
                  </a:lnTo>
                  <a:lnTo>
                    <a:pt x="2728956" y="1934091"/>
                  </a:lnTo>
                  <a:lnTo>
                    <a:pt x="2732943" y="1935048"/>
                  </a:lnTo>
                  <a:lnTo>
                    <a:pt x="2736992" y="1934075"/>
                  </a:lnTo>
                  <a:lnTo>
                    <a:pt x="2740979" y="1937413"/>
                  </a:lnTo>
                  <a:lnTo>
                    <a:pt x="2745027" y="1937344"/>
                  </a:lnTo>
                  <a:lnTo>
                    <a:pt x="2749014" y="1937348"/>
                  </a:lnTo>
                  <a:lnTo>
                    <a:pt x="2753001" y="1935556"/>
                  </a:lnTo>
                  <a:lnTo>
                    <a:pt x="2756988" y="1936919"/>
                  </a:lnTo>
                  <a:lnTo>
                    <a:pt x="2761037" y="1937179"/>
                  </a:lnTo>
                  <a:lnTo>
                    <a:pt x="2765024" y="1936636"/>
                  </a:lnTo>
                  <a:lnTo>
                    <a:pt x="2769134" y="1935970"/>
                  </a:lnTo>
                  <a:lnTo>
                    <a:pt x="2773121" y="1937888"/>
                  </a:lnTo>
                  <a:lnTo>
                    <a:pt x="2777169" y="1935168"/>
                  </a:lnTo>
                  <a:lnTo>
                    <a:pt x="2781157" y="1936447"/>
                  </a:lnTo>
                  <a:lnTo>
                    <a:pt x="2785205" y="1936547"/>
                  </a:lnTo>
                  <a:lnTo>
                    <a:pt x="2789192" y="1936232"/>
                  </a:lnTo>
                  <a:lnTo>
                    <a:pt x="2793234" y="1936896"/>
                  </a:lnTo>
                  <a:lnTo>
                    <a:pt x="2797221" y="1933366"/>
                  </a:lnTo>
                  <a:lnTo>
                    <a:pt x="2801331" y="1931654"/>
                  </a:lnTo>
                  <a:lnTo>
                    <a:pt x="2805318" y="1927978"/>
                  </a:lnTo>
                  <a:lnTo>
                    <a:pt x="2809428" y="1926372"/>
                  </a:lnTo>
                  <a:lnTo>
                    <a:pt x="2813415" y="1916645"/>
                  </a:lnTo>
                  <a:lnTo>
                    <a:pt x="2817464" y="1901922"/>
                  </a:lnTo>
                  <a:lnTo>
                    <a:pt x="2821390" y="1892360"/>
                  </a:lnTo>
                  <a:lnTo>
                    <a:pt x="2825315" y="1895896"/>
                  </a:lnTo>
                  <a:lnTo>
                    <a:pt x="2829180" y="1914536"/>
                  </a:lnTo>
                  <a:lnTo>
                    <a:pt x="2833044" y="1917851"/>
                  </a:lnTo>
                  <a:lnTo>
                    <a:pt x="2837031" y="1928515"/>
                  </a:lnTo>
                  <a:lnTo>
                    <a:pt x="2841141" y="1933821"/>
                  </a:lnTo>
                  <a:lnTo>
                    <a:pt x="2845128" y="1936034"/>
                  </a:lnTo>
                  <a:lnTo>
                    <a:pt x="2849177" y="1937501"/>
                  </a:lnTo>
                  <a:lnTo>
                    <a:pt x="2853164" y="1938497"/>
                  </a:lnTo>
                  <a:lnTo>
                    <a:pt x="2857151" y="1936014"/>
                  </a:lnTo>
                  <a:lnTo>
                    <a:pt x="2861199" y="1938523"/>
                  </a:lnTo>
                  <a:lnTo>
                    <a:pt x="2865248" y="1937415"/>
                  </a:lnTo>
                  <a:lnTo>
                    <a:pt x="2869235" y="1938705"/>
                  </a:lnTo>
                  <a:lnTo>
                    <a:pt x="2873222" y="1939521"/>
                  </a:lnTo>
                  <a:lnTo>
                    <a:pt x="2877209" y="1941189"/>
                  </a:lnTo>
                  <a:lnTo>
                    <a:pt x="2881258" y="1939950"/>
                  </a:lnTo>
                  <a:lnTo>
                    <a:pt x="2885238" y="1937466"/>
                  </a:lnTo>
                  <a:lnTo>
                    <a:pt x="2889287" y="1939377"/>
                  </a:lnTo>
                  <a:lnTo>
                    <a:pt x="2893274" y="1939172"/>
                  </a:lnTo>
                  <a:lnTo>
                    <a:pt x="2897261" y="1940885"/>
                  </a:lnTo>
                  <a:lnTo>
                    <a:pt x="2901187" y="1940041"/>
                  </a:lnTo>
                  <a:lnTo>
                    <a:pt x="2902665" y="1940013"/>
                  </a:lnTo>
                  <a:lnTo>
                    <a:pt x="2904064" y="1939612"/>
                  </a:lnTo>
                  <a:lnTo>
                    <a:pt x="2907996" y="1940921"/>
                  </a:lnTo>
                  <a:lnTo>
                    <a:pt x="2909437" y="1939354"/>
                  </a:lnTo>
                  <a:lnTo>
                    <a:pt x="2913394" y="1939725"/>
                  </a:lnTo>
                  <a:lnTo>
                    <a:pt x="2917442" y="1940937"/>
                  </a:lnTo>
                  <a:lnTo>
                    <a:pt x="2918841" y="1940579"/>
                  </a:lnTo>
                  <a:lnTo>
                    <a:pt x="2920276" y="1940414"/>
                  </a:lnTo>
                  <a:lnTo>
                    <a:pt x="2921644" y="1940158"/>
                  </a:lnTo>
                  <a:lnTo>
                    <a:pt x="2923024" y="1941201"/>
                  </a:lnTo>
                  <a:lnTo>
                    <a:pt x="2927011" y="1939831"/>
                  </a:lnTo>
                  <a:lnTo>
                    <a:pt x="2928508" y="1940786"/>
                  </a:lnTo>
                  <a:lnTo>
                    <a:pt x="2929888" y="1940257"/>
                  </a:lnTo>
                  <a:lnTo>
                    <a:pt x="2931293" y="1940765"/>
                  </a:lnTo>
                  <a:lnTo>
                    <a:pt x="2935231" y="1940687"/>
                  </a:lnTo>
                  <a:lnTo>
                    <a:pt x="2939341" y="1939745"/>
                  </a:lnTo>
                  <a:lnTo>
                    <a:pt x="2943328" y="1940887"/>
                  </a:lnTo>
                  <a:lnTo>
                    <a:pt x="2944763" y="1939648"/>
                  </a:lnTo>
                  <a:lnTo>
                    <a:pt x="2948726" y="1940967"/>
                  </a:lnTo>
                  <a:lnTo>
                    <a:pt x="2950167" y="1940828"/>
                  </a:lnTo>
                  <a:lnTo>
                    <a:pt x="2951553" y="1941846"/>
                  </a:lnTo>
                  <a:lnTo>
                    <a:pt x="2955534" y="1939228"/>
                  </a:lnTo>
                  <a:lnTo>
                    <a:pt x="2957019" y="1940250"/>
                  </a:lnTo>
                  <a:lnTo>
                    <a:pt x="2958387" y="1940259"/>
                  </a:lnTo>
                  <a:lnTo>
                    <a:pt x="2959761" y="1940640"/>
                  </a:lnTo>
                  <a:lnTo>
                    <a:pt x="2961135" y="1941187"/>
                  </a:lnTo>
                  <a:lnTo>
                    <a:pt x="2965226" y="1939966"/>
                  </a:lnTo>
                  <a:lnTo>
                    <a:pt x="2969152" y="1939339"/>
                  </a:lnTo>
                  <a:lnTo>
                    <a:pt x="2970618" y="1940025"/>
                  </a:lnTo>
                  <a:lnTo>
                    <a:pt x="2974550" y="1940743"/>
                  </a:lnTo>
                  <a:lnTo>
                    <a:pt x="2978537" y="1940157"/>
                  </a:lnTo>
                  <a:lnTo>
                    <a:pt x="2979923" y="1940010"/>
                  </a:lnTo>
                  <a:lnTo>
                    <a:pt x="2981377" y="1939198"/>
                  </a:lnTo>
                  <a:lnTo>
                    <a:pt x="2982775" y="1939490"/>
                  </a:lnTo>
                  <a:lnTo>
                    <a:pt x="2984186" y="1938582"/>
                  </a:lnTo>
                  <a:lnTo>
                    <a:pt x="2985585" y="1939382"/>
                  </a:lnTo>
                  <a:lnTo>
                    <a:pt x="2987112" y="1939091"/>
                  </a:lnTo>
                  <a:lnTo>
                    <a:pt x="2991044" y="1938186"/>
                  </a:lnTo>
                  <a:lnTo>
                    <a:pt x="2995093" y="1938637"/>
                  </a:lnTo>
                  <a:lnTo>
                    <a:pt x="2999080" y="1937809"/>
                  </a:lnTo>
                  <a:lnTo>
                    <a:pt x="3000576" y="1937741"/>
                  </a:lnTo>
                  <a:lnTo>
                    <a:pt x="3004600" y="1936412"/>
                  </a:lnTo>
                  <a:lnTo>
                    <a:pt x="3008649" y="1936039"/>
                  </a:lnTo>
                  <a:lnTo>
                    <a:pt x="3012636" y="1937451"/>
                  </a:lnTo>
                  <a:lnTo>
                    <a:pt x="3016746" y="1935129"/>
                  </a:lnTo>
                  <a:lnTo>
                    <a:pt x="3020794" y="1935601"/>
                  </a:lnTo>
                  <a:lnTo>
                    <a:pt x="3024904" y="1935810"/>
                  </a:lnTo>
                  <a:lnTo>
                    <a:pt x="3028891" y="1936598"/>
                  </a:lnTo>
                  <a:lnTo>
                    <a:pt x="3033001" y="1935303"/>
                  </a:lnTo>
                  <a:lnTo>
                    <a:pt x="3037049" y="1936413"/>
                  </a:lnTo>
                  <a:lnTo>
                    <a:pt x="3041159" y="1936144"/>
                  </a:lnTo>
                  <a:lnTo>
                    <a:pt x="3045208" y="1936774"/>
                  </a:lnTo>
                  <a:lnTo>
                    <a:pt x="3046766" y="1937386"/>
                  </a:lnTo>
                  <a:lnTo>
                    <a:pt x="3050789" y="1937823"/>
                  </a:lnTo>
                  <a:lnTo>
                    <a:pt x="3052311" y="1937702"/>
                  </a:lnTo>
                  <a:lnTo>
                    <a:pt x="3056310" y="1938619"/>
                  </a:lnTo>
                  <a:lnTo>
                    <a:pt x="3060420" y="1938005"/>
                  </a:lnTo>
                  <a:lnTo>
                    <a:pt x="3064468" y="1938172"/>
                  </a:lnTo>
                  <a:lnTo>
                    <a:pt x="3068578" y="1938222"/>
                  </a:lnTo>
                  <a:lnTo>
                    <a:pt x="3070032" y="1938622"/>
                  </a:lnTo>
                  <a:lnTo>
                    <a:pt x="3071559" y="1938494"/>
                  </a:lnTo>
                  <a:lnTo>
                    <a:pt x="3075571" y="1939023"/>
                  </a:lnTo>
                  <a:lnTo>
                    <a:pt x="3079675" y="1938216"/>
                  </a:lnTo>
                  <a:lnTo>
                    <a:pt x="3083723" y="1938960"/>
                  </a:lnTo>
                  <a:lnTo>
                    <a:pt x="3085281" y="1940124"/>
                  </a:lnTo>
                  <a:lnTo>
                    <a:pt x="3089244" y="1940226"/>
                  </a:lnTo>
                  <a:lnTo>
                    <a:pt x="3093292" y="1940143"/>
                  </a:lnTo>
                  <a:lnTo>
                    <a:pt x="3097279" y="1940213"/>
                  </a:lnTo>
                  <a:lnTo>
                    <a:pt x="3098800" y="1939802"/>
                  </a:lnTo>
                  <a:lnTo>
                    <a:pt x="3102800" y="1939460"/>
                  </a:lnTo>
                  <a:lnTo>
                    <a:pt x="3106848" y="1941345"/>
                  </a:lnTo>
                  <a:lnTo>
                    <a:pt x="3110835" y="1940358"/>
                  </a:lnTo>
                  <a:lnTo>
                    <a:pt x="3114945" y="1941568"/>
                  </a:lnTo>
                  <a:lnTo>
                    <a:pt x="3118932" y="1940929"/>
                  </a:lnTo>
                  <a:lnTo>
                    <a:pt x="3122981" y="1941920"/>
                  </a:lnTo>
                  <a:lnTo>
                    <a:pt x="3126906" y="1941447"/>
                  </a:lnTo>
                  <a:lnTo>
                    <a:pt x="3128397" y="1941655"/>
                  </a:lnTo>
                  <a:lnTo>
                    <a:pt x="3132366" y="1940575"/>
                  </a:lnTo>
                  <a:lnTo>
                    <a:pt x="3136537" y="1942091"/>
                  </a:lnTo>
                  <a:lnTo>
                    <a:pt x="3137929" y="1942299"/>
                  </a:lnTo>
                  <a:lnTo>
                    <a:pt x="3141996" y="1942993"/>
                  </a:lnTo>
                  <a:lnTo>
                    <a:pt x="3145983" y="1942163"/>
                  </a:lnTo>
                  <a:lnTo>
                    <a:pt x="3147480" y="1941963"/>
                  </a:lnTo>
                  <a:lnTo>
                    <a:pt x="3151504" y="1943287"/>
                  </a:lnTo>
                  <a:lnTo>
                    <a:pt x="3155552" y="1942891"/>
                  </a:lnTo>
                  <a:lnTo>
                    <a:pt x="3156926" y="1942579"/>
                  </a:lnTo>
                  <a:lnTo>
                    <a:pt x="3161012" y="1942834"/>
                  </a:lnTo>
                  <a:lnTo>
                    <a:pt x="3164999" y="1942582"/>
                  </a:lnTo>
                  <a:lnTo>
                    <a:pt x="3166452" y="1943265"/>
                  </a:lnTo>
                  <a:lnTo>
                    <a:pt x="3170452" y="1941881"/>
                  </a:lnTo>
                  <a:lnTo>
                    <a:pt x="3174562" y="1940623"/>
                  </a:lnTo>
                  <a:lnTo>
                    <a:pt x="3178549" y="1941679"/>
                  </a:lnTo>
                  <a:lnTo>
                    <a:pt x="3182603" y="1939550"/>
                  </a:lnTo>
                  <a:lnTo>
                    <a:pt x="3186590" y="1939551"/>
                  </a:lnTo>
                  <a:lnTo>
                    <a:pt x="3190633" y="1938858"/>
                  </a:lnTo>
                  <a:lnTo>
                    <a:pt x="3194620" y="1940825"/>
                  </a:lnTo>
                  <a:lnTo>
                    <a:pt x="3198607" y="1941344"/>
                  </a:lnTo>
                  <a:lnTo>
                    <a:pt x="3202533" y="1936676"/>
                  </a:lnTo>
                  <a:lnTo>
                    <a:pt x="3206581" y="1938787"/>
                  </a:lnTo>
                  <a:lnTo>
                    <a:pt x="3210568" y="1940353"/>
                  </a:lnTo>
                  <a:lnTo>
                    <a:pt x="3214555" y="1938795"/>
                  </a:lnTo>
                  <a:lnTo>
                    <a:pt x="3218543" y="1942113"/>
                  </a:lnTo>
                  <a:lnTo>
                    <a:pt x="3219880" y="1939934"/>
                  </a:lnTo>
                  <a:lnTo>
                    <a:pt x="3223818" y="1939961"/>
                  </a:lnTo>
                  <a:lnTo>
                    <a:pt x="3227866" y="1941222"/>
                  </a:lnTo>
                  <a:lnTo>
                    <a:pt x="3231792" y="1940901"/>
                  </a:lnTo>
                  <a:lnTo>
                    <a:pt x="3235840" y="1940422"/>
                  </a:lnTo>
                  <a:lnTo>
                    <a:pt x="3239828" y="1940277"/>
                  </a:lnTo>
                  <a:lnTo>
                    <a:pt x="3243876" y="1937538"/>
                  </a:lnTo>
                  <a:lnTo>
                    <a:pt x="3247863" y="1940019"/>
                  </a:lnTo>
                  <a:lnTo>
                    <a:pt x="3251912" y="1939290"/>
                  </a:lnTo>
                  <a:lnTo>
                    <a:pt x="3255899" y="1938280"/>
                  </a:lnTo>
                  <a:lnTo>
                    <a:pt x="3259947" y="1938699"/>
                  </a:lnTo>
                  <a:lnTo>
                    <a:pt x="3263873" y="1938988"/>
                  </a:lnTo>
                  <a:lnTo>
                    <a:pt x="3267915" y="1938307"/>
                  </a:lnTo>
                  <a:lnTo>
                    <a:pt x="3271902" y="1939256"/>
                  </a:lnTo>
                  <a:lnTo>
                    <a:pt x="3275889" y="1937665"/>
                  </a:lnTo>
                  <a:lnTo>
                    <a:pt x="3279877" y="1939154"/>
                  </a:lnTo>
                  <a:lnTo>
                    <a:pt x="3283925" y="1937667"/>
                  </a:lnTo>
                  <a:lnTo>
                    <a:pt x="3287912" y="1939523"/>
                  </a:lnTo>
                  <a:lnTo>
                    <a:pt x="3291961" y="1938063"/>
                  </a:lnTo>
                  <a:lnTo>
                    <a:pt x="3293341" y="1939891"/>
                  </a:lnTo>
                  <a:lnTo>
                    <a:pt x="3294752" y="1938259"/>
                  </a:lnTo>
                  <a:lnTo>
                    <a:pt x="3298708" y="1939369"/>
                  </a:lnTo>
                  <a:lnTo>
                    <a:pt x="3300137" y="1939273"/>
                  </a:lnTo>
                  <a:lnTo>
                    <a:pt x="3301487" y="1939287"/>
                  </a:lnTo>
                  <a:lnTo>
                    <a:pt x="3302836" y="1939057"/>
                  </a:lnTo>
                  <a:lnTo>
                    <a:pt x="3304186" y="1939191"/>
                  </a:lnTo>
                  <a:lnTo>
                    <a:pt x="3305639" y="1940659"/>
                  </a:lnTo>
                  <a:lnTo>
                    <a:pt x="3306971" y="1939837"/>
                  </a:lnTo>
                  <a:lnTo>
                    <a:pt x="3308338" y="1940385"/>
                  </a:lnTo>
                  <a:lnTo>
                    <a:pt x="3309694" y="1938604"/>
                  </a:lnTo>
                  <a:lnTo>
                    <a:pt x="3311166" y="1940849"/>
                  </a:lnTo>
                  <a:lnTo>
                    <a:pt x="3312497" y="1940051"/>
                  </a:lnTo>
                  <a:lnTo>
                    <a:pt x="3313828" y="1940693"/>
                  </a:lnTo>
                  <a:lnTo>
                    <a:pt x="3315178" y="1940282"/>
                  </a:lnTo>
                  <a:lnTo>
                    <a:pt x="3316619" y="1940702"/>
                  </a:lnTo>
                  <a:lnTo>
                    <a:pt x="3317963" y="1940277"/>
                  </a:lnTo>
                  <a:lnTo>
                    <a:pt x="3319306" y="1940229"/>
                  </a:lnTo>
                  <a:lnTo>
                    <a:pt x="3323244" y="1940411"/>
                  </a:lnTo>
                  <a:lnTo>
                    <a:pt x="3327354" y="1941063"/>
                  </a:lnTo>
                  <a:lnTo>
                    <a:pt x="3328697" y="1939723"/>
                  </a:lnTo>
                  <a:lnTo>
                    <a:pt x="3330145" y="1941619"/>
                  </a:lnTo>
                  <a:lnTo>
                    <a:pt x="3331482" y="1942228"/>
                  </a:lnTo>
                  <a:lnTo>
                    <a:pt x="3332819" y="1940307"/>
                  </a:lnTo>
                  <a:lnTo>
                    <a:pt x="3334187" y="1941310"/>
                  </a:lnTo>
                  <a:lnTo>
                    <a:pt x="3335623" y="1941578"/>
                  </a:lnTo>
                  <a:lnTo>
                    <a:pt x="3337003" y="1941514"/>
                  </a:lnTo>
                  <a:lnTo>
                    <a:pt x="3338352" y="1940794"/>
                  </a:lnTo>
                  <a:lnTo>
                    <a:pt x="3339702" y="1941412"/>
                  </a:lnTo>
                  <a:lnTo>
                    <a:pt x="3341143" y="1942011"/>
                  </a:lnTo>
                  <a:lnTo>
                    <a:pt x="3342499" y="1941575"/>
                  </a:lnTo>
                  <a:lnTo>
                    <a:pt x="3343848" y="1942153"/>
                  </a:lnTo>
                  <a:lnTo>
                    <a:pt x="3345204" y="1941413"/>
                  </a:lnTo>
                  <a:lnTo>
                    <a:pt x="3349252" y="1942364"/>
                  </a:lnTo>
                  <a:lnTo>
                    <a:pt x="3350596" y="1941569"/>
                  </a:lnTo>
                  <a:lnTo>
                    <a:pt x="3352031" y="1942431"/>
                  </a:lnTo>
                  <a:lnTo>
                    <a:pt x="3353374" y="1942978"/>
                  </a:lnTo>
                  <a:lnTo>
                    <a:pt x="3354712" y="1941991"/>
                  </a:lnTo>
                  <a:lnTo>
                    <a:pt x="3356079" y="1943520"/>
                  </a:lnTo>
                  <a:lnTo>
                    <a:pt x="3357509" y="1941935"/>
                  </a:lnTo>
                  <a:lnTo>
                    <a:pt x="3358870" y="1942859"/>
                  </a:lnTo>
                  <a:lnTo>
                    <a:pt x="3360232" y="1942678"/>
                  </a:lnTo>
                  <a:lnTo>
                    <a:pt x="3361582" y="1942427"/>
                  </a:lnTo>
                  <a:lnTo>
                    <a:pt x="3363017" y="1942367"/>
                  </a:lnTo>
                  <a:lnTo>
                    <a:pt x="3364354" y="1941796"/>
                  </a:lnTo>
                  <a:lnTo>
                    <a:pt x="3365716" y="1942186"/>
                  </a:lnTo>
                  <a:lnTo>
                    <a:pt x="3367115" y="1942995"/>
                  </a:lnTo>
                  <a:lnTo>
                    <a:pt x="3368550" y="1942543"/>
                  </a:lnTo>
                  <a:lnTo>
                    <a:pt x="3369881" y="1942231"/>
                  </a:lnTo>
                  <a:lnTo>
                    <a:pt x="3371212" y="1941285"/>
                  </a:lnTo>
                  <a:lnTo>
                    <a:pt x="3372580" y="1942024"/>
                  </a:lnTo>
                  <a:lnTo>
                    <a:pt x="3374028" y="1943403"/>
                  </a:lnTo>
                  <a:lnTo>
                    <a:pt x="3375383" y="1942062"/>
                  </a:lnTo>
                  <a:lnTo>
                    <a:pt x="3376745" y="1943747"/>
                  </a:lnTo>
                  <a:lnTo>
                    <a:pt x="3378070" y="1942624"/>
                  </a:lnTo>
                  <a:lnTo>
                    <a:pt x="3379542" y="1942960"/>
                  </a:lnTo>
                  <a:lnTo>
                    <a:pt x="3380898" y="1944240"/>
                  </a:lnTo>
                  <a:lnTo>
                    <a:pt x="3382241" y="1944131"/>
                  </a:lnTo>
                  <a:lnTo>
                    <a:pt x="3383597" y="1942368"/>
                  </a:lnTo>
                  <a:lnTo>
                    <a:pt x="3385069" y="1943047"/>
                  </a:lnTo>
                  <a:lnTo>
                    <a:pt x="3386400" y="1943222"/>
                  </a:lnTo>
                  <a:lnTo>
                    <a:pt x="3387731" y="1943426"/>
                  </a:lnTo>
                  <a:lnTo>
                    <a:pt x="3389062" y="1943264"/>
                  </a:lnTo>
                  <a:lnTo>
                    <a:pt x="3390504" y="1942908"/>
                  </a:lnTo>
                  <a:lnTo>
                    <a:pt x="3391841" y="1943194"/>
                  </a:lnTo>
                  <a:lnTo>
                    <a:pt x="3393184" y="1943546"/>
                  </a:lnTo>
                  <a:lnTo>
                    <a:pt x="3394521" y="1943781"/>
                  </a:lnTo>
                  <a:lnTo>
                    <a:pt x="3398564" y="1943615"/>
                  </a:lnTo>
                  <a:lnTo>
                    <a:pt x="3402551" y="1943418"/>
                  </a:lnTo>
                  <a:lnTo>
                    <a:pt x="3406599" y="1943915"/>
                  </a:lnTo>
                  <a:lnTo>
                    <a:pt x="3407949" y="1943813"/>
                  </a:lnTo>
                  <a:lnTo>
                    <a:pt x="3409366" y="1944333"/>
                  </a:lnTo>
                  <a:lnTo>
                    <a:pt x="3410721" y="1943150"/>
                  </a:lnTo>
                  <a:lnTo>
                    <a:pt x="3414696" y="1943634"/>
                  </a:lnTo>
                  <a:lnTo>
                    <a:pt x="3416125" y="1944041"/>
                  </a:lnTo>
                  <a:lnTo>
                    <a:pt x="3417456" y="1944574"/>
                  </a:lnTo>
                  <a:lnTo>
                    <a:pt x="3418800" y="1942994"/>
                  </a:lnTo>
                  <a:lnTo>
                    <a:pt x="3420162" y="1943270"/>
                  </a:lnTo>
                  <a:lnTo>
                    <a:pt x="3421591" y="1944269"/>
                  </a:lnTo>
                  <a:lnTo>
                    <a:pt x="3422916" y="1943467"/>
                  </a:lnTo>
                  <a:lnTo>
                    <a:pt x="3424265" y="1944547"/>
                  </a:lnTo>
                  <a:lnTo>
                    <a:pt x="3425609" y="1943504"/>
                  </a:lnTo>
                  <a:lnTo>
                    <a:pt x="3427062" y="1944553"/>
                  </a:lnTo>
                  <a:lnTo>
                    <a:pt x="3428387" y="1943977"/>
                  </a:lnTo>
                  <a:lnTo>
                    <a:pt x="3429731" y="1943556"/>
                  </a:lnTo>
                  <a:lnTo>
                    <a:pt x="3431074" y="1943377"/>
                  </a:lnTo>
                  <a:lnTo>
                    <a:pt x="3432515" y="1943280"/>
                  </a:lnTo>
                  <a:lnTo>
                    <a:pt x="3433847" y="1943058"/>
                  </a:lnTo>
                  <a:lnTo>
                    <a:pt x="3435214" y="1943533"/>
                  </a:lnTo>
                  <a:lnTo>
                    <a:pt x="3436558" y="1943339"/>
                  </a:lnTo>
                  <a:lnTo>
                    <a:pt x="3437999" y="1943382"/>
                  </a:lnTo>
                  <a:lnTo>
                    <a:pt x="3439318" y="1944242"/>
                  </a:lnTo>
                  <a:lnTo>
                    <a:pt x="3440649" y="1943431"/>
                  </a:lnTo>
                  <a:lnTo>
                    <a:pt x="3442005" y="1943259"/>
                  </a:lnTo>
                  <a:lnTo>
                    <a:pt x="3443452" y="1942908"/>
                  </a:lnTo>
                  <a:lnTo>
                    <a:pt x="3444783" y="1944072"/>
                  </a:lnTo>
                  <a:lnTo>
                    <a:pt x="3446108" y="1942040"/>
                  </a:lnTo>
                  <a:lnTo>
                    <a:pt x="3447464" y="1943182"/>
                  </a:lnTo>
                  <a:lnTo>
                    <a:pt x="3448906" y="1944101"/>
                  </a:lnTo>
                  <a:lnTo>
                    <a:pt x="3450267" y="1943033"/>
                  </a:lnTo>
                  <a:lnTo>
                    <a:pt x="3451623" y="1944089"/>
                  </a:lnTo>
                  <a:lnTo>
                    <a:pt x="3452972" y="1942469"/>
                  </a:lnTo>
                  <a:lnTo>
                    <a:pt x="3454438" y="1942598"/>
                  </a:lnTo>
                  <a:lnTo>
                    <a:pt x="3458426" y="1942347"/>
                  </a:lnTo>
                  <a:lnTo>
                    <a:pt x="3459879" y="1942520"/>
                  </a:lnTo>
                  <a:lnTo>
                    <a:pt x="3461204" y="1942947"/>
                  </a:lnTo>
                  <a:lnTo>
                    <a:pt x="3462541" y="1942472"/>
                  </a:lnTo>
                  <a:lnTo>
                    <a:pt x="3463873" y="1942881"/>
                  </a:lnTo>
                  <a:lnTo>
                    <a:pt x="3465345" y="1943237"/>
                  </a:lnTo>
                  <a:lnTo>
                    <a:pt x="3466676" y="1943683"/>
                  </a:lnTo>
                  <a:lnTo>
                    <a:pt x="3468019" y="1943545"/>
                  </a:lnTo>
                  <a:lnTo>
                    <a:pt x="3469356" y="1942804"/>
                  </a:lnTo>
                  <a:lnTo>
                    <a:pt x="3473393" y="1941949"/>
                  </a:lnTo>
                  <a:lnTo>
                    <a:pt x="3477380" y="1941773"/>
                  </a:lnTo>
                  <a:lnTo>
                    <a:pt x="3478790" y="1942460"/>
                  </a:lnTo>
                  <a:lnTo>
                    <a:pt x="3480146" y="1942897"/>
                  </a:lnTo>
                  <a:lnTo>
                    <a:pt x="3481465" y="1941550"/>
                  </a:lnTo>
                  <a:lnTo>
                    <a:pt x="3482802" y="1943574"/>
                  </a:lnTo>
                  <a:lnTo>
                    <a:pt x="3484219" y="1943023"/>
                  </a:lnTo>
                  <a:lnTo>
                    <a:pt x="3485544" y="1942519"/>
                  </a:lnTo>
                  <a:lnTo>
                    <a:pt x="3486900" y="1942682"/>
                  </a:lnTo>
                  <a:lnTo>
                    <a:pt x="3488255" y="1942462"/>
                  </a:lnTo>
                  <a:lnTo>
                    <a:pt x="3489697" y="1942765"/>
                  </a:lnTo>
                  <a:lnTo>
                    <a:pt x="3491028" y="1942084"/>
                  </a:lnTo>
                  <a:lnTo>
                    <a:pt x="3492371" y="1941942"/>
                  </a:lnTo>
                  <a:lnTo>
                    <a:pt x="3493721" y="1941444"/>
                  </a:lnTo>
                  <a:lnTo>
                    <a:pt x="3497745" y="1942817"/>
                  </a:lnTo>
                  <a:lnTo>
                    <a:pt x="3499100" y="1942105"/>
                  </a:lnTo>
                  <a:lnTo>
                    <a:pt x="3500517" y="1943135"/>
                  </a:lnTo>
                  <a:lnTo>
                    <a:pt x="3501861" y="1942109"/>
                  </a:lnTo>
                  <a:lnTo>
                    <a:pt x="3503222" y="1942901"/>
                  </a:lnTo>
                  <a:lnTo>
                    <a:pt x="3504572" y="1941447"/>
                  </a:lnTo>
                  <a:lnTo>
                    <a:pt x="3506013" y="1942371"/>
                  </a:lnTo>
                  <a:lnTo>
                    <a:pt x="3507332" y="1942598"/>
                  </a:lnTo>
                  <a:lnTo>
                    <a:pt x="3508682" y="1942690"/>
                  </a:lnTo>
                  <a:lnTo>
                    <a:pt x="3510019" y="1942166"/>
                  </a:lnTo>
                  <a:lnTo>
                    <a:pt x="3511466" y="1941732"/>
                  </a:lnTo>
                  <a:lnTo>
                    <a:pt x="3512840" y="1941328"/>
                  </a:lnTo>
                  <a:lnTo>
                    <a:pt x="3514208" y="1942378"/>
                  </a:lnTo>
                  <a:lnTo>
                    <a:pt x="3515539" y="1941885"/>
                  </a:lnTo>
                  <a:lnTo>
                    <a:pt x="3516993" y="1942537"/>
                  </a:lnTo>
                  <a:lnTo>
                    <a:pt x="3518355" y="1942616"/>
                  </a:lnTo>
                  <a:lnTo>
                    <a:pt x="3519674" y="1942724"/>
                  </a:lnTo>
                  <a:lnTo>
                    <a:pt x="3521011" y="1941500"/>
                  </a:lnTo>
                  <a:lnTo>
                    <a:pt x="3522465" y="1941552"/>
                  </a:lnTo>
                  <a:lnTo>
                    <a:pt x="3523820" y="1943055"/>
                  </a:lnTo>
                  <a:lnTo>
                    <a:pt x="3525170" y="1941847"/>
                  </a:lnTo>
                  <a:lnTo>
                    <a:pt x="3526532" y="1942493"/>
                  </a:lnTo>
                  <a:lnTo>
                    <a:pt x="3530562" y="1941499"/>
                  </a:lnTo>
                  <a:lnTo>
                    <a:pt x="3531887" y="1943393"/>
                  </a:lnTo>
                  <a:lnTo>
                    <a:pt x="3533261" y="1941740"/>
                  </a:lnTo>
                  <a:lnTo>
                    <a:pt x="3534592" y="1942283"/>
                  </a:lnTo>
                  <a:lnTo>
                    <a:pt x="3535910" y="1941583"/>
                  </a:lnTo>
                  <a:lnTo>
                    <a:pt x="3537260" y="1941475"/>
                  </a:lnTo>
                  <a:lnTo>
                    <a:pt x="3538714" y="1943665"/>
                  </a:lnTo>
                  <a:lnTo>
                    <a:pt x="3540069" y="1941698"/>
                  </a:lnTo>
                  <a:lnTo>
                    <a:pt x="3541456" y="1941044"/>
                  </a:lnTo>
                  <a:lnTo>
                    <a:pt x="3542817" y="1943005"/>
                  </a:lnTo>
                  <a:lnTo>
                    <a:pt x="3544283" y="1941814"/>
                  </a:lnTo>
                  <a:lnTo>
                    <a:pt x="3545602" y="1941987"/>
                  </a:lnTo>
                  <a:lnTo>
                    <a:pt x="3546952" y="1942732"/>
                  </a:lnTo>
                  <a:lnTo>
                    <a:pt x="3548270" y="1942692"/>
                  </a:lnTo>
                  <a:lnTo>
                    <a:pt x="3549694" y="1941983"/>
                  </a:lnTo>
                  <a:lnTo>
                    <a:pt x="3551068" y="1942738"/>
                  </a:lnTo>
                  <a:lnTo>
                    <a:pt x="3552405" y="1941636"/>
                  </a:lnTo>
                  <a:lnTo>
                    <a:pt x="3553773" y="1941610"/>
                  </a:lnTo>
                  <a:lnTo>
                    <a:pt x="3555208" y="1942659"/>
                  </a:lnTo>
                  <a:lnTo>
                    <a:pt x="3556527" y="1941780"/>
                  </a:lnTo>
                  <a:lnTo>
                    <a:pt x="3557876" y="1941195"/>
                  </a:lnTo>
                  <a:lnTo>
                    <a:pt x="3559220" y="1941226"/>
                  </a:lnTo>
                  <a:lnTo>
                    <a:pt x="3560655" y="1941860"/>
                  </a:lnTo>
                  <a:lnTo>
                    <a:pt x="3561974" y="1942274"/>
                  </a:lnTo>
                  <a:lnTo>
                    <a:pt x="3563317" y="1941162"/>
                  </a:lnTo>
                  <a:lnTo>
                    <a:pt x="3567237" y="1941176"/>
                  </a:lnTo>
                  <a:lnTo>
                    <a:pt x="3568691" y="1941747"/>
                  </a:lnTo>
                  <a:lnTo>
                    <a:pt x="3570016" y="1941905"/>
                  </a:lnTo>
                  <a:lnTo>
                    <a:pt x="3571334" y="1941144"/>
                  </a:lnTo>
                  <a:lnTo>
                    <a:pt x="3572659" y="1942011"/>
                  </a:lnTo>
                  <a:lnTo>
                    <a:pt x="3576622" y="1942440"/>
                  </a:lnTo>
                  <a:lnTo>
                    <a:pt x="3577978" y="1942330"/>
                  </a:lnTo>
                  <a:lnTo>
                    <a:pt x="3579370" y="1941514"/>
                  </a:lnTo>
                  <a:lnTo>
                    <a:pt x="3580701" y="1940920"/>
                  </a:lnTo>
                  <a:lnTo>
                    <a:pt x="3582051" y="1941644"/>
                  </a:lnTo>
                  <a:lnTo>
                    <a:pt x="3583375" y="1941228"/>
                  </a:lnTo>
                  <a:lnTo>
                    <a:pt x="3584829" y="1940327"/>
                  </a:lnTo>
                  <a:lnTo>
                    <a:pt x="3586160" y="1940039"/>
                  </a:lnTo>
                  <a:lnTo>
                    <a:pt x="3587491" y="1940155"/>
                  </a:lnTo>
                  <a:lnTo>
                    <a:pt x="3588829" y="1939314"/>
                  </a:lnTo>
                  <a:lnTo>
                    <a:pt x="3592877" y="1939802"/>
                  </a:lnTo>
                  <a:lnTo>
                    <a:pt x="3594208" y="1939068"/>
                  </a:lnTo>
                  <a:lnTo>
                    <a:pt x="3598214" y="1940935"/>
                  </a:lnTo>
                  <a:lnTo>
                    <a:pt x="3602139" y="1939005"/>
                  </a:lnTo>
                  <a:lnTo>
                    <a:pt x="3606127" y="1940737"/>
                  </a:lnTo>
                  <a:lnTo>
                    <a:pt x="3610052" y="1940493"/>
                  </a:lnTo>
                  <a:lnTo>
                    <a:pt x="3614039" y="1940146"/>
                  </a:lnTo>
                  <a:lnTo>
                    <a:pt x="3617965" y="1939120"/>
                  </a:lnTo>
                  <a:lnTo>
                    <a:pt x="3621952" y="1941353"/>
                  </a:lnTo>
                  <a:lnTo>
                    <a:pt x="3625878" y="1940135"/>
                  </a:lnTo>
                  <a:lnTo>
                    <a:pt x="3629865" y="1939109"/>
                  </a:lnTo>
                  <a:lnTo>
                    <a:pt x="3633791" y="1941358"/>
                  </a:lnTo>
                  <a:lnTo>
                    <a:pt x="3637772" y="1942551"/>
                  </a:lnTo>
                  <a:lnTo>
                    <a:pt x="3641704" y="1939454"/>
                  </a:lnTo>
                  <a:lnTo>
                    <a:pt x="3643084" y="1942468"/>
                  </a:lnTo>
                  <a:lnTo>
                    <a:pt x="3646973" y="1941596"/>
                  </a:lnTo>
                  <a:lnTo>
                    <a:pt x="3650905" y="1940071"/>
                  </a:lnTo>
                  <a:lnTo>
                    <a:pt x="3654824" y="1941523"/>
                  </a:lnTo>
                  <a:lnTo>
                    <a:pt x="3658750" y="1939983"/>
                  </a:lnTo>
                  <a:lnTo>
                    <a:pt x="3662676" y="1940889"/>
                  </a:lnTo>
                  <a:lnTo>
                    <a:pt x="3666602" y="1940935"/>
                  </a:lnTo>
                  <a:lnTo>
                    <a:pt x="3670528" y="1942364"/>
                  </a:lnTo>
                  <a:lnTo>
                    <a:pt x="3674453" y="1938603"/>
                  </a:lnTo>
                  <a:lnTo>
                    <a:pt x="3678379" y="1939485"/>
                  </a:lnTo>
                  <a:lnTo>
                    <a:pt x="3682305" y="1940811"/>
                  </a:lnTo>
                  <a:lnTo>
                    <a:pt x="3686231" y="1941464"/>
                  </a:lnTo>
                  <a:lnTo>
                    <a:pt x="3687586" y="1941609"/>
                  </a:lnTo>
                  <a:lnTo>
                    <a:pt x="3691506" y="1940446"/>
                  </a:lnTo>
                  <a:lnTo>
                    <a:pt x="3695432" y="1939526"/>
                  </a:lnTo>
                  <a:lnTo>
                    <a:pt x="3699357" y="1941568"/>
                  </a:lnTo>
                  <a:lnTo>
                    <a:pt x="3703283" y="1941175"/>
                  </a:lnTo>
                  <a:lnTo>
                    <a:pt x="3707148" y="1938604"/>
                  </a:lnTo>
                  <a:lnTo>
                    <a:pt x="3711073" y="1940999"/>
                  </a:lnTo>
                  <a:lnTo>
                    <a:pt x="3714938" y="1940095"/>
                  </a:lnTo>
                  <a:lnTo>
                    <a:pt x="3718864" y="1938374"/>
                  </a:lnTo>
                  <a:lnTo>
                    <a:pt x="3722728" y="1939543"/>
                  </a:lnTo>
                  <a:lnTo>
                    <a:pt x="3726654" y="1938539"/>
                  </a:lnTo>
                  <a:lnTo>
                    <a:pt x="3727967" y="1938995"/>
                  </a:lnTo>
                  <a:lnTo>
                    <a:pt x="3731868" y="1939110"/>
                  </a:lnTo>
                  <a:lnTo>
                    <a:pt x="3735726" y="1938838"/>
                  </a:lnTo>
                  <a:lnTo>
                    <a:pt x="3739652" y="1937559"/>
                  </a:lnTo>
                  <a:lnTo>
                    <a:pt x="3743522" y="1937500"/>
                  </a:lnTo>
                  <a:lnTo>
                    <a:pt x="3747442" y="1935268"/>
                  </a:lnTo>
                  <a:lnTo>
                    <a:pt x="3751306" y="1937592"/>
                  </a:lnTo>
                  <a:lnTo>
                    <a:pt x="3755232" y="1933833"/>
                  </a:lnTo>
                  <a:lnTo>
                    <a:pt x="3759097" y="1934216"/>
                  </a:lnTo>
                  <a:lnTo>
                    <a:pt x="3763022" y="1934963"/>
                  </a:lnTo>
                  <a:lnTo>
                    <a:pt x="3766887" y="1935884"/>
                  </a:lnTo>
                  <a:lnTo>
                    <a:pt x="3770751" y="1934088"/>
                  </a:lnTo>
                  <a:lnTo>
                    <a:pt x="3774616" y="1936911"/>
                  </a:lnTo>
                  <a:lnTo>
                    <a:pt x="3778480" y="1933681"/>
                  </a:lnTo>
                  <a:lnTo>
                    <a:pt x="3782345" y="1935269"/>
                  </a:lnTo>
                  <a:lnTo>
                    <a:pt x="3786209" y="1935459"/>
                  </a:lnTo>
                  <a:lnTo>
                    <a:pt x="3790012" y="1936619"/>
                  </a:lnTo>
                  <a:lnTo>
                    <a:pt x="3793877" y="1934378"/>
                  </a:lnTo>
                  <a:lnTo>
                    <a:pt x="3797680" y="1936316"/>
                  </a:lnTo>
                  <a:lnTo>
                    <a:pt x="3801544" y="1934074"/>
                  </a:lnTo>
                  <a:lnTo>
                    <a:pt x="3802802" y="1933166"/>
                  </a:lnTo>
                  <a:lnTo>
                    <a:pt x="3804114" y="1935077"/>
                  </a:lnTo>
                  <a:lnTo>
                    <a:pt x="3807923" y="1935618"/>
                  </a:lnTo>
                  <a:lnTo>
                    <a:pt x="3811788" y="1934859"/>
                  </a:lnTo>
                  <a:lnTo>
                    <a:pt x="3813045" y="1933153"/>
                  </a:lnTo>
                  <a:lnTo>
                    <a:pt x="3816940" y="1934305"/>
                  </a:lnTo>
                  <a:lnTo>
                    <a:pt x="3820744" y="1934185"/>
                  </a:lnTo>
                  <a:lnTo>
                    <a:pt x="3824608" y="1934530"/>
                  </a:lnTo>
                  <a:lnTo>
                    <a:pt x="3828405" y="1934404"/>
                  </a:lnTo>
                  <a:lnTo>
                    <a:pt x="3832269" y="1934855"/>
                  </a:lnTo>
                  <a:lnTo>
                    <a:pt x="3833521" y="1932754"/>
                  </a:lnTo>
                  <a:lnTo>
                    <a:pt x="3837422" y="1935020"/>
                  </a:lnTo>
                  <a:lnTo>
                    <a:pt x="3841225" y="1933474"/>
                  </a:lnTo>
                  <a:lnTo>
                    <a:pt x="3842501" y="1933319"/>
                  </a:lnTo>
                  <a:lnTo>
                    <a:pt x="3843777" y="1932581"/>
                  </a:lnTo>
                  <a:lnTo>
                    <a:pt x="3847604" y="1931683"/>
                  </a:lnTo>
                  <a:lnTo>
                    <a:pt x="3848893" y="1935885"/>
                  </a:lnTo>
                  <a:lnTo>
                    <a:pt x="3850138" y="1932528"/>
                  </a:lnTo>
                  <a:lnTo>
                    <a:pt x="3851432" y="1935036"/>
                  </a:lnTo>
                  <a:lnTo>
                    <a:pt x="3852720" y="1932428"/>
                  </a:lnTo>
                  <a:lnTo>
                    <a:pt x="3854051" y="1931506"/>
                  </a:lnTo>
                  <a:lnTo>
                    <a:pt x="3857848" y="1931805"/>
                  </a:lnTo>
                  <a:lnTo>
                    <a:pt x="3861774" y="1934058"/>
                  </a:lnTo>
                  <a:lnTo>
                    <a:pt x="3865577" y="1931733"/>
                  </a:lnTo>
                  <a:lnTo>
                    <a:pt x="3866859" y="1933713"/>
                  </a:lnTo>
                  <a:lnTo>
                    <a:pt x="3868117" y="1929433"/>
                  </a:lnTo>
                  <a:lnTo>
                    <a:pt x="3872018" y="1932782"/>
                  </a:lnTo>
                  <a:lnTo>
                    <a:pt x="3873287" y="1931193"/>
                  </a:lnTo>
                  <a:lnTo>
                    <a:pt x="3874551" y="1931128"/>
                  </a:lnTo>
                  <a:lnTo>
                    <a:pt x="3878458" y="1932080"/>
                  </a:lnTo>
                  <a:lnTo>
                    <a:pt x="3879740" y="1930111"/>
                  </a:lnTo>
                  <a:lnTo>
                    <a:pt x="3880998" y="1931112"/>
                  </a:lnTo>
                  <a:lnTo>
                    <a:pt x="3884899" y="1931946"/>
                  </a:lnTo>
                  <a:lnTo>
                    <a:pt x="3888825" y="1928915"/>
                  </a:lnTo>
                  <a:lnTo>
                    <a:pt x="3890082" y="1929961"/>
                  </a:lnTo>
                  <a:lnTo>
                    <a:pt x="3891383" y="1928950"/>
                  </a:lnTo>
                  <a:lnTo>
                    <a:pt x="3895266" y="1928960"/>
                  </a:lnTo>
                  <a:lnTo>
                    <a:pt x="3896554" y="1930424"/>
                  </a:lnTo>
                  <a:lnTo>
                    <a:pt x="3897811" y="1929114"/>
                  </a:lnTo>
                  <a:lnTo>
                    <a:pt x="3901706" y="1928843"/>
                  </a:lnTo>
                  <a:lnTo>
                    <a:pt x="3902988" y="1929913"/>
                  </a:lnTo>
                  <a:lnTo>
                    <a:pt x="3904246" y="1928032"/>
                  </a:lnTo>
                  <a:lnTo>
                    <a:pt x="3905540" y="1930708"/>
                  </a:lnTo>
                  <a:lnTo>
                    <a:pt x="3906822" y="1929533"/>
                  </a:lnTo>
                  <a:lnTo>
                    <a:pt x="3908147" y="1928470"/>
                  </a:lnTo>
                  <a:lnTo>
                    <a:pt x="3909405" y="1929310"/>
                  </a:lnTo>
                  <a:lnTo>
                    <a:pt x="3910693" y="1929758"/>
                  </a:lnTo>
                  <a:lnTo>
                    <a:pt x="3911981" y="1929587"/>
                  </a:lnTo>
                  <a:lnTo>
                    <a:pt x="3913300" y="1928746"/>
                  </a:lnTo>
                  <a:lnTo>
                    <a:pt x="3914557" y="1927850"/>
                  </a:lnTo>
                  <a:lnTo>
                    <a:pt x="3915839" y="1928398"/>
                  </a:lnTo>
                  <a:lnTo>
                    <a:pt x="3917127" y="1928133"/>
                  </a:lnTo>
                  <a:lnTo>
                    <a:pt x="3918446" y="1927750"/>
                  </a:lnTo>
                  <a:lnTo>
                    <a:pt x="3919704" y="1930120"/>
                  </a:lnTo>
                  <a:lnTo>
                    <a:pt x="3920998" y="1929829"/>
                  </a:lnTo>
                  <a:lnTo>
                    <a:pt x="3922280" y="1929725"/>
                  </a:lnTo>
                  <a:lnTo>
                    <a:pt x="3923605" y="1929168"/>
                  </a:lnTo>
                  <a:lnTo>
                    <a:pt x="3924856" y="1928220"/>
                  </a:lnTo>
                  <a:lnTo>
                    <a:pt x="3926150" y="1927038"/>
                  </a:lnTo>
                  <a:lnTo>
                    <a:pt x="3927432" y="1926473"/>
                  </a:lnTo>
                  <a:lnTo>
                    <a:pt x="3928757" y="1929776"/>
                  </a:lnTo>
                  <a:lnTo>
                    <a:pt x="3932616" y="1928632"/>
                  </a:lnTo>
                  <a:lnTo>
                    <a:pt x="3933904" y="1927791"/>
                  </a:lnTo>
                  <a:lnTo>
                    <a:pt x="3935167" y="1928538"/>
                  </a:lnTo>
                  <a:lnTo>
                    <a:pt x="3936449" y="1929716"/>
                  </a:lnTo>
                  <a:lnTo>
                    <a:pt x="3937738" y="1928802"/>
                  </a:lnTo>
                  <a:lnTo>
                    <a:pt x="3939063" y="1929006"/>
                  </a:lnTo>
                  <a:lnTo>
                    <a:pt x="3940320" y="1925385"/>
                  </a:lnTo>
                  <a:lnTo>
                    <a:pt x="3941627" y="1929945"/>
                  </a:lnTo>
                  <a:lnTo>
                    <a:pt x="3942896" y="1928708"/>
                  </a:lnTo>
                  <a:lnTo>
                    <a:pt x="3944227" y="1928362"/>
                  </a:lnTo>
                  <a:lnTo>
                    <a:pt x="3945528" y="1929155"/>
                  </a:lnTo>
                  <a:lnTo>
                    <a:pt x="3946822" y="1930025"/>
                  </a:lnTo>
                  <a:lnTo>
                    <a:pt x="3948104" y="1928940"/>
                  </a:lnTo>
                  <a:lnTo>
                    <a:pt x="3952061" y="1930771"/>
                  </a:lnTo>
                  <a:lnTo>
                    <a:pt x="3953324" y="1930258"/>
                  </a:lnTo>
                  <a:lnTo>
                    <a:pt x="3954649" y="1929088"/>
                  </a:lnTo>
                  <a:lnTo>
                    <a:pt x="3958501" y="1930804"/>
                  </a:lnTo>
                  <a:lnTo>
                    <a:pt x="3962427" y="1928649"/>
                  </a:lnTo>
                  <a:lnTo>
                    <a:pt x="3963709" y="1930512"/>
                  </a:lnTo>
                  <a:lnTo>
                    <a:pt x="3965009" y="1928343"/>
                  </a:lnTo>
                  <a:lnTo>
                    <a:pt x="3968868" y="1932354"/>
                  </a:lnTo>
                  <a:lnTo>
                    <a:pt x="3972794" y="1931092"/>
                  </a:lnTo>
                  <a:lnTo>
                    <a:pt x="3976719" y="1931980"/>
                  </a:lnTo>
                  <a:lnTo>
                    <a:pt x="3980645" y="1934999"/>
                  </a:lnTo>
                  <a:lnTo>
                    <a:pt x="3984509" y="1932730"/>
                  </a:lnTo>
                  <a:lnTo>
                    <a:pt x="3988435" y="1934430"/>
                  </a:lnTo>
                  <a:lnTo>
                    <a:pt x="3992300" y="1933605"/>
                  </a:lnTo>
                  <a:lnTo>
                    <a:pt x="3996225" y="1934532"/>
                  </a:lnTo>
                  <a:lnTo>
                    <a:pt x="4000090" y="1936310"/>
                  </a:lnTo>
                  <a:lnTo>
                    <a:pt x="4004016" y="1935207"/>
                  </a:lnTo>
                  <a:lnTo>
                    <a:pt x="4007941" y="1936061"/>
                  </a:lnTo>
                  <a:lnTo>
                    <a:pt x="4011867" y="1934304"/>
                  </a:lnTo>
                  <a:lnTo>
                    <a:pt x="4015787" y="1935858"/>
                  </a:lnTo>
                  <a:lnTo>
                    <a:pt x="4019713" y="1936964"/>
                  </a:lnTo>
                  <a:lnTo>
                    <a:pt x="4023577" y="1937113"/>
                  </a:lnTo>
                  <a:lnTo>
                    <a:pt x="4027509" y="1936697"/>
                  </a:lnTo>
                  <a:lnTo>
                    <a:pt x="4031367" y="1935858"/>
                  </a:lnTo>
                  <a:lnTo>
                    <a:pt x="4035293" y="1937890"/>
                  </a:lnTo>
                  <a:lnTo>
                    <a:pt x="4036581" y="1937308"/>
                  </a:lnTo>
                  <a:lnTo>
                    <a:pt x="4037888" y="1937116"/>
                  </a:lnTo>
                  <a:lnTo>
                    <a:pt x="4041795" y="1935198"/>
                  </a:lnTo>
                  <a:lnTo>
                    <a:pt x="4045721" y="1938824"/>
                  </a:lnTo>
                  <a:lnTo>
                    <a:pt x="4049585" y="1933240"/>
                  </a:lnTo>
                  <a:lnTo>
                    <a:pt x="4053511" y="1937875"/>
                  </a:lnTo>
                  <a:lnTo>
                    <a:pt x="4054793" y="1938880"/>
                  </a:lnTo>
                  <a:lnTo>
                    <a:pt x="4056112" y="1937840"/>
                  </a:lnTo>
                  <a:lnTo>
                    <a:pt x="4057425" y="1936810"/>
                  </a:lnTo>
                  <a:lnTo>
                    <a:pt x="4058719" y="1937747"/>
                  </a:lnTo>
                  <a:lnTo>
                    <a:pt x="4060007" y="1936909"/>
                  </a:lnTo>
                  <a:lnTo>
                    <a:pt x="4061326" y="1938553"/>
                  </a:lnTo>
                  <a:lnTo>
                    <a:pt x="4065227" y="1937150"/>
                  </a:lnTo>
                  <a:lnTo>
                    <a:pt x="4066540" y="1937174"/>
                  </a:lnTo>
                  <a:lnTo>
                    <a:pt x="4067859" y="1936809"/>
                  </a:lnTo>
                  <a:lnTo>
                    <a:pt x="4069153" y="1937004"/>
                  </a:lnTo>
                  <a:lnTo>
                    <a:pt x="4070435" y="1936815"/>
                  </a:lnTo>
                  <a:lnTo>
                    <a:pt x="4071766" y="1937835"/>
                  </a:lnTo>
                  <a:lnTo>
                    <a:pt x="4073066" y="1937153"/>
                  </a:lnTo>
                  <a:lnTo>
                    <a:pt x="4074373" y="1938183"/>
                  </a:lnTo>
                  <a:lnTo>
                    <a:pt x="4078231" y="1938143"/>
                  </a:lnTo>
                  <a:lnTo>
                    <a:pt x="4079544" y="1938118"/>
                  </a:lnTo>
                  <a:lnTo>
                    <a:pt x="4080850" y="1936815"/>
                  </a:lnTo>
                  <a:lnTo>
                    <a:pt x="4082151" y="1936908"/>
                  </a:lnTo>
                  <a:lnTo>
                    <a:pt x="4083445" y="1937992"/>
                  </a:lnTo>
                  <a:lnTo>
                    <a:pt x="4087371" y="1937596"/>
                  </a:lnTo>
                  <a:lnTo>
                    <a:pt x="4088647" y="1936791"/>
                  </a:lnTo>
                  <a:lnTo>
                    <a:pt x="4089959" y="1938080"/>
                  </a:lnTo>
                  <a:lnTo>
                    <a:pt x="4091223" y="1937536"/>
                  </a:lnTo>
                  <a:lnTo>
                    <a:pt x="4095100" y="1937913"/>
                  </a:lnTo>
                  <a:lnTo>
                    <a:pt x="4099025" y="1936693"/>
                  </a:lnTo>
                  <a:lnTo>
                    <a:pt x="4100307" y="1936735"/>
                  </a:lnTo>
                  <a:lnTo>
                    <a:pt x="4101614" y="1936526"/>
                  </a:lnTo>
                  <a:lnTo>
                    <a:pt x="4102878" y="1937698"/>
                  </a:lnTo>
                  <a:lnTo>
                    <a:pt x="4104160" y="1937375"/>
                  </a:lnTo>
                  <a:lnTo>
                    <a:pt x="4105454" y="1938100"/>
                  </a:lnTo>
                  <a:lnTo>
                    <a:pt x="4106767" y="1936083"/>
                  </a:lnTo>
                  <a:lnTo>
                    <a:pt x="4108030" y="1937089"/>
                  </a:lnTo>
                  <a:lnTo>
                    <a:pt x="4109312" y="1936041"/>
                  </a:lnTo>
                  <a:lnTo>
                    <a:pt x="4110600" y="1935814"/>
                  </a:lnTo>
                  <a:lnTo>
                    <a:pt x="4111919" y="1935728"/>
                  </a:lnTo>
                  <a:lnTo>
                    <a:pt x="4113183" y="1936967"/>
                  </a:lnTo>
                  <a:lnTo>
                    <a:pt x="4114465" y="1937151"/>
                  </a:lnTo>
                  <a:lnTo>
                    <a:pt x="4115759" y="1935586"/>
                  </a:lnTo>
                  <a:lnTo>
                    <a:pt x="4117078" y="1936633"/>
                  </a:lnTo>
                  <a:lnTo>
                    <a:pt x="4118329" y="1934467"/>
                  </a:lnTo>
                  <a:lnTo>
                    <a:pt x="4119630" y="1935841"/>
                  </a:lnTo>
                  <a:lnTo>
                    <a:pt x="4120899" y="1934085"/>
                  </a:lnTo>
                  <a:lnTo>
                    <a:pt x="4122224" y="1938079"/>
                  </a:lnTo>
                  <a:lnTo>
                    <a:pt x="4126070" y="1935415"/>
                  </a:lnTo>
                  <a:lnTo>
                    <a:pt x="4127371" y="1936190"/>
                  </a:lnTo>
                  <a:lnTo>
                    <a:pt x="4128628" y="1936429"/>
                  </a:lnTo>
                  <a:lnTo>
                    <a:pt x="4129910" y="1934028"/>
                  </a:lnTo>
                  <a:lnTo>
                    <a:pt x="4133799" y="1934762"/>
                  </a:lnTo>
                  <a:lnTo>
                    <a:pt x="4135093" y="1936195"/>
                  </a:lnTo>
                  <a:lnTo>
                    <a:pt x="4138952" y="1933453"/>
                  </a:lnTo>
                  <a:lnTo>
                    <a:pt x="4142816" y="1932473"/>
                  </a:lnTo>
                  <a:lnTo>
                    <a:pt x="4146681" y="1934799"/>
                  </a:lnTo>
                  <a:lnTo>
                    <a:pt x="4150545" y="1934222"/>
                  </a:lnTo>
                  <a:lnTo>
                    <a:pt x="4151803" y="1934038"/>
                  </a:lnTo>
                  <a:lnTo>
                    <a:pt x="4153054" y="1931411"/>
                  </a:lnTo>
                  <a:lnTo>
                    <a:pt x="4156924" y="1934456"/>
                  </a:lnTo>
                  <a:lnTo>
                    <a:pt x="4158200" y="1931240"/>
                  </a:lnTo>
                  <a:lnTo>
                    <a:pt x="4159470" y="1932580"/>
                  </a:lnTo>
                  <a:lnTo>
                    <a:pt x="4163365" y="1930426"/>
                  </a:lnTo>
                  <a:lnTo>
                    <a:pt x="4164647" y="1931483"/>
                  </a:lnTo>
                  <a:lnTo>
                    <a:pt x="4168518" y="1931119"/>
                  </a:lnTo>
                  <a:lnTo>
                    <a:pt x="4172382" y="1932719"/>
                  </a:lnTo>
                  <a:lnTo>
                    <a:pt x="4173633" y="1931345"/>
                  </a:lnTo>
                  <a:lnTo>
                    <a:pt x="4177473" y="1931329"/>
                  </a:lnTo>
                  <a:lnTo>
                    <a:pt x="4181338" y="1928056"/>
                  </a:lnTo>
                  <a:lnTo>
                    <a:pt x="4182620" y="1928250"/>
                  </a:lnTo>
                  <a:lnTo>
                    <a:pt x="4183877" y="1928153"/>
                  </a:lnTo>
                  <a:lnTo>
                    <a:pt x="4185110" y="1930334"/>
                  </a:lnTo>
                  <a:lnTo>
                    <a:pt x="4189005" y="1927644"/>
                  </a:lnTo>
                  <a:lnTo>
                    <a:pt x="4192870" y="1927545"/>
                  </a:lnTo>
                  <a:lnTo>
                    <a:pt x="4194115" y="1927768"/>
                  </a:lnTo>
                  <a:lnTo>
                    <a:pt x="4197961" y="1928130"/>
                  </a:lnTo>
                  <a:lnTo>
                    <a:pt x="4199206" y="1926978"/>
                  </a:lnTo>
                  <a:lnTo>
                    <a:pt x="4200464" y="1930712"/>
                  </a:lnTo>
                  <a:lnTo>
                    <a:pt x="4201715" y="1925794"/>
                  </a:lnTo>
                  <a:lnTo>
                    <a:pt x="4205561" y="1928679"/>
                  </a:lnTo>
                  <a:lnTo>
                    <a:pt x="4209425" y="1926396"/>
                  </a:lnTo>
                  <a:lnTo>
                    <a:pt x="4210689" y="1928850"/>
                  </a:lnTo>
                  <a:lnTo>
                    <a:pt x="4211977" y="1925477"/>
                  </a:lnTo>
                  <a:lnTo>
                    <a:pt x="4213210" y="1927231"/>
                  </a:lnTo>
                  <a:lnTo>
                    <a:pt x="4214480" y="1927383"/>
                  </a:lnTo>
                  <a:lnTo>
                    <a:pt x="4215713" y="1926828"/>
                  </a:lnTo>
                  <a:lnTo>
                    <a:pt x="4216970" y="1928615"/>
                  </a:lnTo>
                  <a:lnTo>
                    <a:pt x="4218222" y="1927641"/>
                  </a:lnTo>
                  <a:lnTo>
                    <a:pt x="4219448" y="1926337"/>
                  </a:lnTo>
                  <a:lnTo>
                    <a:pt x="4223288" y="1930382"/>
                  </a:lnTo>
                  <a:lnTo>
                    <a:pt x="4224558" y="1928450"/>
                  </a:lnTo>
                  <a:lnTo>
                    <a:pt x="4225834" y="1926890"/>
                  </a:lnTo>
                  <a:lnTo>
                    <a:pt x="4227067" y="1927032"/>
                  </a:lnTo>
                  <a:lnTo>
                    <a:pt x="4228288" y="1925758"/>
                  </a:lnTo>
                  <a:lnTo>
                    <a:pt x="4232121" y="1928007"/>
                  </a:lnTo>
                  <a:lnTo>
                    <a:pt x="4235986" y="1926633"/>
                  </a:lnTo>
                  <a:lnTo>
                    <a:pt x="4237256" y="1928971"/>
                  </a:lnTo>
                  <a:lnTo>
                    <a:pt x="4238525" y="1928313"/>
                  </a:lnTo>
                  <a:lnTo>
                    <a:pt x="4239758" y="1928380"/>
                  </a:lnTo>
                  <a:lnTo>
                    <a:pt x="4240979" y="1927658"/>
                  </a:lnTo>
                  <a:lnTo>
                    <a:pt x="4242242" y="1928301"/>
                  </a:lnTo>
                  <a:lnTo>
                    <a:pt x="4246107" y="1926171"/>
                  </a:lnTo>
                  <a:lnTo>
                    <a:pt x="4249971" y="1925692"/>
                  </a:lnTo>
                  <a:lnTo>
                    <a:pt x="4251223" y="1928602"/>
                  </a:lnTo>
                  <a:lnTo>
                    <a:pt x="4252468" y="1928739"/>
                  </a:lnTo>
                  <a:lnTo>
                    <a:pt x="4253744" y="1927796"/>
                  </a:lnTo>
                  <a:lnTo>
                    <a:pt x="4254971" y="1926592"/>
                  </a:lnTo>
                  <a:lnTo>
                    <a:pt x="4256203" y="1926957"/>
                  </a:lnTo>
                  <a:lnTo>
                    <a:pt x="4257498" y="1926965"/>
                  </a:lnTo>
                  <a:lnTo>
                    <a:pt x="4258768" y="1927284"/>
                  </a:lnTo>
                  <a:lnTo>
                    <a:pt x="4260000" y="1928726"/>
                  </a:lnTo>
                  <a:lnTo>
                    <a:pt x="4261221" y="1926593"/>
                  </a:lnTo>
                  <a:lnTo>
                    <a:pt x="4262485" y="1927150"/>
                  </a:lnTo>
                  <a:lnTo>
                    <a:pt x="4263736" y="1928893"/>
                  </a:lnTo>
                  <a:lnTo>
                    <a:pt x="4264969" y="1928864"/>
                  </a:lnTo>
                  <a:lnTo>
                    <a:pt x="4266196" y="1925963"/>
                  </a:lnTo>
                  <a:lnTo>
                    <a:pt x="4267453" y="1928775"/>
                  </a:lnTo>
                  <a:lnTo>
                    <a:pt x="4271318" y="1927369"/>
                  </a:lnTo>
                  <a:lnTo>
                    <a:pt x="4275182" y="1927952"/>
                  </a:lnTo>
                  <a:lnTo>
                    <a:pt x="4276440" y="1928507"/>
                  </a:lnTo>
                  <a:lnTo>
                    <a:pt x="4280273" y="1928818"/>
                  </a:lnTo>
                  <a:lnTo>
                    <a:pt x="4284138" y="1930434"/>
                  </a:lnTo>
                  <a:lnTo>
                    <a:pt x="4285408" y="1927351"/>
                  </a:lnTo>
                  <a:lnTo>
                    <a:pt x="4286690" y="1926395"/>
                  </a:lnTo>
                  <a:lnTo>
                    <a:pt x="4290517" y="1929437"/>
                  </a:lnTo>
                  <a:lnTo>
                    <a:pt x="4294382" y="1928774"/>
                  </a:lnTo>
                  <a:lnTo>
                    <a:pt x="4295639" y="1929816"/>
                  </a:lnTo>
                  <a:lnTo>
                    <a:pt x="4296897" y="1928651"/>
                  </a:lnTo>
                  <a:lnTo>
                    <a:pt x="4300761" y="1931252"/>
                  </a:lnTo>
                  <a:lnTo>
                    <a:pt x="4304619" y="1928304"/>
                  </a:lnTo>
                  <a:lnTo>
                    <a:pt x="4305895" y="1931324"/>
                  </a:lnTo>
                  <a:lnTo>
                    <a:pt x="4309772" y="1932223"/>
                  </a:lnTo>
                  <a:lnTo>
                    <a:pt x="4311048" y="1929457"/>
                  </a:lnTo>
                  <a:lnTo>
                    <a:pt x="4314924" y="1930882"/>
                  </a:lnTo>
                  <a:lnTo>
                    <a:pt x="4318789" y="1930445"/>
                  </a:lnTo>
                  <a:lnTo>
                    <a:pt x="4320083" y="1931146"/>
                  </a:lnTo>
                  <a:lnTo>
                    <a:pt x="4321347" y="1932373"/>
                  </a:lnTo>
                  <a:lnTo>
                    <a:pt x="4322629" y="1931045"/>
                  </a:lnTo>
                  <a:lnTo>
                    <a:pt x="4323874" y="1931928"/>
                  </a:lnTo>
                  <a:lnTo>
                    <a:pt x="4325168" y="1932824"/>
                  </a:lnTo>
                  <a:lnTo>
                    <a:pt x="4329033" y="1929516"/>
                  </a:lnTo>
                  <a:lnTo>
                    <a:pt x="4330327" y="1934150"/>
                  </a:lnTo>
                  <a:lnTo>
                    <a:pt x="4331584" y="1930825"/>
                  </a:lnTo>
                  <a:lnTo>
                    <a:pt x="4335412" y="1930603"/>
                  </a:lnTo>
                  <a:lnTo>
                    <a:pt x="4339276" y="1932153"/>
                  </a:lnTo>
                  <a:lnTo>
                    <a:pt x="4340552" y="1932408"/>
                  </a:lnTo>
                  <a:lnTo>
                    <a:pt x="4341859" y="1930828"/>
                  </a:lnTo>
                  <a:lnTo>
                    <a:pt x="4343122" y="1932892"/>
                  </a:lnTo>
                  <a:lnTo>
                    <a:pt x="4346944" y="1931476"/>
                  </a:lnTo>
                  <a:lnTo>
                    <a:pt x="4348238" y="1930143"/>
                  </a:lnTo>
                  <a:lnTo>
                    <a:pt x="4349508" y="1929795"/>
                  </a:lnTo>
                  <a:lnTo>
                    <a:pt x="4350796" y="1932969"/>
                  </a:lnTo>
                  <a:lnTo>
                    <a:pt x="4352078" y="1931700"/>
                  </a:lnTo>
                  <a:lnTo>
                    <a:pt x="4353342" y="1931140"/>
                  </a:lnTo>
                  <a:lnTo>
                    <a:pt x="4354599" y="1930512"/>
                  </a:lnTo>
                  <a:lnTo>
                    <a:pt x="4355887" y="1931986"/>
                  </a:lnTo>
                  <a:lnTo>
                    <a:pt x="4357176" y="1933601"/>
                  </a:lnTo>
                  <a:lnTo>
                    <a:pt x="4358482" y="1931745"/>
                  </a:lnTo>
                  <a:lnTo>
                    <a:pt x="4359746" y="1933537"/>
                  </a:lnTo>
                  <a:lnTo>
                    <a:pt x="4361040" y="1933722"/>
                  </a:lnTo>
                  <a:lnTo>
                    <a:pt x="4362322" y="1932564"/>
                  </a:lnTo>
                  <a:lnTo>
                    <a:pt x="4363579" y="1931525"/>
                  </a:lnTo>
                  <a:lnTo>
                    <a:pt x="4364843" y="1930824"/>
                  </a:lnTo>
                  <a:lnTo>
                    <a:pt x="4366131" y="1933133"/>
                  </a:lnTo>
                  <a:lnTo>
                    <a:pt x="4370008" y="1932175"/>
                  </a:lnTo>
                  <a:lnTo>
                    <a:pt x="4371321" y="1925974"/>
                  </a:lnTo>
                  <a:lnTo>
                    <a:pt x="4372584" y="1933449"/>
                  </a:lnTo>
                  <a:lnTo>
                    <a:pt x="4373854" y="1931419"/>
                  </a:lnTo>
                  <a:lnTo>
                    <a:pt x="4375099" y="1931238"/>
                  </a:lnTo>
                  <a:lnTo>
                    <a:pt x="4376400" y="1932213"/>
                  </a:lnTo>
                  <a:lnTo>
                    <a:pt x="4377657" y="1931596"/>
                  </a:lnTo>
                  <a:lnTo>
                    <a:pt x="4378896" y="1932462"/>
                  </a:lnTo>
                  <a:lnTo>
                    <a:pt x="4380178" y="1933446"/>
                  </a:lnTo>
                  <a:lnTo>
                    <a:pt x="4384055" y="1932262"/>
                  </a:lnTo>
                  <a:lnTo>
                    <a:pt x="4385331" y="1932317"/>
                  </a:lnTo>
                  <a:lnTo>
                    <a:pt x="4386637" y="1930967"/>
                  </a:lnTo>
                  <a:lnTo>
                    <a:pt x="4387913" y="1932521"/>
                  </a:lnTo>
                  <a:lnTo>
                    <a:pt x="4389189" y="1931724"/>
                  </a:lnTo>
                  <a:lnTo>
                    <a:pt x="4390428" y="1933100"/>
                  </a:lnTo>
                  <a:lnTo>
                    <a:pt x="4391735" y="1931416"/>
                  </a:lnTo>
                  <a:lnTo>
                    <a:pt x="4392998" y="1931992"/>
                  </a:lnTo>
                  <a:lnTo>
                    <a:pt x="4394280" y="1931183"/>
                  </a:lnTo>
                  <a:lnTo>
                    <a:pt x="4395519" y="1933056"/>
                  </a:lnTo>
                  <a:lnTo>
                    <a:pt x="4396820" y="1930665"/>
                  </a:lnTo>
                  <a:lnTo>
                    <a:pt x="4398089" y="1931997"/>
                  </a:lnTo>
                  <a:lnTo>
                    <a:pt x="4399371" y="1932973"/>
                  </a:lnTo>
                  <a:lnTo>
                    <a:pt x="4400598" y="1932595"/>
                  </a:lnTo>
                  <a:lnTo>
                    <a:pt x="4404420" y="1931711"/>
                  </a:lnTo>
                  <a:lnTo>
                    <a:pt x="4405689" y="1933392"/>
                  </a:lnTo>
                  <a:lnTo>
                    <a:pt x="4409505" y="1931674"/>
                  </a:lnTo>
                  <a:lnTo>
                    <a:pt x="4413369" y="1931263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3385375" y="2953915"/>
              <a:ext cx="4416491" cy="1023376"/>
            </a:xfrm>
            <a:custGeom>
              <a:avLst/>
              <a:gdLst/>
              <a:ahLst/>
              <a:cxnLst/>
              <a:rect l="0" t="0" r="0" b="0"/>
              <a:pathLst>
                <a:path w="4416491" h="1023376">
                  <a:moveTo>
                    <a:pt x="0" y="0"/>
                  </a:moveTo>
                  <a:lnTo>
                    <a:pt x="184020" y="0"/>
                  </a:lnTo>
                  <a:lnTo>
                    <a:pt x="2576286" y="558205"/>
                  </a:lnTo>
                  <a:lnTo>
                    <a:pt x="2944327" y="1023376"/>
                  </a:lnTo>
                  <a:lnTo>
                    <a:pt x="3312368" y="1023376"/>
                  </a:lnTo>
                  <a:lnTo>
                    <a:pt x="3349173" y="0"/>
                  </a:lnTo>
                  <a:lnTo>
                    <a:pt x="441649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164551" y="2659135"/>
              <a:ext cx="4858141" cy="215786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x24"/>
            <p:cNvSpPr/>
            <p:nvPr/>
          </p:nvSpPr>
          <p:spPr>
            <a:xfrm>
              <a:off x="2805852" y="4691244"/>
              <a:ext cx="296068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0.0e+00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805852" y="4071015"/>
              <a:ext cx="296068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5.0e+07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805852" y="3450787"/>
              <a:ext cx="296068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1.0e+08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805852" y="2830559"/>
              <a:ext cx="296068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1.5e+08</a:t>
              </a:r>
            </a:p>
          </p:txBody>
        </p:sp>
        <p:sp>
          <p:nvSpPr>
            <p:cNvPr id="28" name="pl28"/>
            <p:cNvSpPr/>
            <p:nvPr/>
          </p:nvSpPr>
          <p:spPr>
            <a:xfrm>
              <a:off x="3129756" y="472156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3129756" y="410133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3129756" y="348110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3129756" y="28608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3385375" y="48170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4612179" y="48170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5838982" y="48170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7065785" y="48170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x36"/>
            <p:cNvSpPr/>
            <p:nvPr/>
          </p:nvSpPr>
          <p:spPr>
            <a:xfrm>
              <a:off x="3362773" y="4878401"/>
              <a:ext cx="45204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544373" y="4878401"/>
              <a:ext cx="135612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771176" y="4878401"/>
              <a:ext cx="135612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97979" y="4878401"/>
              <a:ext cx="135612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5562591" y="4988791"/>
              <a:ext cx="62061" cy="7178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rt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2514785" y="3691014"/>
              <a:ext cx="372715" cy="941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intensity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164551" y="2476377"/>
              <a:ext cx="745271" cy="903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TOF6600 TIC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605882" y="2409825"/>
            <a:ext cx="5486400" cy="2743200"/>
            <a:chOff x="2605882" y="2409825"/>
            <a:chExt cx="5486400" cy="2743200"/>
          </a:xfrm>
        </p:grpSpPr>
        <p:sp>
          <p:nvSpPr>
            <p:cNvPr id="3" name="rc3"/>
            <p:cNvSpPr/>
            <p:nvPr/>
          </p:nvSpPr>
          <p:spPr>
            <a:xfrm>
              <a:off x="2605881" y="2409825"/>
              <a:ext cx="5486400" cy="2743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2605881" y="2409825"/>
              <a:ext cx="5486400" cy="2743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3096765" y="2659135"/>
              <a:ext cx="4925927" cy="21578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3096765" y="4553669"/>
              <a:ext cx="4925927" cy="0"/>
            </a:xfrm>
            <a:custGeom>
              <a:avLst/>
              <a:gdLst/>
              <a:ahLst/>
              <a:cxnLst/>
              <a:rect l="0" t="0" r="0" b="0"/>
              <a:pathLst>
                <a:path w="4925927">
                  <a:moveTo>
                    <a:pt x="0" y="0"/>
                  </a:moveTo>
                  <a:lnTo>
                    <a:pt x="4925927" y="0"/>
                  </a:lnTo>
                  <a:lnTo>
                    <a:pt x="49259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3096765" y="3936053"/>
              <a:ext cx="4925927" cy="0"/>
            </a:xfrm>
            <a:custGeom>
              <a:avLst/>
              <a:gdLst/>
              <a:ahLst/>
              <a:cxnLst/>
              <a:rect l="0" t="0" r="0" b="0"/>
              <a:pathLst>
                <a:path w="4925927">
                  <a:moveTo>
                    <a:pt x="0" y="0"/>
                  </a:moveTo>
                  <a:lnTo>
                    <a:pt x="4925927" y="0"/>
                  </a:lnTo>
                  <a:lnTo>
                    <a:pt x="49259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3096765" y="3318437"/>
              <a:ext cx="4925927" cy="0"/>
            </a:xfrm>
            <a:custGeom>
              <a:avLst/>
              <a:gdLst/>
              <a:ahLst/>
              <a:cxnLst/>
              <a:rect l="0" t="0" r="0" b="0"/>
              <a:pathLst>
                <a:path w="4925927">
                  <a:moveTo>
                    <a:pt x="0" y="0"/>
                  </a:moveTo>
                  <a:lnTo>
                    <a:pt x="4925927" y="0"/>
                  </a:lnTo>
                  <a:lnTo>
                    <a:pt x="49259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3096765" y="2700821"/>
              <a:ext cx="4925927" cy="0"/>
            </a:xfrm>
            <a:custGeom>
              <a:avLst/>
              <a:gdLst/>
              <a:ahLst/>
              <a:cxnLst/>
              <a:rect l="0" t="0" r="0" b="0"/>
              <a:pathLst>
                <a:path w="4925927">
                  <a:moveTo>
                    <a:pt x="0" y="0"/>
                  </a:moveTo>
                  <a:lnTo>
                    <a:pt x="4925927" y="0"/>
                  </a:lnTo>
                  <a:lnTo>
                    <a:pt x="49259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4098121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5653022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7207924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3096765" y="4244861"/>
              <a:ext cx="4925927" cy="0"/>
            </a:xfrm>
            <a:custGeom>
              <a:avLst/>
              <a:gdLst/>
              <a:ahLst/>
              <a:cxnLst/>
              <a:rect l="0" t="0" r="0" b="0"/>
              <a:pathLst>
                <a:path w="4925927">
                  <a:moveTo>
                    <a:pt x="0" y="0"/>
                  </a:moveTo>
                  <a:lnTo>
                    <a:pt x="4925927" y="0"/>
                  </a:lnTo>
                  <a:lnTo>
                    <a:pt x="49259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3096765" y="3627245"/>
              <a:ext cx="4925927" cy="0"/>
            </a:xfrm>
            <a:custGeom>
              <a:avLst/>
              <a:gdLst/>
              <a:ahLst/>
              <a:cxnLst/>
              <a:rect l="0" t="0" r="0" b="0"/>
              <a:pathLst>
                <a:path w="4925927">
                  <a:moveTo>
                    <a:pt x="0" y="0"/>
                  </a:moveTo>
                  <a:lnTo>
                    <a:pt x="4925927" y="0"/>
                  </a:lnTo>
                  <a:lnTo>
                    <a:pt x="49259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3096765" y="3009629"/>
              <a:ext cx="4925927" cy="0"/>
            </a:xfrm>
            <a:custGeom>
              <a:avLst/>
              <a:gdLst/>
              <a:ahLst/>
              <a:cxnLst/>
              <a:rect l="0" t="0" r="0" b="0"/>
              <a:pathLst>
                <a:path w="4925927">
                  <a:moveTo>
                    <a:pt x="0" y="0"/>
                  </a:moveTo>
                  <a:lnTo>
                    <a:pt x="4925927" y="0"/>
                  </a:lnTo>
                  <a:lnTo>
                    <a:pt x="49259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3320670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4875572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6430473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7985374" y="2659135"/>
              <a:ext cx="0" cy="2157866"/>
            </a:xfrm>
            <a:custGeom>
              <a:avLst/>
              <a:gdLst/>
              <a:ahLst/>
              <a:cxnLst/>
              <a:rect l="0" t="0" r="0" b="0"/>
              <a:pathLst>
                <a:path h="2157866">
                  <a:moveTo>
                    <a:pt x="0" y="21578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3320964" y="2757220"/>
              <a:ext cx="4476088" cy="1961696"/>
            </a:xfrm>
            <a:custGeom>
              <a:avLst/>
              <a:gdLst/>
              <a:ahLst/>
              <a:cxnLst/>
              <a:rect l="0" t="0" r="0" b="0"/>
              <a:pathLst>
                <a:path w="4476088" h="1961696">
                  <a:moveTo>
                    <a:pt x="0" y="1895561"/>
                  </a:moveTo>
                  <a:lnTo>
                    <a:pt x="6301" y="1897624"/>
                  </a:lnTo>
                  <a:lnTo>
                    <a:pt x="12263" y="1893432"/>
                  </a:lnTo>
                  <a:lnTo>
                    <a:pt x="18218" y="1893052"/>
                  </a:lnTo>
                  <a:lnTo>
                    <a:pt x="24176" y="1891208"/>
                  </a:lnTo>
                  <a:lnTo>
                    <a:pt x="29293" y="1900375"/>
                  </a:lnTo>
                  <a:lnTo>
                    <a:pt x="31895" y="1892928"/>
                  </a:lnTo>
                  <a:lnTo>
                    <a:pt x="34078" y="1895550"/>
                  </a:lnTo>
                  <a:lnTo>
                    <a:pt x="36679" y="1896730"/>
                  </a:lnTo>
                  <a:lnTo>
                    <a:pt x="40122" y="1894847"/>
                  </a:lnTo>
                  <a:lnTo>
                    <a:pt x="43565" y="1902106"/>
                  </a:lnTo>
                  <a:lnTo>
                    <a:pt x="48693" y="1903121"/>
                  </a:lnTo>
                  <a:lnTo>
                    <a:pt x="53811" y="1905458"/>
                  </a:lnTo>
                  <a:lnTo>
                    <a:pt x="58939" y="1903488"/>
                  </a:lnTo>
                  <a:lnTo>
                    <a:pt x="64057" y="1904600"/>
                  </a:lnTo>
                  <a:lnTo>
                    <a:pt x="68338" y="1899217"/>
                  </a:lnTo>
                  <a:lnTo>
                    <a:pt x="71362" y="1896998"/>
                  </a:lnTo>
                  <a:lnTo>
                    <a:pt x="73972" y="1899234"/>
                  </a:lnTo>
                  <a:lnTo>
                    <a:pt x="76576" y="1896769"/>
                  </a:lnTo>
                  <a:lnTo>
                    <a:pt x="80027" y="1896380"/>
                  </a:lnTo>
                  <a:lnTo>
                    <a:pt x="84734" y="1894782"/>
                  </a:lnTo>
                  <a:lnTo>
                    <a:pt x="89855" y="1896416"/>
                  </a:lnTo>
                  <a:lnTo>
                    <a:pt x="94141" y="1897437"/>
                  </a:lnTo>
                  <a:lnTo>
                    <a:pt x="99261" y="1901227"/>
                  </a:lnTo>
                  <a:lnTo>
                    <a:pt x="104380" y="1902923"/>
                  </a:lnTo>
                  <a:lnTo>
                    <a:pt x="107825" y="1901803"/>
                  </a:lnTo>
                  <a:lnTo>
                    <a:pt x="110852" y="1902850"/>
                  </a:lnTo>
                  <a:lnTo>
                    <a:pt x="114301" y="1891801"/>
                  </a:lnTo>
                  <a:lnTo>
                    <a:pt x="117748" y="1897847"/>
                  </a:lnTo>
                  <a:lnTo>
                    <a:pt x="121195" y="1890949"/>
                  </a:lnTo>
                  <a:lnTo>
                    <a:pt x="125894" y="1895470"/>
                  </a:lnTo>
                  <a:lnTo>
                    <a:pt x="130598" y="1898483"/>
                  </a:lnTo>
                  <a:lnTo>
                    <a:pt x="134043" y="1893320"/>
                  </a:lnTo>
                  <a:lnTo>
                    <a:pt x="137907" y="1896873"/>
                  </a:lnTo>
                  <a:lnTo>
                    <a:pt x="143034" y="1903537"/>
                  </a:lnTo>
                  <a:lnTo>
                    <a:pt x="146900" y="1898673"/>
                  </a:lnTo>
                  <a:lnTo>
                    <a:pt x="149926" y="1893916"/>
                  </a:lnTo>
                  <a:lnTo>
                    <a:pt x="153796" y="1899222"/>
                  </a:lnTo>
                  <a:lnTo>
                    <a:pt x="157246" y="1897034"/>
                  </a:lnTo>
                  <a:lnTo>
                    <a:pt x="161528" y="1895824"/>
                  </a:lnTo>
                  <a:lnTo>
                    <a:pt x="166233" y="1903189"/>
                  </a:lnTo>
                  <a:lnTo>
                    <a:pt x="169677" y="1895204"/>
                  </a:lnTo>
                  <a:lnTo>
                    <a:pt x="173541" y="1893100"/>
                  </a:lnTo>
                  <a:lnTo>
                    <a:pt x="177829" y="1897795"/>
                  </a:lnTo>
                  <a:lnTo>
                    <a:pt x="182117" y="1895688"/>
                  </a:lnTo>
                  <a:lnTo>
                    <a:pt x="186400" y="1893556"/>
                  </a:lnTo>
                  <a:lnTo>
                    <a:pt x="190270" y="1903333"/>
                  </a:lnTo>
                  <a:lnTo>
                    <a:pt x="194140" y="1894528"/>
                  </a:lnTo>
                  <a:lnTo>
                    <a:pt x="198003" y="1897965"/>
                  </a:lnTo>
                  <a:lnTo>
                    <a:pt x="202704" y="1889924"/>
                  </a:lnTo>
                  <a:lnTo>
                    <a:pt x="206150" y="1893807"/>
                  </a:lnTo>
                  <a:lnTo>
                    <a:pt x="209595" y="1896773"/>
                  </a:lnTo>
                  <a:lnTo>
                    <a:pt x="213460" y="1895500"/>
                  </a:lnTo>
                  <a:lnTo>
                    <a:pt x="218589" y="1892064"/>
                  </a:lnTo>
                  <a:lnTo>
                    <a:pt x="222454" y="1899150"/>
                  </a:lnTo>
                  <a:lnTo>
                    <a:pt x="226330" y="1895799"/>
                  </a:lnTo>
                  <a:lnTo>
                    <a:pt x="230614" y="1904093"/>
                  </a:lnTo>
                  <a:lnTo>
                    <a:pt x="233641" y="1891384"/>
                  </a:lnTo>
                  <a:lnTo>
                    <a:pt x="238750" y="1827690"/>
                  </a:lnTo>
                  <a:lnTo>
                    <a:pt x="244697" y="1748833"/>
                  </a:lnTo>
                  <a:lnTo>
                    <a:pt x="250643" y="1665346"/>
                  </a:lnTo>
                  <a:lnTo>
                    <a:pt x="256585" y="1660826"/>
                  </a:lnTo>
                  <a:lnTo>
                    <a:pt x="262525" y="1560387"/>
                  </a:lnTo>
                  <a:lnTo>
                    <a:pt x="268460" y="1340747"/>
                  </a:lnTo>
                  <a:lnTo>
                    <a:pt x="274395" y="1413791"/>
                  </a:lnTo>
                  <a:lnTo>
                    <a:pt x="280337" y="1588229"/>
                  </a:lnTo>
                  <a:lnTo>
                    <a:pt x="286296" y="1757416"/>
                  </a:lnTo>
                  <a:lnTo>
                    <a:pt x="292261" y="1829911"/>
                  </a:lnTo>
                  <a:lnTo>
                    <a:pt x="298223" y="1784768"/>
                  </a:lnTo>
                  <a:lnTo>
                    <a:pt x="304176" y="1791699"/>
                  </a:lnTo>
                  <a:lnTo>
                    <a:pt x="310124" y="1772932"/>
                  </a:lnTo>
                  <a:lnTo>
                    <a:pt x="316079" y="1759046"/>
                  </a:lnTo>
                  <a:lnTo>
                    <a:pt x="322022" y="1750638"/>
                  </a:lnTo>
                  <a:lnTo>
                    <a:pt x="326708" y="1744976"/>
                  </a:lnTo>
                  <a:lnTo>
                    <a:pt x="332650" y="1729019"/>
                  </a:lnTo>
                  <a:lnTo>
                    <a:pt x="338603" y="1756036"/>
                  </a:lnTo>
                  <a:lnTo>
                    <a:pt x="344550" y="1767944"/>
                  </a:lnTo>
                  <a:lnTo>
                    <a:pt x="350501" y="1742691"/>
                  </a:lnTo>
                  <a:lnTo>
                    <a:pt x="356452" y="1688839"/>
                  </a:lnTo>
                  <a:lnTo>
                    <a:pt x="362408" y="1821058"/>
                  </a:lnTo>
                  <a:lnTo>
                    <a:pt x="368365" y="1880226"/>
                  </a:lnTo>
                  <a:lnTo>
                    <a:pt x="374320" y="1878559"/>
                  </a:lnTo>
                  <a:lnTo>
                    <a:pt x="380283" y="1875206"/>
                  </a:lnTo>
                  <a:lnTo>
                    <a:pt x="386252" y="1883707"/>
                  </a:lnTo>
                  <a:lnTo>
                    <a:pt x="392205" y="1885401"/>
                  </a:lnTo>
                  <a:lnTo>
                    <a:pt x="397325" y="1874566"/>
                  </a:lnTo>
                  <a:lnTo>
                    <a:pt x="403287" y="1870256"/>
                  </a:lnTo>
                  <a:lnTo>
                    <a:pt x="409247" y="1877894"/>
                  </a:lnTo>
                  <a:lnTo>
                    <a:pt x="414786" y="1876723"/>
                  </a:lnTo>
                  <a:lnTo>
                    <a:pt x="420753" y="1876732"/>
                  </a:lnTo>
                  <a:lnTo>
                    <a:pt x="426714" y="1871705"/>
                  </a:lnTo>
                  <a:lnTo>
                    <a:pt x="432247" y="1865917"/>
                  </a:lnTo>
                  <a:lnTo>
                    <a:pt x="437368" y="1866830"/>
                  </a:lnTo>
                  <a:lnTo>
                    <a:pt x="441235" y="1869051"/>
                  </a:lnTo>
                  <a:lnTo>
                    <a:pt x="445088" y="1846776"/>
                  </a:lnTo>
                  <a:lnTo>
                    <a:pt x="449356" y="1795523"/>
                  </a:lnTo>
                  <a:lnTo>
                    <a:pt x="454464" y="1758957"/>
                  </a:lnTo>
                  <a:lnTo>
                    <a:pt x="459993" y="1741695"/>
                  </a:lnTo>
                  <a:lnTo>
                    <a:pt x="465099" y="1762415"/>
                  </a:lnTo>
                  <a:lnTo>
                    <a:pt x="471041" y="1775080"/>
                  </a:lnTo>
                  <a:lnTo>
                    <a:pt x="475740" y="1834649"/>
                  </a:lnTo>
                  <a:lnTo>
                    <a:pt x="480432" y="1854698"/>
                  </a:lnTo>
                  <a:lnTo>
                    <a:pt x="485551" y="1868111"/>
                  </a:lnTo>
                  <a:lnTo>
                    <a:pt x="491102" y="1873033"/>
                  </a:lnTo>
                  <a:lnTo>
                    <a:pt x="495801" y="1879328"/>
                  </a:lnTo>
                  <a:lnTo>
                    <a:pt x="500915" y="1867448"/>
                  </a:lnTo>
                  <a:lnTo>
                    <a:pt x="506032" y="1874441"/>
                  </a:lnTo>
                  <a:lnTo>
                    <a:pt x="511995" y="1876422"/>
                  </a:lnTo>
                  <a:lnTo>
                    <a:pt x="516693" y="1884462"/>
                  </a:lnTo>
                  <a:lnTo>
                    <a:pt x="522230" y="1872955"/>
                  </a:lnTo>
                  <a:lnTo>
                    <a:pt x="526940" y="1877493"/>
                  </a:lnTo>
                  <a:lnTo>
                    <a:pt x="532057" y="1861889"/>
                  </a:lnTo>
                  <a:lnTo>
                    <a:pt x="536750" y="1828839"/>
                  </a:lnTo>
                  <a:lnTo>
                    <a:pt x="542274" y="1766918"/>
                  </a:lnTo>
                  <a:lnTo>
                    <a:pt x="547804" y="1667023"/>
                  </a:lnTo>
                  <a:lnTo>
                    <a:pt x="553327" y="1568519"/>
                  </a:lnTo>
                  <a:lnTo>
                    <a:pt x="559260" y="1399141"/>
                  </a:lnTo>
                  <a:lnTo>
                    <a:pt x="565200" y="1286642"/>
                  </a:lnTo>
                  <a:lnTo>
                    <a:pt x="570713" y="1193093"/>
                  </a:lnTo>
                  <a:lnTo>
                    <a:pt x="576643" y="1100371"/>
                  </a:lnTo>
                  <a:lnTo>
                    <a:pt x="582574" y="1036667"/>
                  </a:lnTo>
                  <a:lnTo>
                    <a:pt x="588509" y="1092703"/>
                  </a:lnTo>
                  <a:lnTo>
                    <a:pt x="594449" y="1216691"/>
                  </a:lnTo>
                  <a:lnTo>
                    <a:pt x="600387" y="1407270"/>
                  </a:lnTo>
                  <a:lnTo>
                    <a:pt x="605488" y="1498749"/>
                  </a:lnTo>
                  <a:lnTo>
                    <a:pt x="611429" y="1570829"/>
                  </a:lnTo>
                  <a:lnTo>
                    <a:pt x="616956" y="1651380"/>
                  </a:lnTo>
                  <a:lnTo>
                    <a:pt x="622905" y="1723291"/>
                  </a:lnTo>
                  <a:lnTo>
                    <a:pt x="627184" y="1761907"/>
                  </a:lnTo>
                  <a:lnTo>
                    <a:pt x="631880" y="1796273"/>
                  </a:lnTo>
                  <a:lnTo>
                    <a:pt x="637841" y="1835763"/>
                  </a:lnTo>
                  <a:lnTo>
                    <a:pt x="643801" y="1861786"/>
                  </a:lnTo>
                  <a:lnTo>
                    <a:pt x="648089" y="1852532"/>
                  </a:lnTo>
                  <a:lnTo>
                    <a:pt x="654051" y="1873295"/>
                  </a:lnTo>
                  <a:lnTo>
                    <a:pt x="660017" y="1877916"/>
                  </a:lnTo>
                  <a:lnTo>
                    <a:pt x="664306" y="1870398"/>
                  </a:lnTo>
                  <a:lnTo>
                    <a:pt x="669010" y="1873026"/>
                  </a:lnTo>
                  <a:lnTo>
                    <a:pt x="673719" y="1877305"/>
                  </a:lnTo>
                  <a:lnTo>
                    <a:pt x="676748" y="1883120"/>
                  </a:lnTo>
                  <a:lnTo>
                    <a:pt x="679354" y="1874569"/>
                  </a:lnTo>
                  <a:lnTo>
                    <a:pt x="684485" y="1876440"/>
                  </a:lnTo>
                  <a:lnTo>
                    <a:pt x="690027" y="1880871"/>
                  </a:lnTo>
                  <a:lnTo>
                    <a:pt x="695993" y="1883946"/>
                  </a:lnTo>
                  <a:lnTo>
                    <a:pt x="701960" y="1874767"/>
                  </a:lnTo>
                  <a:lnTo>
                    <a:pt x="707082" y="1880436"/>
                  </a:lnTo>
                  <a:lnTo>
                    <a:pt x="710953" y="1884325"/>
                  </a:lnTo>
                  <a:lnTo>
                    <a:pt x="713562" y="1880581"/>
                  </a:lnTo>
                  <a:lnTo>
                    <a:pt x="717848" y="1878768"/>
                  </a:lnTo>
                  <a:lnTo>
                    <a:pt x="722557" y="1875182"/>
                  </a:lnTo>
                  <a:lnTo>
                    <a:pt x="728516" y="1884030"/>
                  </a:lnTo>
                  <a:lnTo>
                    <a:pt x="733225" y="1879192"/>
                  </a:lnTo>
                  <a:lnTo>
                    <a:pt x="739190" y="1871357"/>
                  </a:lnTo>
                  <a:lnTo>
                    <a:pt x="744313" y="1877513"/>
                  </a:lnTo>
                  <a:lnTo>
                    <a:pt x="747762" y="1875927"/>
                  </a:lnTo>
                  <a:lnTo>
                    <a:pt x="751632" y="1879280"/>
                  </a:lnTo>
                  <a:lnTo>
                    <a:pt x="755079" y="1876413"/>
                  </a:lnTo>
                  <a:lnTo>
                    <a:pt x="759785" y="1885372"/>
                  </a:lnTo>
                  <a:lnTo>
                    <a:pt x="765330" y="1888992"/>
                  </a:lnTo>
                  <a:lnTo>
                    <a:pt x="770873" y="1884913"/>
                  </a:lnTo>
                  <a:lnTo>
                    <a:pt x="775584" y="1880851"/>
                  </a:lnTo>
                  <a:lnTo>
                    <a:pt x="781546" y="1882796"/>
                  </a:lnTo>
                  <a:lnTo>
                    <a:pt x="785835" y="1893892"/>
                  </a:lnTo>
                  <a:lnTo>
                    <a:pt x="788866" y="1893621"/>
                  </a:lnTo>
                  <a:lnTo>
                    <a:pt x="791478" y="1882786"/>
                  </a:lnTo>
                  <a:lnTo>
                    <a:pt x="796185" y="1893279"/>
                  </a:lnTo>
                  <a:lnTo>
                    <a:pt x="800891" y="1881218"/>
                  </a:lnTo>
                  <a:lnTo>
                    <a:pt x="806015" y="1889656"/>
                  </a:lnTo>
                  <a:lnTo>
                    <a:pt x="810725" y="1888520"/>
                  </a:lnTo>
                  <a:lnTo>
                    <a:pt x="815846" y="1884454"/>
                  </a:lnTo>
                  <a:lnTo>
                    <a:pt x="820556" y="1872648"/>
                  </a:lnTo>
                  <a:lnTo>
                    <a:pt x="825258" y="1875162"/>
                  </a:lnTo>
                  <a:lnTo>
                    <a:pt x="829132" y="1878733"/>
                  </a:lnTo>
                  <a:lnTo>
                    <a:pt x="832998" y="1874122"/>
                  </a:lnTo>
                  <a:lnTo>
                    <a:pt x="838122" y="1875976"/>
                  </a:lnTo>
                  <a:lnTo>
                    <a:pt x="841984" y="1877105"/>
                  </a:lnTo>
                  <a:lnTo>
                    <a:pt x="846692" y="1877891"/>
                  </a:lnTo>
                  <a:lnTo>
                    <a:pt x="851816" y="1879223"/>
                  </a:lnTo>
                  <a:lnTo>
                    <a:pt x="856526" y="1877306"/>
                  </a:lnTo>
                  <a:lnTo>
                    <a:pt x="861649" y="1873230"/>
                  </a:lnTo>
                  <a:lnTo>
                    <a:pt x="864677" y="1874740"/>
                  </a:lnTo>
                  <a:lnTo>
                    <a:pt x="868963" y="1878086"/>
                  </a:lnTo>
                  <a:lnTo>
                    <a:pt x="873665" y="1877639"/>
                  </a:lnTo>
                  <a:lnTo>
                    <a:pt x="878368" y="1880745"/>
                  </a:lnTo>
                  <a:lnTo>
                    <a:pt x="882657" y="1875015"/>
                  </a:lnTo>
                  <a:lnTo>
                    <a:pt x="887359" y="1872351"/>
                  </a:lnTo>
                  <a:lnTo>
                    <a:pt x="891645" y="1874836"/>
                  </a:lnTo>
                  <a:lnTo>
                    <a:pt x="896353" y="1873572"/>
                  </a:lnTo>
                  <a:lnTo>
                    <a:pt x="900219" y="1875262"/>
                  </a:lnTo>
                  <a:lnTo>
                    <a:pt x="903665" y="1865938"/>
                  </a:lnTo>
                  <a:lnTo>
                    <a:pt x="907952" y="1873697"/>
                  </a:lnTo>
                  <a:lnTo>
                    <a:pt x="911818" y="1878920"/>
                  </a:lnTo>
                  <a:lnTo>
                    <a:pt x="916102" y="1874530"/>
                  </a:lnTo>
                  <a:lnTo>
                    <a:pt x="919972" y="1869763"/>
                  </a:lnTo>
                  <a:lnTo>
                    <a:pt x="924674" y="1876533"/>
                  </a:lnTo>
                  <a:lnTo>
                    <a:pt x="929379" y="1865685"/>
                  </a:lnTo>
                  <a:lnTo>
                    <a:pt x="934082" y="1873605"/>
                  </a:lnTo>
                  <a:lnTo>
                    <a:pt x="939622" y="1866043"/>
                  </a:lnTo>
                  <a:lnTo>
                    <a:pt x="945168" y="1866393"/>
                  </a:lnTo>
                  <a:lnTo>
                    <a:pt x="949450" y="1870879"/>
                  </a:lnTo>
                  <a:lnTo>
                    <a:pt x="953733" y="1864582"/>
                  </a:lnTo>
                  <a:lnTo>
                    <a:pt x="957602" y="1873023"/>
                  </a:lnTo>
                  <a:lnTo>
                    <a:pt x="961887" y="1868699"/>
                  </a:lnTo>
                  <a:lnTo>
                    <a:pt x="966591" y="1873710"/>
                  </a:lnTo>
                  <a:lnTo>
                    <a:pt x="970454" y="1868667"/>
                  </a:lnTo>
                  <a:lnTo>
                    <a:pt x="975156" y="1866602"/>
                  </a:lnTo>
                  <a:lnTo>
                    <a:pt x="979022" y="1863933"/>
                  </a:lnTo>
                  <a:lnTo>
                    <a:pt x="984142" y="1872187"/>
                  </a:lnTo>
                  <a:lnTo>
                    <a:pt x="988844" y="1866158"/>
                  </a:lnTo>
                  <a:lnTo>
                    <a:pt x="992713" y="1873650"/>
                  </a:lnTo>
                  <a:lnTo>
                    <a:pt x="997416" y="1875004"/>
                  </a:lnTo>
                  <a:lnTo>
                    <a:pt x="1002121" y="1869344"/>
                  </a:lnTo>
                  <a:lnTo>
                    <a:pt x="1005984" y="1868397"/>
                  </a:lnTo>
                  <a:lnTo>
                    <a:pt x="1011523" y="1866237"/>
                  </a:lnTo>
                  <a:lnTo>
                    <a:pt x="1015807" y="1860454"/>
                  </a:lnTo>
                  <a:lnTo>
                    <a:pt x="1020927" y="1867412"/>
                  </a:lnTo>
                  <a:lnTo>
                    <a:pt x="1026046" y="1857715"/>
                  </a:lnTo>
                  <a:lnTo>
                    <a:pt x="1029908" y="1860519"/>
                  </a:lnTo>
                  <a:lnTo>
                    <a:pt x="1035037" y="1862027"/>
                  </a:lnTo>
                  <a:lnTo>
                    <a:pt x="1039322" y="1861174"/>
                  </a:lnTo>
                  <a:lnTo>
                    <a:pt x="1043186" y="1858160"/>
                  </a:lnTo>
                  <a:lnTo>
                    <a:pt x="1048305" y="1860411"/>
                  </a:lnTo>
                  <a:lnTo>
                    <a:pt x="1053008" y="1858333"/>
                  </a:lnTo>
                  <a:lnTo>
                    <a:pt x="1057709" y="1854443"/>
                  </a:lnTo>
                  <a:lnTo>
                    <a:pt x="1063668" y="1860444"/>
                  </a:lnTo>
                  <a:lnTo>
                    <a:pt x="1067536" y="1866802"/>
                  </a:lnTo>
                  <a:lnTo>
                    <a:pt x="1072660" y="1858140"/>
                  </a:lnTo>
                  <a:lnTo>
                    <a:pt x="1076525" y="1857258"/>
                  </a:lnTo>
                  <a:lnTo>
                    <a:pt x="1081227" y="1857923"/>
                  </a:lnTo>
                  <a:lnTo>
                    <a:pt x="1086347" y="1851940"/>
                  </a:lnTo>
                  <a:lnTo>
                    <a:pt x="1091470" y="1848440"/>
                  </a:lnTo>
                  <a:lnTo>
                    <a:pt x="1097008" y="1850534"/>
                  </a:lnTo>
                  <a:lnTo>
                    <a:pt x="1102545" y="1850987"/>
                  </a:lnTo>
                  <a:lnTo>
                    <a:pt x="1108091" y="1846565"/>
                  </a:lnTo>
                  <a:lnTo>
                    <a:pt x="1113210" y="1850597"/>
                  </a:lnTo>
                  <a:lnTo>
                    <a:pt x="1117491" y="1852440"/>
                  </a:lnTo>
                  <a:lnTo>
                    <a:pt x="1121772" y="1843685"/>
                  </a:lnTo>
                  <a:lnTo>
                    <a:pt x="1127731" y="1855394"/>
                  </a:lnTo>
                  <a:lnTo>
                    <a:pt x="1133268" y="1844509"/>
                  </a:lnTo>
                  <a:lnTo>
                    <a:pt x="1139224" y="1839907"/>
                  </a:lnTo>
                  <a:lnTo>
                    <a:pt x="1145183" y="1844377"/>
                  </a:lnTo>
                  <a:lnTo>
                    <a:pt x="1151144" y="1839943"/>
                  </a:lnTo>
                  <a:lnTo>
                    <a:pt x="1156687" y="1823053"/>
                  </a:lnTo>
                  <a:lnTo>
                    <a:pt x="1162636" y="1684254"/>
                  </a:lnTo>
                  <a:lnTo>
                    <a:pt x="1168596" y="1109742"/>
                  </a:lnTo>
                  <a:lnTo>
                    <a:pt x="1174564" y="684912"/>
                  </a:lnTo>
                  <a:lnTo>
                    <a:pt x="1180527" y="622339"/>
                  </a:lnTo>
                  <a:lnTo>
                    <a:pt x="1186481" y="716017"/>
                  </a:lnTo>
                  <a:lnTo>
                    <a:pt x="1192429" y="40706"/>
                  </a:lnTo>
                  <a:lnTo>
                    <a:pt x="1198400" y="0"/>
                  </a:lnTo>
                  <a:lnTo>
                    <a:pt x="1204366" y="509610"/>
                  </a:lnTo>
                  <a:lnTo>
                    <a:pt x="1210348" y="957066"/>
                  </a:lnTo>
                  <a:lnTo>
                    <a:pt x="1216311" y="1354432"/>
                  </a:lnTo>
                  <a:lnTo>
                    <a:pt x="1222269" y="1571876"/>
                  </a:lnTo>
                  <a:lnTo>
                    <a:pt x="1228220" y="1728595"/>
                  </a:lnTo>
                  <a:lnTo>
                    <a:pt x="1234181" y="1787244"/>
                  </a:lnTo>
                  <a:lnTo>
                    <a:pt x="1240151" y="1806151"/>
                  </a:lnTo>
                  <a:lnTo>
                    <a:pt x="1246107" y="1807821"/>
                  </a:lnTo>
                  <a:lnTo>
                    <a:pt x="1250814" y="1806017"/>
                  </a:lnTo>
                  <a:lnTo>
                    <a:pt x="1254252" y="1814896"/>
                  </a:lnTo>
                  <a:lnTo>
                    <a:pt x="1258953" y="1821166"/>
                  </a:lnTo>
                  <a:lnTo>
                    <a:pt x="1264071" y="1827217"/>
                  </a:lnTo>
                  <a:lnTo>
                    <a:pt x="1269194" y="1828989"/>
                  </a:lnTo>
                  <a:lnTo>
                    <a:pt x="1273052" y="1820927"/>
                  </a:lnTo>
                  <a:lnTo>
                    <a:pt x="1276497" y="1810132"/>
                  </a:lnTo>
                  <a:lnTo>
                    <a:pt x="1282033" y="1806000"/>
                  </a:lnTo>
                  <a:lnTo>
                    <a:pt x="1287149" y="1817229"/>
                  </a:lnTo>
                  <a:lnTo>
                    <a:pt x="1290172" y="1826174"/>
                  </a:lnTo>
                  <a:lnTo>
                    <a:pt x="1294457" y="1850085"/>
                  </a:lnTo>
                  <a:lnTo>
                    <a:pt x="1298741" y="1871004"/>
                  </a:lnTo>
                  <a:lnTo>
                    <a:pt x="1303450" y="1869510"/>
                  </a:lnTo>
                  <a:lnTo>
                    <a:pt x="1308154" y="1872000"/>
                  </a:lnTo>
                  <a:lnTo>
                    <a:pt x="1313695" y="1815738"/>
                  </a:lnTo>
                  <a:lnTo>
                    <a:pt x="1319656" y="1637082"/>
                  </a:lnTo>
                  <a:lnTo>
                    <a:pt x="1325619" y="1555373"/>
                  </a:lnTo>
                  <a:lnTo>
                    <a:pt x="1331579" y="1353217"/>
                  </a:lnTo>
                  <a:lnTo>
                    <a:pt x="1337517" y="807840"/>
                  </a:lnTo>
                  <a:lnTo>
                    <a:pt x="1343461" y="1130732"/>
                  </a:lnTo>
                  <a:lnTo>
                    <a:pt x="1349414" y="1624114"/>
                  </a:lnTo>
                  <a:lnTo>
                    <a:pt x="1355378" y="1796192"/>
                  </a:lnTo>
                  <a:lnTo>
                    <a:pt x="1361332" y="1781815"/>
                  </a:lnTo>
                  <a:lnTo>
                    <a:pt x="1367283" y="1818864"/>
                  </a:lnTo>
                  <a:lnTo>
                    <a:pt x="1373243" y="1811973"/>
                  </a:lnTo>
                  <a:lnTo>
                    <a:pt x="1379193" y="1778996"/>
                  </a:lnTo>
                  <a:lnTo>
                    <a:pt x="1385137" y="1599427"/>
                  </a:lnTo>
                  <a:lnTo>
                    <a:pt x="1391075" y="1273080"/>
                  </a:lnTo>
                  <a:lnTo>
                    <a:pt x="1397049" y="1529482"/>
                  </a:lnTo>
                  <a:lnTo>
                    <a:pt x="1402985" y="1122129"/>
                  </a:lnTo>
                  <a:lnTo>
                    <a:pt x="1408947" y="1274568"/>
                  </a:lnTo>
                  <a:lnTo>
                    <a:pt x="1414904" y="1788686"/>
                  </a:lnTo>
                  <a:lnTo>
                    <a:pt x="1420861" y="1855290"/>
                  </a:lnTo>
                  <a:lnTo>
                    <a:pt x="1426823" y="1853876"/>
                  </a:lnTo>
                  <a:lnTo>
                    <a:pt x="1432786" y="1861801"/>
                  </a:lnTo>
                  <a:lnTo>
                    <a:pt x="1438745" y="1873400"/>
                  </a:lnTo>
                  <a:lnTo>
                    <a:pt x="1443448" y="1854768"/>
                  </a:lnTo>
                  <a:lnTo>
                    <a:pt x="1448584" y="1862194"/>
                  </a:lnTo>
                  <a:lnTo>
                    <a:pt x="1453289" y="1866037"/>
                  </a:lnTo>
                  <a:lnTo>
                    <a:pt x="1458409" y="1880425"/>
                  </a:lnTo>
                  <a:lnTo>
                    <a:pt x="1464379" y="1872863"/>
                  </a:lnTo>
                  <a:lnTo>
                    <a:pt x="1469504" y="1871827"/>
                  </a:lnTo>
                  <a:lnTo>
                    <a:pt x="1475042" y="1877004"/>
                  </a:lnTo>
                  <a:lnTo>
                    <a:pt x="1478911" y="1874330"/>
                  </a:lnTo>
                  <a:lnTo>
                    <a:pt x="1481515" y="1872125"/>
                  </a:lnTo>
                  <a:lnTo>
                    <a:pt x="1484119" y="1879772"/>
                  </a:lnTo>
                  <a:lnTo>
                    <a:pt x="1487980" y="1874722"/>
                  </a:lnTo>
                  <a:lnTo>
                    <a:pt x="1491841" y="1867732"/>
                  </a:lnTo>
                  <a:lnTo>
                    <a:pt x="1496122" y="1870123"/>
                  </a:lnTo>
                  <a:lnTo>
                    <a:pt x="1499986" y="1869450"/>
                  </a:lnTo>
                  <a:lnTo>
                    <a:pt x="1504691" y="1872502"/>
                  </a:lnTo>
                  <a:lnTo>
                    <a:pt x="1509390" y="1872441"/>
                  </a:lnTo>
                  <a:lnTo>
                    <a:pt x="1514089" y="1868495"/>
                  </a:lnTo>
                  <a:lnTo>
                    <a:pt x="1517949" y="1864573"/>
                  </a:lnTo>
                  <a:lnTo>
                    <a:pt x="1521807" y="1866759"/>
                  </a:lnTo>
                  <a:lnTo>
                    <a:pt x="1526080" y="1842704"/>
                  </a:lnTo>
                  <a:lnTo>
                    <a:pt x="1529935" y="1814589"/>
                  </a:lnTo>
                  <a:lnTo>
                    <a:pt x="1533367" y="1806681"/>
                  </a:lnTo>
                  <a:lnTo>
                    <a:pt x="1537224" y="1806478"/>
                  </a:lnTo>
                  <a:lnTo>
                    <a:pt x="1541923" y="1828286"/>
                  </a:lnTo>
                  <a:lnTo>
                    <a:pt x="1546199" y="1857179"/>
                  </a:lnTo>
                  <a:lnTo>
                    <a:pt x="1550476" y="1857233"/>
                  </a:lnTo>
                  <a:lnTo>
                    <a:pt x="1556433" y="1866430"/>
                  </a:lnTo>
                  <a:lnTo>
                    <a:pt x="1561131" y="1878541"/>
                  </a:lnTo>
                  <a:lnTo>
                    <a:pt x="1564992" y="1870551"/>
                  </a:lnTo>
                  <a:lnTo>
                    <a:pt x="1568429" y="1855562"/>
                  </a:lnTo>
                  <a:lnTo>
                    <a:pt x="1572287" y="1824495"/>
                  </a:lnTo>
                  <a:lnTo>
                    <a:pt x="1576564" y="1847455"/>
                  </a:lnTo>
                  <a:lnTo>
                    <a:pt x="1579583" y="1852679"/>
                  </a:lnTo>
                  <a:lnTo>
                    <a:pt x="1583024" y="1862869"/>
                  </a:lnTo>
                  <a:lnTo>
                    <a:pt x="1587303" y="1878738"/>
                  </a:lnTo>
                  <a:lnTo>
                    <a:pt x="1591584" y="1882807"/>
                  </a:lnTo>
                  <a:lnTo>
                    <a:pt x="1595865" y="1887974"/>
                  </a:lnTo>
                  <a:lnTo>
                    <a:pt x="1599723" y="1883313"/>
                  </a:lnTo>
                  <a:lnTo>
                    <a:pt x="1603583" y="1888609"/>
                  </a:lnTo>
                  <a:lnTo>
                    <a:pt x="1606608" y="1887371"/>
                  </a:lnTo>
                  <a:lnTo>
                    <a:pt x="1609630" y="1891170"/>
                  </a:lnTo>
                  <a:lnTo>
                    <a:pt x="1613497" y="1889472"/>
                  </a:lnTo>
                  <a:lnTo>
                    <a:pt x="1616102" y="1888841"/>
                  </a:lnTo>
                  <a:lnTo>
                    <a:pt x="1619542" y="1877431"/>
                  </a:lnTo>
                  <a:lnTo>
                    <a:pt x="1624239" y="1895207"/>
                  </a:lnTo>
                  <a:lnTo>
                    <a:pt x="1627262" y="1904939"/>
                  </a:lnTo>
                  <a:lnTo>
                    <a:pt x="1630703" y="1915091"/>
                  </a:lnTo>
                  <a:lnTo>
                    <a:pt x="1633310" y="1912948"/>
                  </a:lnTo>
                  <a:lnTo>
                    <a:pt x="1637175" y="1923164"/>
                  </a:lnTo>
                  <a:lnTo>
                    <a:pt x="1639783" y="1929475"/>
                  </a:lnTo>
                  <a:lnTo>
                    <a:pt x="1643239" y="1924643"/>
                  </a:lnTo>
                  <a:lnTo>
                    <a:pt x="1646266" y="1929251"/>
                  </a:lnTo>
                  <a:lnTo>
                    <a:pt x="1648452" y="1905483"/>
                  </a:lnTo>
                  <a:lnTo>
                    <a:pt x="1651475" y="1897390"/>
                  </a:lnTo>
                  <a:lnTo>
                    <a:pt x="1654917" y="1879736"/>
                  </a:lnTo>
                  <a:lnTo>
                    <a:pt x="1658779" y="1892232"/>
                  </a:lnTo>
                  <a:lnTo>
                    <a:pt x="1661802" y="1894717"/>
                  </a:lnTo>
                  <a:lnTo>
                    <a:pt x="1666084" y="1888822"/>
                  </a:lnTo>
                  <a:lnTo>
                    <a:pt x="1668689" y="1888576"/>
                  </a:lnTo>
                  <a:lnTo>
                    <a:pt x="1671715" y="1900742"/>
                  </a:lnTo>
                  <a:lnTo>
                    <a:pt x="1674322" y="1895968"/>
                  </a:lnTo>
                  <a:lnTo>
                    <a:pt x="1678189" y="1902939"/>
                  </a:lnTo>
                  <a:lnTo>
                    <a:pt x="1680794" y="1902270"/>
                  </a:lnTo>
                  <a:lnTo>
                    <a:pt x="1683400" y="1886208"/>
                  </a:lnTo>
                  <a:lnTo>
                    <a:pt x="1686425" y="1897970"/>
                  </a:lnTo>
                  <a:lnTo>
                    <a:pt x="1689030" y="1890665"/>
                  </a:lnTo>
                  <a:lnTo>
                    <a:pt x="1692473" y="1890970"/>
                  </a:lnTo>
                  <a:lnTo>
                    <a:pt x="1695078" y="1897292"/>
                  </a:lnTo>
                  <a:lnTo>
                    <a:pt x="1698940" y="1889754"/>
                  </a:lnTo>
                  <a:lnTo>
                    <a:pt x="1702800" y="1892762"/>
                  </a:lnTo>
                  <a:lnTo>
                    <a:pt x="1705822" y="1895600"/>
                  </a:lnTo>
                  <a:lnTo>
                    <a:pt x="1708426" y="1891723"/>
                  </a:lnTo>
                  <a:lnTo>
                    <a:pt x="1712286" y="1895300"/>
                  </a:lnTo>
                  <a:lnTo>
                    <a:pt x="1715313" y="1901265"/>
                  </a:lnTo>
                  <a:lnTo>
                    <a:pt x="1717915" y="1896620"/>
                  </a:lnTo>
                  <a:lnTo>
                    <a:pt x="1720939" y="1889606"/>
                  </a:lnTo>
                  <a:lnTo>
                    <a:pt x="1723960" y="1884121"/>
                  </a:lnTo>
                  <a:lnTo>
                    <a:pt x="1727402" y="1898686"/>
                  </a:lnTo>
                  <a:lnTo>
                    <a:pt x="1730424" y="1896331"/>
                  </a:lnTo>
                  <a:lnTo>
                    <a:pt x="1733027" y="1893677"/>
                  </a:lnTo>
                  <a:lnTo>
                    <a:pt x="1736468" y="1898472"/>
                  </a:lnTo>
                  <a:lnTo>
                    <a:pt x="1739491" y="1905910"/>
                  </a:lnTo>
                  <a:lnTo>
                    <a:pt x="1742515" y="1903173"/>
                  </a:lnTo>
                  <a:lnTo>
                    <a:pt x="1745539" y="1905742"/>
                  </a:lnTo>
                  <a:lnTo>
                    <a:pt x="1748563" y="1898551"/>
                  </a:lnTo>
                  <a:lnTo>
                    <a:pt x="1751588" y="1902071"/>
                  </a:lnTo>
                  <a:lnTo>
                    <a:pt x="1754253" y="1905226"/>
                  </a:lnTo>
                  <a:lnTo>
                    <a:pt x="1756858" y="1911579"/>
                  </a:lnTo>
                  <a:lnTo>
                    <a:pt x="1759463" y="1900699"/>
                  </a:lnTo>
                  <a:lnTo>
                    <a:pt x="1762904" y="1905029"/>
                  </a:lnTo>
                  <a:lnTo>
                    <a:pt x="1766346" y="1899266"/>
                  </a:lnTo>
                  <a:lnTo>
                    <a:pt x="1769366" y="1909379"/>
                  </a:lnTo>
                  <a:lnTo>
                    <a:pt x="1772388" y="1902722"/>
                  </a:lnTo>
                  <a:lnTo>
                    <a:pt x="1775411" y="1902037"/>
                  </a:lnTo>
                  <a:lnTo>
                    <a:pt x="1778431" y="1908869"/>
                  </a:lnTo>
                  <a:lnTo>
                    <a:pt x="1781451" y="1901480"/>
                  </a:lnTo>
                  <a:lnTo>
                    <a:pt x="1784890" y="1909156"/>
                  </a:lnTo>
                  <a:lnTo>
                    <a:pt x="1787913" y="1911625"/>
                  </a:lnTo>
                  <a:lnTo>
                    <a:pt x="1790514" y="1910682"/>
                  </a:lnTo>
                  <a:lnTo>
                    <a:pt x="1793953" y="1906423"/>
                  </a:lnTo>
                  <a:lnTo>
                    <a:pt x="1796973" y="1914384"/>
                  </a:lnTo>
                  <a:lnTo>
                    <a:pt x="1799991" y="1901329"/>
                  </a:lnTo>
                  <a:lnTo>
                    <a:pt x="1803012" y="1908979"/>
                  </a:lnTo>
                  <a:lnTo>
                    <a:pt x="1806451" y="1916289"/>
                  </a:lnTo>
                  <a:lnTo>
                    <a:pt x="1809048" y="1915880"/>
                  </a:lnTo>
                  <a:lnTo>
                    <a:pt x="1811650" y="1911542"/>
                  </a:lnTo>
                  <a:lnTo>
                    <a:pt x="1814669" y="1915625"/>
                  </a:lnTo>
                  <a:lnTo>
                    <a:pt x="1818108" y="1914588"/>
                  </a:lnTo>
                  <a:lnTo>
                    <a:pt x="1820708" y="1917703"/>
                  </a:lnTo>
                  <a:lnTo>
                    <a:pt x="1823726" y="1912990"/>
                  </a:lnTo>
                  <a:lnTo>
                    <a:pt x="1826326" y="1904028"/>
                  </a:lnTo>
                  <a:lnTo>
                    <a:pt x="1829342" y="1911400"/>
                  </a:lnTo>
                  <a:lnTo>
                    <a:pt x="1831944" y="1927826"/>
                  </a:lnTo>
                  <a:lnTo>
                    <a:pt x="1834548" y="1935183"/>
                  </a:lnTo>
                  <a:lnTo>
                    <a:pt x="1837151" y="1935202"/>
                  </a:lnTo>
                  <a:lnTo>
                    <a:pt x="1841430" y="1935526"/>
                  </a:lnTo>
                  <a:lnTo>
                    <a:pt x="1845707" y="1927852"/>
                  </a:lnTo>
                  <a:lnTo>
                    <a:pt x="1848311" y="1937839"/>
                  </a:lnTo>
                  <a:lnTo>
                    <a:pt x="1851333" y="1939049"/>
                  </a:lnTo>
                  <a:lnTo>
                    <a:pt x="1853937" y="1935542"/>
                  </a:lnTo>
                  <a:lnTo>
                    <a:pt x="1856540" y="1935370"/>
                  </a:lnTo>
                  <a:lnTo>
                    <a:pt x="1859199" y="1926795"/>
                  </a:lnTo>
                  <a:lnTo>
                    <a:pt x="1863052" y="1896656"/>
                  </a:lnTo>
                  <a:lnTo>
                    <a:pt x="1867314" y="1804635"/>
                  </a:lnTo>
                  <a:lnTo>
                    <a:pt x="1870735" y="1724768"/>
                  </a:lnTo>
                  <a:lnTo>
                    <a:pt x="1873319" y="1751953"/>
                  </a:lnTo>
                  <a:lnTo>
                    <a:pt x="1878005" y="1829708"/>
                  </a:lnTo>
                  <a:lnTo>
                    <a:pt x="1882278" y="1890206"/>
                  </a:lnTo>
                  <a:lnTo>
                    <a:pt x="1885299" y="1908231"/>
                  </a:lnTo>
                  <a:lnTo>
                    <a:pt x="1888320" y="1914833"/>
                  </a:lnTo>
                  <a:lnTo>
                    <a:pt x="1892178" y="1914116"/>
                  </a:lnTo>
                  <a:lnTo>
                    <a:pt x="1894839" y="1905757"/>
                  </a:lnTo>
                  <a:lnTo>
                    <a:pt x="1897860" y="1912682"/>
                  </a:lnTo>
                  <a:lnTo>
                    <a:pt x="1900881" y="1908671"/>
                  </a:lnTo>
                  <a:lnTo>
                    <a:pt x="1903902" y="1914374"/>
                  </a:lnTo>
                  <a:lnTo>
                    <a:pt x="1906504" y="1916394"/>
                  </a:lnTo>
                  <a:lnTo>
                    <a:pt x="1909108" y="1913690"/>
                  </a:lnTo>
                  <a:lnTo>
                    <a:pt x="1912129" y="1918805"/>
                  </a:lnTo>
                  <a:lnTo>
                    <a:pt x="1914732" y="1913566"/>
                  </a:lnTo>
                  <a:lnTo>
                    <a:pt x="1917334" y="1920611"/>
                  </a:lnTo>
                  <a:lnTo>
                    <a:pt x="1920357" y="1920920"/>
                  </a:lnTo>
                  <a:lnTo>
                    <a:pt x="1922961" y="1929616"/>
                  </a:lnTo>
                  <a:lnTo>
                    <a:pt x="1925985" y="1923720"/>
                  </a:lnTo>
                  <a:lnTo>
                    <a:pt x="1928587" y="1927029"/>
                  </a:lnTo>
                  <a:lnTo>
                    <a:pt x="1932868" y="1920844"/>
                  </a:lnTo>
                  <a:lnTo>
                    <a:pt x="1936311" y="1918403"/>
                  </a:lnTo>
                  <a:lnTo>
                    <a:pt x="1939334" y="1920297"/>
                  </a:lnTo>
                  <a:lnTo>
                    <a:pt x="1942776" y="1924218"/>
                  </a:lnTo>
                  <a:lnTo>
                    <a:pt x="1945800" y="1929486"/>
                  </a:lnTo>
                  <a:lnTo>
                    <a:pt x="1948406" y="1931817"/>
                  </a:lnTo>
                  <a:lnTo>
                    <a:pt x="1952270" y="1933685"/>
                  </a:lnTo>
                  <a:lnTo>
                    <a:pt x="1955295" y="1923441"/>
                  </a:lnTo>
                  <a:lnTo>
                    <a:pt x="1957898" y="1907492"/>
                  </a:lnTo>
                  <a:lnTo>
                    <a:pt x="1960915" y="1895575"/>
                  </a:lnTo>
                  <a:lnTo>
                    <a:pt x="1963584" y="1894212"/>
                  </a:lnTo>
                  <a:lnTo>
                    <a:pt x="1966605" y="1896768"/>
                  </a:lnTo>
                  <a:lnTo>
                    <a:pt x="1970047" y="1922744"/>
                  </a:lnTo>
                  <a:lnTo>
                    <a:pt x="1973073" y="1931949"/>
                  </a:lnTo>
                  <a:lnTo>
                    <a:pt x="1976942" y="1943535"/>
                  </a:lnTo>
                  <a:lnTo>
                    <a:pt x="1979128" y="1943291"/>
                  </a:lnTo>
                  <a:lnTo>
                    <a:pt x="1982990" y="1929304"/>
                  </a:lnTo>
                  <a:lnTo>
                    <a:pt x="1988516" y="1856645"/>
                  </a:lnTo>
                  <a:lnTo>
                    <a:pt x="1994451" y="1701465"/>
                  </a:lnTo>
                  <a:lnTo>
                    <a:pt x="2000383" y="1475071"/>
                  </a:lnTo>
                  <a:lnTo>
                    <a:pt x="2006326" y="1256622"/>
                  </a:lnTo>
                  <a:lnTo>
                    <a:pt x="2012277" y="1107161"/>
                  </a:lnTo>
                  <a:lnTo>
                    <a:pt x="2018230" y="1239645"/>
                  </a:lnTo>
                  <a:lnTo>
                    <a:pt x="2024167" y="1601139"/>
                  </a:lnTo>
                  <a:lnTo>
                    <a:pt x="2030120" y="1880416"/>
                  </a:lnTo>
                  <a:lnTo>
                    <a:pt x="2036089" y="1952117"/>
                  </a:lnTo>
                  <a:lnTo>
                    <a:pt x="2041222" y="1949613"/>
                  </a:lnTo>
                  <a:lnTo>
                    <a:pt x="2043840" y="1952786"/>
                  </a:lnTo>
                  <a:lnTo>
                    <a:pt x="2046875" y="1948503"/>
                  </a:lnTo>
                  <a:lnTo>
                    <a:pt x="2049911" y="1950575"/>
                  </a:lnTo>
                  <a:lnTo>
                    <a:pt x="2052528" y="1953073"/>
                  </a:lnTo>
                  <a:lnTo>
                    <a:pt x="2055979" y="1946865"/>
                  </a:lnTo>
                  <a:lnTo>
                    <a:pt x="2057918" y="1950474"/>
                  </a:lnTo>
                  <a:lnTo>
                    <a:pt x="2061365" y="1930955"/>
                  </a:lnTo>
                  <a:lnTo>
                    <a:pt x="2064811" y="1920630"/>
                  </a:lnTo>
                  <a:lnTo>
                    <a:pt x="2068262" y="1932353"/>
                  </a:lnTo>
                  <a:lnTo>
                    <a:pt x="2071711" y="1941133"/>
                  </a:lnTo>
                  <a:lnTo>
                    <a:pt x="2075165" y="1956976"/>
                  </a:lnTo>
                  <a:lnTo>
                    <a:pt x="2078199" y="1952315"/>
                  </a:lnTo>
                  <a:lnTo>
                    <a:pt x="2080809" y="1949708"/>
                  </a:lnTo>
                  <a:lnTo>
                    <a:pt x="2083839" y="1953732"/>
                  </a:lnTo>
                  <a:lnTo>
                    <a:pt x="2086879" y="1949860"/>
                  </a:lnTo>
                  <a:lnTo>
                    <a:pt x="2089497" y="1952020"/>
                  </a:lnTo>
                  <a:lnTo>
                    <a:pt x="2091429" y="1950929"/>
                  </a:lnTo>
                  <a:lnTo>
                    <a:pt x="2094063" y="1951564"/>
                  </a:lnTo>
                  <a:lnTo>
                    <a:pt x="2096674" y="1949875"/>
                  </a:lnTo>
                  <a:lnTo>
                    <a:pt x="2099705" y="1949140"/>
                  </a:lnTo>
                  <a:lnTo>
                    <a:pt x="2103577" y="1945063"/>
                  </a:lnTo>
                  <a:lnTo>
                    <a:pt x="2106609" y="1946594"/>
                  </a:lnTo>
                  <a:lnTo>
                    <a:pt x="2109220" y="1944287"/>
                  </a:lnTo>
                  <a:lnTo>
                    <a:pt x="2111833" y="1937995"/>
                  </a:lnTo>
                  <a:lnTo>
                    <a:pt x="2114861" y="1944718"/>
                  </a:lnTo>
                  <a:lnTo>
                    <a:pt x="2117469" y="1945404"/>
                  </a:lnTo>
                  <a:lnTo>
                    <a:pt x="2120497" y="1945367"/>
                  </a:lnTo>
                  <a:lnTo>
                    <a:pt x="2123107" y="1943238"/>
                  </a:lnTo>
                  <a:lnTo>
                    <a:pt x="2125715" y="1946062"/>
                  </a:lnTo>
                  <a:lnTo>
                    <a:pt x="2128326" y="1948427"/>
                  </a:lnTo>
                  <a:lnTo>
                    <a:pt x="2130939" y="1948230"/>
                  </a:lnTo>
                  <a:lnTo>
                    <a:pt x="2133551" y="1941853"/>
                  </a:lnTo>
                  <a:lnTo>
                    <a:pt x="2137002" y="1949461"/>
                  </a:lnTo>
                  <a:lnTo>
                    <a:pt x="2139612" y="1949453"/>
                  </a:lnTo>
                  <a:lnTo>
                    <a:pt x="2142643" y="1951312"/>
                  </a:lnTo>
                  <a:lnTo>
                    <a:pt x="2145671" y="1944074"/>
                  </a:lnTo>
                  <a:lnTo>
                    <a:pt x="2149533" y="1914863"/>
                  </a:lnTo>
                  <a:lnTo>
                    <a:pt x="2152972" y="1896245"/>
                  </a:lnTo>
                  <a:lnTo>
                    <a:pt x="2156406" y="1870125"/>
                  </a:lnTo>
                  <a:lnTo>
                    <a:pt x="2159424" y="1893926"/>
                  </a:lnTo>
                  <a:lnTo>
                    <a:pt x="2162076" y="1903800"/>
                  </a:lnTo>
                  <a:lnTo>
                    <a:pt x="2164675" y="1881820"/>
                  </a:lnTo>
                  <a:lnTo>
                    <a:pt x="2167685" y="1827787"/>
                  </a:lnTo>
                  <a:lnTo>
                    <a:pt x="2171108" y="1745265"/>
                  </a:lnTo>
                  <a:lnTo>
                    <a:pt x="2174950" y="1682589"/>
                  </a:lnTo>
                  <a:lnTo>
                    <a:pt x="2177533" y="1692280"/>
                  </a:lnTo>
                  <a:lnTo>
                    <a:pt x="2181380" y="1724234"/>
                  </a:lnTo>
                  <a:lnTo>
                    <a:pt x="2185225" y="1786341"/>
                  </a:lnTo>
                  <a:lnTo>
                    <a:pt x="2188236" y="1825610"/>
                  </a:lnTo>
                  <a:lnTo>
                    <a:pt x="2190830" y="1857120"/>
                  </a:lnTo>
                  <a:lnTo>
                    <a:pt x="2193429" y="1878974"/>
                  </a:lnTo>
                  <a:lnTo>
                    <a:pt x="2196448" y="1894874"/>
                  </a:lnTo>
                  <a:lnTo>
                    <a:pt x="2199051" y="1898859"/>
                  </a:lnTo>
                  <a:lnTo>
                    <a:pt x="2202074" y="1912081"/>
                  </a:lnTo>
                  <a:lnTo>
                    <a:pt x="2204680" y="1913137"/>
                  </a:lnTo>
                  <a:lnTo>
                    <a:pt x="2207285" y="1919629"/>
                  </a:lnTo>
                  <a:lnTo>
                    <a:pt x="2209892" y="1931563"/>
                  </a:lnTo>
                  <a:lnTo>
                    <a:pt x="2212499" y="1923026"/>
                  </a:lnTo>
                  <a:lnTo>
                    <a:pt x="2215949" y="1929903"/>
                  </a:lnTo>
                  <a:lnTo>
                    <a:pt x="2219395" y="1934015"/>
                  </a:lnTo>
                  <a:lnTo>
                    <a:pt x="2222422" y="1937983"/>
                  </a:lnTo>
                  <a:lnTo>
                    <a:pt x="2225030" y="1933802"/>
                  </a:lnTo>
                  <a:lnTo>
                    <a:pt x="2228899" y="1939699"/>
                  </a:lnTo>
                  <a:lnTo>
                    <a:pt x="2232345" y="1932828"/>
                  </a:lnTo>
                  <a:lnTo>
                    <a:pt x="2235372" y="1939603"/>
                  </a:lnTo>
                  <a:lnTo>
                    <a:pt x="2238819" y="1927946"/>
                  </a:lnTo>
                  <a:lnTo>
                    <a:pt x="2241428" y="1929546"/>
                  </a:lnTo>
                  <a:lnTo>
                    <a:pt x="2244035" y="1930512"/>
                  </a:lnTo>
                  <a:lnTo>
                    <a:pt x="2247480" y="1924606"/>
                  </a:lnTo>
                  <a:lnTo>
                    <a:pt x="2250513" y="1938565"/>
                  </a:lnTo>
                  <a:lnTo>
                    <a:pt x="2253957" y="1937133"/>
                  </a:lnTo>
                  <a:lnTo>
                    <a:pt x="2257404" y="1938441"/>
                  </a:lnTo>
                  <a:lnTo>
                    <a:pt x="2260010" y="1942145"/>
                  </a:lnTo>
                  <a:lnTo>
                    <a:pt x="2263876" y="1935723"/>
                  </a:lnTo>
                  <a:lnTo>
                    <a:pt x="2266905" y="1943952"/>
                  </a:lnTo>
                  <a:lnTo>
                    <a:pt x="2269514" y="1942677"/>
                  </a:lnTo>
                  <a:lnTo>
                    <a:pt x="2273799" y="1937183"/>
                  </a:lnTo>
                  <a:lnTo>
                    <a:pt x="2276827" y="1937881"/>
                  </a:lnTo>
                  <a:lnTo>
                    <a:pt x="2280275" y="1946368"/>
                  </a:lnTo>
                  <a:lnTo>
                    <a:pt x="2283303" y="1946632"/>
                  </a:lnTo>
                  <a:lnTo>
                    <a:pt x="2286334" y="1944948"/>
                  </a:lnTo>
                  <a:lnTo>
                    <a:pt x="2288942" y="1949411"/>
                  </a:lnTo>
                  <a:lnTo>
                    <a:pt x="2291972" y="1947928"/>
                  </a:lnTo>
                  <a:lnTo>
                    <a:pt x="2295002" y="1942432"/>
                  </a:lnTo>
                  <a:lnTo>
                    <a:pt x="2297612" y="1940016"/>
                  </a:lnTo>
                  <a:lnTo>
                    <a:pt x="2301060" y="1943352"/>
                  </a:lnTo>
                  <a:lnTo>
                    <a:pt x="2303672" y="1944886"/>
                  </a:lnTo>
                  <a:lnTo>
                    <a:pt x="2306703" y="1950068"/>
                  </a:lnTo>
                  <a:lnTo>
                    <a:pt x="2310573" y="1952592"/>
                  </a:lnTo>
                  <a:lnTo>
                    <a:pt x="2313184" y="1945663"/>
                  </a:lnTo>
                  <a:lnTo>
                    <a:pt x="2316632" y="1940067"/>
                  </a:lnTo>
                  <a:lnTo>
                    <a:pt x="2319663" y="1938854"/>
                  </a:lnTo>
                  <a:lnTo>
                    <a:pt x="2322689" y="1938134"/>
                  </a:lnTo>
                  <a:lnTo>
                    <a:pt x="2325300" y="1944182"/>
                  </a:lnTo>
                  <a:lnTo>
                    <a:pt x="2327912" y="1939524"/>
                  </a:lnTo>
                  <a:lnTo>
                    <a:pt x="2331780" y="1940926"/>
                  </a:lnTo>
                  <a:lnTo>
                    <a:pt x="2334389" y="1943041"/>
                  </a:lnTo>
                  <a:lnTo>
                    <a:pt x="2337417" y="1939781"/>
                  </a:lnTo>
                  <a:lnTo>
                    <a:pt x="2340027" y="1942170"/>
                  </a:lnTo>
                  <a:lnTo>
                    <a:pt x="2342638" y="1947447"/>
                  </a:lnTo>
                  <a:lnTo>
                    <a:pt x="2346505" y="1944252"/>
                  </a:lnTo>
                  <a:lnTo>
                    <a:pt x="2349954" y="1942313"/>
                  </a:lnTo>
                  <a:lnTo>
                    <a:pt x="2352984" y="1941408"/>
                  </a:lnTo>
                  <a:lnTo>
                    <a:pt x="2355595" y="1942194"/>
                  </a:lnTo>
                  <a:lnTo>
                    <a:pt x="2358207" y="1944106"/>
                  </a:lnTo>
                  <a:lnTo>
                    <a:pt x="2360821" y="1938807"/>
                  </a:lnTo>
                  <a:lnTo>
                    <a:pt x="2364271" y="1946378"/>
                  </a:lnTo>
                  <a:lnTo>
                    <a:pt x="2367720" y="1941479"/>
                  </a:lnTo>
                  <a:lnTo>
                    <a:pt x="2371587" y="1939864"/>
                  </a:lnTo>
                  <a:lnTo>
                    <a:pt x="2374616" y="1938494"/>
                  </a:lnTo>
                  <a:lnTo>
                    <a:pt x="2378065" y="1938163"/>
                  </a:lnTo>
                  <a:lnTo>
                    <a:pt x="2381510" y="1930709"/>
                  </a:lnTo>
                  <a:lnTo>
                    <a:pt x="2384114" y="1912389"/>
                  </a:lnTo>
                  <a:lnTo>
                    <a:pt x="2387552" y="1890205"/>
                  </a:lnTo>
                  <a:lnTo>
                    <a:pt x="2390154" y="1904311"/>
                  </a:lnTo>
                  <a:lnTo>
                    <a:pt x="2394437" y="1912595"/>
                  </a:lnTo>
                  <a:lnTo>
                    <a:pt x="2397885" y="1920666"/>
                  </a:lnTo>
                  <a:lnTo>
                    <a:pt x="2402170" y="1932170"/>
                  </a:lnTo>
                  <a:lnTo>
                    <a:pt x="2405619" y="1936468"/>
                  </a:lnTo>
                  <a:lnTo>
                    <a:pt x="2409486" y="1940378"/>
                  </a:lnTo>
                  <a:lnTo>
                    <a:pt x="2412515" y="1935205"/>
                  </a:lnTo>
                  <a:lnTo>
                    <a:pt x="2416377" y="1901972"/>
                  </a:lnTo>
                  <a:lnTo>
                    <a:pt x="2419816" y="1882168"/>
                  </a:lnTo>
                  <a:lnTo>
                    <a:pt x="2423676" y="1901739"/>
                  </a:lnTo>
                  <a:lnTo>
                    <a:pt x="2426280" y="1914423"/>
                  </a:lnTo>
                  <a:lnTo>
                    <a:pt x="2430147" y="1924935"/>
                  </a:lnTo>
                  <a:lnTo>
                    <a:pt x="2434014" y="1929321"/>
                  </a:lnTo>
                  <a:lnTo>
                    <a:pt x="2437460" y="1934037"/>
                  </a:lnTo>
                  <a:lnTo>
                    <a:pt x="2440490" y="1946925"/>
                  </a:lnTo>
                  <a:lnTo>
                    <a:pt x="2443102" y="1948702"/>
                  </a:lnTo>
                  <a:lnTo>
                    <a:pt x="2446135" y="1947894"/>
                  </a:lnTo>
                  <a:lnTo>
                    <a:pt x="2449585" y="1945572"/>
                  </a:lnTo>
                  <a:lnTo>
                    <a:pt x="2453034" y="1947537"/>
                  </a:lnTo>
                  <a:lnTo>
                    <a:pt x="2456067" y="1945374"/>
                  </a:lnTo>
                  <a:lnTo>
                    <a:pt x="2459513" y="1926773"/>
                  </a:lnTo>
                  <a:lnTo>
                    <a:pt x="2462950" y="1880437"/>
                  </a:lnTo>
                  <a:lnTo>
                    <a:pt x="2466383" y="1829593"/>
                  </a:lnTo>
                  <a:lnTo>
                    <a:pt x="2471492" y="1779694"/>
                  </a:lnTo>
                  <a:lnTo>
                    <a:pt x="2475755" y="1662517"/>
                  </a:lnTo>
                  <a:lnTo>
                    <a:pt x="2480018" y="1375627"/>
                  </a:lnTo>
                  <a:lnTo>
                    <a:pt x="2485953" y="1264146"/>
                  </a:lnTo>
                  <a:lnTo>
                    <a:pt x="2491907" y="1490730"/>
                  </a:lnTo>
                  <a:lnTo>
                    <a:pt x="2497009" y="1731822"/>
                  </a:lnTo>
                  <a:lnTo>
                    <a:pt x="2501702" y="1831497"/>
                  </a:lnTo>
                  <a:lnTo>
                    <a:pt x="2506404" y="1880737"/>
                  </a:lnTo>
                  <a:lnTo>
                    <a:pt x="2510689" y="1903319"/>
                  </a:lnTo>
                  <a:lnTo>
                    <a:pt x="2513716" y="1912153"/>
                  </a:lnTo>
                  <a:lnTo>
                    <a:pt x="2516325" y="1921767"/>
                  </a:lnTo>
                  <a:lnTo>
                    <a:pt x="2519354" y="1919266"/>
                  </a:lnTo>
                  <a:lnTo>
                    <a:pt x="2521968" y="1926391"/>
                  </a:lnTo>
                  <a:lnTo>
                    <a:pt x="2524580" y="1929298"/>
                  </a:lnTo>
                  <a:lnTo>
                    <a:pt x="2527253" y="1928072"/>
                  </a:lnTo>
                  <a:lnTo>
                    <a:pt x="2529869" y="1932869"/>
                  </a:lnTo>
                  <a:lnTo>
                    <a:pt x="2533322" y="1932359"/>
                  </a:lnTo>
                  <a:lnTo>
                    <a:pt x="2538452" y="1936569"/>
                  </a:lnTo>
                  <a:lnTo>
                    <a:pt x="2541909" y="1940823"/>
                  </a:lnTo>
                  <a:lnTo>
                    <a:pt x="2545367" y="1939730"/>
                  </a:lnTo>
                  <a:lnTo>
                    <a:pt x="2548824" y="1943995"/>
                  </a:lnTo>
                  <a:lnTo>
                    <a:pt x="2551859" y="1943504"/>
                  </a:lnTo>
                  <a:lnTo>
                    <a:pt x="2554897" y="1936093"/>
                  </a:lnTo>
                  <a:lnTo>
                    <a:pt x="2557515" y="1944043"/>
                  </a:lnTo>
                  <a:lnTo>
                    <a:pt x="2560553" y="1945375"/>
                  </a:lnTo>
                  <a:lnTo>
                    <a:pt x="2562493" y="1945756"/>
                  </a:lnTo>
                  <a:lnTo>
                    <a:pt x="2565114" y="1949218"/>
                  </a:lnTo>
                  <a:lnTo>
                    <a:pt x="2567732" y="1951548"/>
                  </a:lnTo>
                  <a:lnTo>
                    <a:pt x="2570771" y="1953100"/>
                  </a:lnTo>
                  <a:lnTo>
                    <a:pt x="2573388" y="1949276"/>
                  </a:lnTo>
                  <a:lnTo>
                    <a:pt x="2577266" y="1949946"/>
                  </a:lnTo>
                  <a:lnTo>
                    <a:pt x="2580303" y="1945620"/>
                  </a:lnTo>
                  <a:lnTo>
                    <a:pt x="2582920" y="1951619"/>
                  </a:lnTo>
                  <a:lnTo>
                    <a:pt x="2585959" y="1950692"/>
                  </a:lnTo>
                  <a:lnTo>
                    <a:pt x="2588578" y="1954882"/>
                  </a:lnTo>
                  <a:lnTo>
                    <a:pt x="2592457" y="1949434"/>
                  </a:lnTo>
                  <a:lnTo>
                    <a:pt x="2595077" y="1947824"/>
                  </a:lnTo>
                  <a:lnTo>
                    <a:pt x="2598117" y="1950597"/>
                  </a:lnTo>
                  <a:lnTo>
                    <a:pt x="2600737" y="1960671"/>
                  </a:lnTo>
                  <a:lnTo>
                    <a:pt x="2603775" y="1950532"/>
                  </a:lnTo>
                  <a:lnTo>
                    <a:pt x="2606811" y="1947705"/>
                  </a:lnTo>
                  <a:lnTo>
                    <a:pt x="2609847" y="1949631"/>
                  </a:lnTo>
                  <a:lnTo>
                    <a:pt x="2612467" y="1952224"/>
                  </a:lnTo>
                  <a:lnTo>
                    <a:pt x="2615924" y="1949050"/>
                  </a:lnTo>
                  <a:lnTo>
                    <a:pt x="2618542" y="1950016"/>
                  </a:lnTo>
                  <a:lnTo>
                    <a:pt x="2621581" y="1952995"/>
                  </a:lnTo>
                  <a:lnTo>
                    <a:pt x="2624686" y="1947650"/>
                  </a:lnTo>
                  <a:lnTo>
                    <a:pt x="2627305" y="1955107"/>
                  </a:lnTo>
                  <a:lnTo>
                    <a:pt x="2629925" y="1955114"/>
                  </a:lnTo>
                  <a:lnTo>
                    <a:pt x="2632962" y="1952038"/>
                  </a:lnTo>
                  <a:lnTo>
                    <a:pt x="2636422" y="1953593"/>
                  </a:lnTo>
                  <a:lnTo>
                    <a:pt x="2639041" y="1952653"/>
                  </a:lnTo>
                  <a:lnTo>
                    <a:pt x="2642500" y="1955018"/>
                  </a:lnTo>
                  <a:lnTo>
                    <a:pt x="2645120" y="1953618"/>
                  </a:lnTo>
                  <a:lnTo>
                    <a:pt x="2648159" y="1950338"/>
                  </a:lnTo>
                  <a:lnTo>
                    <a:pt x="2650778" y="1958210"/>
                  </a:lnTo>
                  <a:lnTo>
                    <a:pt x="2654236" y="1961696"/>
                  </a:lnTo>
                  <a:lnTo>
                    <a:pt x="2657693" y="1955676"/>
                  </a:lnTo>
                  <a:lnTo>
                    <a:pt x="2660387" y="1950303"/>
                  </a:lnTo>
                  <a:lnTo>
                    <a:pt x="2663004" y="1950727"/>
                  </a:lnTo>
                  <a:lnTo>
                    <a:pt x="2665624" y="1949789"/>
                  </a:lnTo>
                  <a:lnTo>
                    <a:pt x="2669078" y="1948986"/>
                  </a:lnTo>
                  <a:lnTo>
                    <a:pt x="2672533" y="1956233"/>
                  </a:lnTo>
                  <a:lnTo>
                    <a:pt x="2675570" y="1953809"/>
                  </a:lnTo>
                  <a:lnTo>
                    <a:pt x="2678189" y="1955676"/>
                  </a:lnTo>
                  <a:lnTo>
                    <a:pt x="2680809" y="1955228"/>
                  </a:lnTo>
                  <a:lnTo>
                    <a:pt x="2683849" y="1953190"/>
                  </a:lnTo>
                  <a:lnTo>
                    <a:pt x="2686469" y="1953206"/>
                  </a:lnTo>
                  <a:lnTo>
                    <a:pt x="2689088" y="1954748"/>
                  </a:lnTo>
                  <a:lnTo>
                    <a:pt x="2691708" y="1951767"/>
                  </a:lnTo>
                  <a:lnTo>
                    <a:pt x="2694742" y="1953606"/>
                  </a:lnTo>
                  <a:lnTo>
                    <a:pt x="2697778" y="1950609"/>
                  </a:lnTo>
                  <a:lnTo>
                    <a:pt x="2700812" y="1952720"/>
                  </a:lnTo>
                  <a:lnTo>
                    <a:pt x="2704271" y="1954536"/>
                  </a:lnTo>
                  <a:lnTo>
                    <a:pt x="2706891" y="1953588"/>
                  </a:lnTo>
                  <a:lnTo>
                    <a:pt x="2710346" y="1952102"/>
                  </a:lnTo>
                  <a:lnTo>
                    <a:pt x="2713383" y="1952050"/>
                  </a:lnTo>
                  <a:lnTo>
                    <a:pt x="2715999" y="1949255"/>
                  </a:lnTo>
                  <a:lnTo>
                    <a:pt x="2719039" y="1946702"/>
                  </a:lnTo>
                  <a:lnTo>
                    <a:pt x="2721658" y="1952741"/>
                  </a:lnTo>
                  <a:lnTo>
                    <a:pt x="2724273" y="1957860"/>
                  </a:lnTo>
                  <a:lnTo>
                    <a:pt x="2726890" y="1951094"/>
                  </a:lnTo>
                  <a:lnTo>
                    <a:pt x="2729927" y="1954598"/>
                  </a:lnTo>
                  <a:lnTo>
                    <a:pt x="2732963" y="1953538"/>
                  </a:lnTo>
                  <a:lnTo>
                    <a:pt x="2735579" y="1954603"/>
                  </a:lnTo>
                  <a:lnTo>
                    <a:pt x="2739037" y="1951930"/>
                  </a:lnTo>
                  <a:lnTo>
                    <a:pt x="2742496" y="1954017"/>
                  </a:lnTo>
                  <a:lnTo>
                    <a:pt x="2745112" y="1952490"/>
                  </a:lnTo>
                  <a:lnTo>
                    <a:pt x="2748150" y="1950853"/>
                  </a:lnTo>
                  <a:lnTo>
                    <a:pt x="2751188" y="1954330"/>
                  </a:lnTo>
                  <a:lnTo>
                    <a:pt x="2754647" y="1953874"/>
                  </a:lnTo>
                  <a:lnTo>
                    <a:pt x="2757684" y="1954451"/>
                  </a:lnTo>
                  <a:lnTo>
                    <a:pt x="2760722" y="1949454"/>
                  </a:lnTo>
                  <a:lnTo>
                    <a:pt x="2763339" y="1950668"/>
                  </a:lnTo>
                  <a:lnTo>
                    <a:pt x="2765958" y="1949610"/>
                  </a:lnTo>
                  <a:lnTo>
                    <a:pt x="2768577" y="1952973"/>
                  </a:lnTo>
                  <a:lnTo>
                    <a:pt x="2771194" y="1950732"/>
                  </a:lnTo>
                  <a:lnTo>
                    <a:pt x="2774655" y="1957728"/>
                  </a:lnTo>
                  <a:lnTo>
                    <a:pt x="2777693" y="1950295"/>
                  </a:lnTo>
                  <a:lnTo>
                    <a:pt x="2780310" y="1952838"/>
                  </a:lnTo>
                  <a:lnTo>
                    <a:pt x="2783346" y="1951911"/>
                  </a:lnTo>
                  <a:lnTo>
                    <a:pt x="2786379" y="1950477"/>
                  </a:lnTo>
                  <a:lnTo>
                    <a:pt x="2788998" y="1950916"/>
                  </a:lnTo>
                  <a:lnTo>
                    <a:pt x="2792872" y="1950777"/>
                  </a:lnTo>
                  <a:lnTo>
                    <a:pt x="2795487" y="1953162"/>
                  </a:lnTo>
                  <a:lnTo>
                    <a:pt x="2798106" y="1954565"/>
                  </a:lnTo>
                  <a:lnTo>
                    <a:pt x="2801147" y="1949843"/>
                  </a:lnTo>
                  <a:lnTo>
                    <a:pt x="2803765" y="1955902"/>
                  </a:lnTo>
                  <a:lnTo>
                    <a:pt x="2806804" y="1958618"/>
                  </a:lnTo>
                  <a:lnTo>
                    <a:pt x="2809843" y="1948731"/>
                  </a:lnTo>
                  <a:lnTo>
                    <a:pt x="2812882" y="1947021"/>
                  </a:lnTo>
                  <a:lnTo>
                    <a:pt x="2815503" y="1954873"/>
                  </a:lnTo>
                  <a:lnTo>
                    <a:pt x="2818541" y="1950969"/>
                  </a:lnTo>
                  <a:lnTo>
                    <a:pt x="2821579" y="1952357"/>
                  </a:lnTo>
                  <a:lnTo>
                    <a:pt x="2824198" y="1947998"/>
                  </a:lnTo>
                  <a:lnTo>
                    <a:pt x="2827234" y="1948979"/>
                  </a:lnTo>
                  <a:lnTo>
                    <a:pt x="2830690" y="1951591"/>
                  </a:lnTo>
                  <a:lnTo>
                    <a:pt x="2833311" y="1954143"/>
                  </a:lnTo>
                  <a:lnTo>
                    <a:pt x="2835930" y="1945731"/>
                  </a:lnTo>
                  <a:lnTo>
                    <a:pt x="2838546" y="1952512"/>
                  </a:lnTo>
                  <a:lnTo>
                    <a:pt x="2841584" y="1947260"/>
                  </a:lnTo>
                  <a:lnTo>
                    <a:pt x="2844623" y="1952130"/>
                  </a:lnTo>
                  <a:lnTo>
                    <a:pt x="2847242" y="1949007"/>
                  </a:lnTo>
                  <a:lnTo>
                    <a:pt x="2850700" y="1949995"/>
                  </a:lnTo>
                  <a:lnTo>
                    <a:pt x="2853738" y="1953675"/>
                  </a:lnTo>
                  <a:lnTo>
                    <a:pt x="2856776" y="1955420"/>
                  </a:lnTo>
                  <a:lnTo>
                    <a:pt x="2859393" y="1955736"/>
                  </a:lnTo>
                  <a:lnTo>
                    <a:pt x="2862430" y="1950366"/>
                  </a:lnTo>
                  <a:lnTo>
                    <a:pt x="2865468" y="1944868"/>
                  </a:lnTo>
                  <a:lnTo>
                    <a:pt x="2868088" y="1948830"/>
                  </a:lnTo>
                  <a:lnTo>
                    <a:pt x="2871125" y="1945847"/>
                  </a:lnTo>
                  <a:lnTo>
                    <a:pt x="2873743" y="1949448"/>
                  </a:lnTo>
                  <a:lnTo>
                    <a:pt x="2876783" y="1950152"/>
                  </a:lnTo>
                  <a:lnTo>
                    <a:pt x="2879401" y="1951876"/>
                  </a:lnTo>
                  <a:lnTo>
                    <a:pt x="2882017" y="1943063"/>
                  </a:lnTo>
                  <a:lnTo>
                    <a:pt x="2885896" y="1948488"/>
                  </a:lnTo>
                  <a:lnTo>
                    <a:pt x="2888937" y="1952560"/>
                  </a:lnTo>
                  <a:lnTo>
                    <a:pt x="2892396" y="1948642"/>
                  </a:lnTo>
                  <a:lnTo>
                    <a:pt x="2895016" y="1948233"/>
                  </a:lnTo>
                  <a:lnTo>
                    <a:pt x="2898054" y="1950308"/>
                  </a:lnTo>
                  <a:lnTo>
                    <a:pt x="2901094" y="1952124"/>
                  </a:lnTo>
                  <a:lnTo>
                    <a:pt x="2903710" y="1952859"/>
                  </a:lnTo>
                  <a:lnTo>
                    <a:pt x="2906748" y="1946288"/>
                  </a:lnTo>
                  <a:lnTo>
                    <a:pt x="2909367" y="1949164"/>
                  </a:lnTo>
                  <a:lnTo>
                    <a:pt x="2912403" y="1945628"/>
                  </a:lnTo>
                  <a:lnTo>
                    <a:pt x="2915021" y="1950483"/>
                  </a:lnTo>
                  <a:lnTo>
                    <a:pt x="2917638" y="1948452"/>
                  </a:lnTo>
                  <a:lnTo>
                    <a:pt x="2921095" y="1953618"/>
                  </a:lnTo>
                  <a:lnTo>
                    <a:pt x="2924133" y="1948104"/>
                  </a:lnTo>
                  <a:lnTo>
                    <a:pt x="2927592" y="1951498"/>
                  </a:lnTo>
                  <a:lnTo>
                    <a:pt x="2930211" y="1949432"/>
                  </a:lnTo>
                  <a:lnTo>
                    <a:pt x="2933669" y="1946559"/>
                  </a:lnTo>
                  <a:lnTo>
                    <a:pt x="2936705" y="1944839"/>
                  </a:lnTo>
                  <a:lnTo>
                    <a:pt x="2939324" y="1945805"/>
                  </a:lnTo>
                  <a:lnTo>
                    <a:pt x="2941942" y="1945697"/>
                  </a:lnTo>
                  <a:lnTo>
                    <a:pt x="2944980" y="1943537"/>
                  </a:lnTo>
                  <a:lnTo>
                    <a:pt x="2948017" y="1946432"/>
                  </a:lnTo>
                  <a:lnTo>
                    <a:pt x="2950634" y="1944319"/>
                  </a:lnTo>
                  <a:lnTo>
                    <a:pt x="2953251" y="1939653"/>
                  </a:lnTo>
                  <a:lnTo>
                    <a:pt x="2957126" y="1944356"/>
                  </a:lnTo>
                  <a:lnTo>
                    <a:pt x="2960165" y="1944291"/>
                  </a:lnTo>
                  <a:lnTo>
                    <a:pt x="2963624" y="1941390"/>
                  </a:lnTo>
                  <a:lnTo>
                    <a:pt x="2967081" y="1946190"/>
                  </a:lnTo>
                  <a:lnTo>
                    <a:pt x="2970116" y="1943090"/>
                  </a:lnTo>
                  <a:lnTo>
                    <a:pt x="2972734" y="1947755"/>
                  </a:lnTo>
                  <a:lnTo>
                    <a:pt x="2975352" y="1943516"/>
                  </a:lnTo>
                  <a:lnTo>
                    <a:pt x="2978390" y="1941226"/>
                  </a:lnTo>
                  <a:lnTo>
                    <a:pt x="2981846" y="1937944"/>
                  </a:lnTo>
                  <a:lnTo>
                    <a:pt x="2984882" y="1943895"/>
                  </a:lnTo>
                  <a:lnTo>
                    <a:pt x="2987916" y="1941493"/>
                  </a:lnTo>
                  <a:lnTo>
                    <a:pt x="2990533" y="1941635"/>
                  </a:lnTo>
                  <a:lnTo>
                    <a:pt x="2993568" y="1945696"/>
                  </a:lnTo>
                  <a:lnTo>
                    <a:pt x="2996189" y="1940474"/>
                  </a:lnTo>
                  <a:lnTo>
                    <a:pt x="2998810" y="1944303"/>
                  </a:lnTo>
                  <a:lnTo>
                    <a:pt x="3002685" y="1939003"/>
                  </a:lnTo>
                  <a:lnTo>
                    <a:pt x="3006143" y="1944348"/>
                  </a:lnTo>
                  <a:lnTo>
                    <a:pt x="3009178" y="1939415"/>
                  </a:lnTo>
                  <a:lnTo>
                    <a:pt x="3011796" y="1939016"/>
                  </a:lnTo>
                  <a:lnTo>
                    <a:pt x="3015250" y="1937628"/>
                  </a:lnTo>
                  <a:lnTo>
                    <a:pt x="3019126" y="1944814"/>
                  </a:lnTo>
                  <a:lnTo>
                    <a:pt x="3022579" y="1941101"/>
                  </a:lnTo>
                  <a:lnTo>
                    <a:pt x="3025615" y="1938492"/>
                  </a:lnTo>
                  <a:lnTo>
                    <a:pt x="3028231" y="1944693"/>
                  </a:lnTo>
                  <a:lnTo>
                    <a:pt x="3030852" y="1938642"/>
                  </a:lnTo>
                  <a:lnTo>
                    <a:pt x="3033890" y="1936064"/>
                  </a:lnTo>
                  <a:lnTo>
                    <a:pt x="3036508" y="1933097"/>
                  </a:lnTo>
                  <a:lnTo>
                    <a:pt x="3039962" y="1940731"/>
                  </a:lnTo>
                  <a:lnTo>
                    <a:pt x="3043841" y="1933466"/>
                  </a:lnTo>
                  <a:lnTo>
                    <a:pt x="3046458" y="1938490"/>
                  </a:lnTo>
                  <a:lnTo>
                    <a:pt x="3049076" y="1941844"/>
                  </a:lnTo>
                  <a:lnTo>
                    <a:pt x="3052113" y="1932075"/>
                  </a:lnTo>
                  <a:lnTo>
                    <a:pt x="3055566" y="1935455"/>
                  </a:lnTo>
                  <a:lnTo>
                    <a:pt x="3059438" y="1941731"/>
                  </a:lnTo>
                  <a:lnTo>
                    <a:pt x="3062893" y="1937538"/>
                  </a:lnTo>
                  <a:lnTo>
                    <a:pt x="3065935" y="1936734"/>
                  </a:lnTo>
                  <a:lnTo>
                    <a:pt x="3068970" y="1930152"/>
                  </a:lnTo>
                  <a:lnTo>
                    <a:pt x="3071587" y="1935746"/>
                  </a:lnTo>
                  <a:lnTo>
                    <a:pt x="3074625" y="1933849"/>
                  </a:lnTo>
                  <a:lnTo>
                    <a:pt x="3077663" y="1932565"/>
                  </a:lnTo>
                  <a:lnTo>
                    <a:pt x="3080279" y="1932471"/>
                  </a:lnTo>
                  <a:lnTo>
                    <a:pt x="3083737" y="1933639"/>
                  </a:lnTo>
                  <a:lnTo>
                    <a:pt x="3086775" y="1937438"/>
                  </a:lnTo>
                  <a:lnTo>
                    <a:pt x="3089392" y="1935437"/>
                  </a:lnTo>
                  <a:lnTo>
                    <a:pt x="3092849" y="1936573"/>
                  </a:lnTo>
                  <a:lnTo>
                    <a:pt x="3096724" y="1928450"/>
                  </a:lnTo>
                  <a:lnTo>
                    <a:pt x="3100604" y="1933977"/>
                  </a:lnTo>
                  <a:lnTo>
                    <a:pt x="3104059" y="1930262"/>
                  </a:lnTo>
                  <a:lnTo>
                    <a:pt x="3106675" y="1934782"/>
                  </a:lnTo>
                  <a:lnTo>
                    <a:pt x="3110553" y="1933983"/>
                  </a:lnTo>
                  <a:lnTo>
                    <a:pt x="3113592" y="1933001"/>
                  </a:lnTo>
                  <a:lnTo>
                    <a:pt x="3116213" y="1933213"/>
                  </a:lnTo>
                  <a:lnTo>
                    <a:pt x="3119251" y="1930885"/>
                  </a:lnTo>
                  <a:lnTo>
                    <a:pt x="3121869" y="1929512"/>
                  </a:lnTo>
                  <a:lnTo>
                    <a:pt x="3124488" y="1932055"/>
                  </a:lnTo>
                  <a:lnTo>
                    <a:pt x="3128782" y="1931082"/>
                  </a:lnTo>
                  <a:lnTo>
                    <a:pt x="3131819" y="1929288"/>
                  </a:lnTo>
                  <a:lnTo>
                    <a:pt x="3136116" y="1929931"/>
                  </a:lnTo>
                  <a:lnTo>
                    <a:pt x="3140411" y="1928884"/>
                  </a:lnTo>
                  <a:lnTo>
                    <a:pt x="3143451" y="1929623"/>
                  </a:lnTo>
                  <a:lnTo>
                    <a:pt x="3146489" y="1929097"/>
                  </a:lnTo>
                  <a:lnTo>
                    <a:pt x="3149945" y="1925354"/>
                  </a:lnTo>
                  <a:lnTo>
                    <a:pt x="3153822" y="1926638"/>
                  </a:lnTo>
                  <a:lnTo>
                    <a:pt x="3156860" y="1930202"/>
                  </a:lnTo>
                  <a:lnTo>
                    <a:pt x="3159895" y="1929770"/>
                  </a:lnTo>
                  <a:lnTo>
                    <a:pt x="3162932" y="1924927"/>
                  </a:lnTo>
                  <a:lnTo>
                    <a:pt x="3165975" y="1925574"/>
                  </a:lnTo>
                  <a:lnTo>
                    <a:pt x="3169012" y="1922783"/>
                  </a:lnTo>
                  <a:lnTo>
                    <a:pt x="3171627" y="1925743"/>
                  </a:lnTo>
                  <a:lnTo>
                    <a:pt x="3175921" y="1929455"/>
                  </a:lnTo>
                  <a:lnTo>
                    <a:pt x="3179798" y="1921478"/>
                  </a:lnTo>
                  <a:lnTo>
                    <a:pt x="3183673" y="1918952"/>
                  </a:lnTo>
                  <a:lnTo>
                    <a:pt x="3187129" y="1921372"/>
                  </a:lnTo>
                  <a:lnTo>
                    <a:pt x="3191005" y="1921934"/>
                  </a:lnTo>
                  <a:lnTo>
                    <a:pt x="3194041" y="1922678"/>
                  </a:lnTo>
                  <a:lnTo>
                    <a:pt x="3197076" y="1922627"/>
                  </a:lnTo>
                  <a:lnTo>
                    <a:pt x="3200119" y="1922354"/>
                  </a:lnTo>
                  <a:lnTo>
                    <a:pt x="3202737" y="1920320"/>
                  </a:lnTo>
                  <a:lnTo>
                    <a:pt x="3205772" y="1919849"/>
                  </a:lnTo>
                  <a:lnTo>
                    <a:pt x="3209227" y="1921839"/>
                  </a:lnTo>
                  <a:lnTo>
                    <a:pt x="3213101" y="1925689"/>
                  </a:lnTo>
                  <a:lnTo>
                    <a:pt x="3216978" y="1921845"/>
                  </a:lnTo>
                  <a:lnTo>
                    <a:pt x="3220854" y="1919894"/>
                  </a:lnTo>
                  <a:lnTo>
                    <a:pt x="3224311" y="1916152"/>
                  </a:lnTo>
                  <a:lnTo>
                    <a:pt x="3228184" y="1924462"/>
                  </a:lnTo>
                  <a:lnTo>
                    <a:pt x="3232059" y="1916335"/>
                  </a:lnTo>
                  <a:lnTo>
                    <a:pt x="3236361" y="1917928"/>
                  </a:lnTo>
                  <a:lnTo>
                    <a:pt x="3239401" y="1923531"/>
                  </a:lnTo>
                  <a:lnTo>
                    <a:pt x="3242436" y="1919970"/>
                  </a:lnTo>
                  <a:lnTo>
                    <a:pt x="3245471" y="1921613"/>
                  </a:lnTo>
                  <a:lnTo>
                    <a:pt x="3248507" y="1918459"/>
                  </a:lnTo>
                  <a:lnTo>
                    <a:pt x="3251965" y="1914513"/>
                  </a:lnTo>
                  <a:lnTo>
                    <a:pt x="3257939" y="1912191"/>
                  </a:lnTo>
                  <a:lnTo>
                    <a:pt x="3261393" y="1916806"/>
                  </a:lnTo>
                  <a:lnTo>
                    <a:pt x="3265267" y="1916896"/>
                  </a:lnTo>
                  <a:lnTo>
                    <a:pt x="3269140" y="1914252"/>
                  </a:lnTo>
                  <a:lnTo>
                    <a:pt x="3273446" y="1915301"/>
                  </a:lnTo>
                  <a:lnTo>
                    <a:pt x="3277323" y="1918627"/>
                  </a:lnTo>
                  <a:lnTo>
                    <a:pt x="3281200" y="1919781"/>
                  </a:lnTo>
                  <a:lnTo>
                    <a:pt x="3284236" y="1917265"/>
                  </a:lnTo>
                  <a:lnTo>
                    <a:pt x="3287273" y="1916652"/>
                  </a:lnTo>
                  <a:lnTo>
                    <a:pt x="3290732" y="1914943"/>
                  </a:lnTo>
                  <a:lnTo>
                    <a:pt x="3294186" y="1918417"/>
                  </a:lnTo>
                  <a:lnTo>
                    <a:pt x="3298480" y="1920872"/>
                  </a:lnTo>
                  <a:lnTo>
                    <a:pt x="3302772" y="1918879"/>
                  </a:lnTo>
                  <a:lnTo>
                    <a:pt x="3307063" y="1917001"/>
                  </a:lnTo>
                  <a:lnTo>
                    <a:pt x="3311369" y="1916325"/>
                  </a:lnTo>
                  <a:lnTo>
                    <a:pt x="3315245" y="1920268"/>
                  </a:lnTo>
                  <a:lnTo>
                    <a:pt x="3319957" y="1919910"/>
                  </a:lnTo>
                  <a:lnTo>
                    <a:pt x="3322994" y="1913288"/>
                  </a:lnTo>
                  <a:lnTo>
                    <a:pt x="3326456" y="1911803"/>
                  </a:lnTo>
                  <a:lnTo>
                    <a:pt x="3329492" y="1912289"/>
                  </a:lnTo>
                  <a:lnTo>
                    <a:pt x="3333367" y="1913461"/>
                  </a:lnTo>
                  <a:lnTo>
                    <a:pt x="3337666" y="1915601"/>
                  </a:lnTo>
                  <a:lnTo>
                    <a:pt x="3341957" y="1919435"/>
                  </a:lnTo>
                  <a:lnTo>
                    <a:pt x="3346261" y="1916403"/>
                  </a:lnTo>
                  <a:lnTo>
                    <a:pt x="3350980" y="1915746"/>
                  </a:lnTo>
                  <a:lnTo>
                    <a:pt x="3356112" y="1912351"/>
                  </a:lnTo>
                  <a:lnTo>
                    <a:pt x="3359572" y="1916552"/>
                  </a:lnTo>
                  <a:lnTo>
                    <a:pt x="3363455" y="1913002"/>
                  </a:lnTo>
                  <a:lnTo>
                    <a:pt x="3367331" y="1914468"/>
                  </a:lnTo>
                  <a:lnTo>
                    <a:pt x="3371209" y="1910878"/>
                  </a:lnTo>
                  <a:lnTo>
                    <a:pt x="3374670" y="1915350"/>
                  </a:lnTo>
                  <a:lnTo>
                    <a:pt x="3378963" y="1915473"/>
                  </a:lnTo>
                  <a:lnTo>
                    <a:pt x="3383264" y="1917138"/>
                  </a:lnTo>
                  <a:lnTo>
                    <a:pt x="3387980" y="1915703"/>
                  </a:lnTo>
                  <a:lnTo>
                    <a:pt x="3393110" y="1914301"/>
                  </a:lnTo>
                  <a:lnTo>
                    <a:pt x="3396988" y="1915062"/>
                  </a:lnTo>
                  <a:lnTo>
                    <a:pt x="3401288" y="1916225"/>
                  </a:lnTo>
                  <a:lnTo>
                    <a:pt x="3404746" y="1913525"/>
                  </a:lnTo>
                  <a:lnTo>
                    <a:pt x="3408200" y="1913250"/>
                  </a:lnTo>
                  <a:lnTo>
                    <a:pt x="3412084" y="1918183"/>
                  </a:lnTo>
                  <a:lnTo>
                    <a:pt x="3415538" y="1914062"/>
                  </a:lnTo>
                  <a:lnTo>
                    <a:pt x="3419842" y="1917560"/>
                  </a:lnTo>
                  <a:lnTo>
                    <a:pt x="3424551" y="1913723"/>
                  </a:lnTo>
                  <a:lnTo>
                    <a:pt x="3430101" y="1916523"/>
                  </a:lnTo>
                  <a:lnTo>
                    <a:pt x="3434396" y="1913468"/>
                  </a:lnTo>
                  <a:lnTo>
                    <a:pt x="3438697" y="1921173"/>
                  </a:lnTo>
                  <a:lnTo>
                    <a:pt x="3442151" y="1911730"/>
                  </a:lnTo>
                  <a:lnTo>
                    <a:pt x="3446027" y="1913541"/>
                  </a:lnTo>
                  <a:lnTo>
                    <a:pt x="3449486" y="1918649"/>
                  </a:lnTo>
                  <a:lnTo>
                    <a:pt x="3453374" y="1919516"/>
                  </a:lnTo>
                  <a:lnTo>
                    <a:pt x="3457675" y="1918071"/>
                  </a:lnTo>
                  <a:lnTo>
                    <a:pt x="3461550" y="1918774"/>
                  </a:lnTo>
                  <a:lnTo>
                    <a:pt x="3467103" y="1915261"/>
                  </a:lnTo>
                  <a:lnTo>
                    <a:pt x="3471399" y="1917630"/>
                  </a:lnTo>
                  <a:lnTo>
                    <a:pt x="3475699" y="1916677"/>
                  </a:lnTo>
                  <a:lnTo>
                    <a:pt x="3479995" y="1916485"/>
                  </a:lnTo>
                  <a:lnTo>
                    <a:pt x="3484290" y="1918616"/>
                  </a:lnTo>
                  <a:lnTo>
                    <a:pt x="3488597" y="1913909"/>
                  </a:lnTo>
                  <a:lnTo>
                    <a:pt x="3492896" y="1922268"/>
                  </a:lnTo>
                  <a:lnTo>
                    <a:pt x="3495935" y="1920744"/>
                  </a:lnTo>
                  <a:lnTo>
                    <a:pt x="3498556" y="1918067"/>
                  </a:lnTo>
                  <a:lnTo>
                    <a:pt x="3503687" y="1919352"/>
                  </a:lnTo>
                  <a:lnTo>
                    <a:pt x="3508404" y="1920716"/>
                  </a:lnTo>
                  <a:lnTo>
                    <a:pt x="3512703" y="1918198"/>
                  </a:lnTo>
                  <a:lnTo>
                    <a:pt x="3516998" y="1915641"/>
                  </a:lnTo>
                  <a:lnTo>
                    <a:pt x="3520877" y="1917505"/>
                  </a:lnTo>
                  <a:lnTo>
                    <a:pt x="3525605" y="1919392"/>
                  </a:lnTo>
                  <a:lnTo>
                    <a:pt x="3529902" y="1917670"/>
                  </a:lnTo>
                  <a:lnTo>
                    <a:pt x="3532943" y="1912877"/>
                  </a:lnTo>
                  <a:lnTo>
                    <a:pt x="3536819" y="1926059"/>
                  </a:lnTo>
                  <a:lnTo>
                    <a:pt x="3540275" y="1919316"/>
                  </a:lnTo>
                  <a:lnTo>
                    <a:pt x="3545831" y="1917257"/>
                  </a:lnTo>
                  <a:lnTo>
                    <a:pt x="3550131" y="1915511"/>
                  </a:lnTo>
                  <a:lnTo>
                    <a:pt x="3554426" y="1920353"/>
                  </a:lnTo>
                  <a:lnTo>
                    <a:pt x="3558301" y="1918791"/>
                  </a:lnTo>
                  <a:lnTo>
                    <a:pt x="3562184" y="1916197"/>
                  </a:lnTo>
                  <a:lnTo>
                    <a:pt x="3566485" y="1916685"/>
                  </a:lnTo>
                  <a:lnTo>
                    <a:pt x="3569106" y="1916904"/>
                  </a:lnTo>
                  <a:lnTo>
                    <a:pt x="3572982" y="1920542"/>
                  </a:lnTo>
                  <a:lnTo>
                    <a:pt x="3576437" y="1918840"/>
                  </a:lnTo>
                  <a:lnTo>
                    <a:pt x="3580315" y="1917301"/>
                  </a:lnTo>
                  <a:lnTo>
                    <a:pt x="3585454" y="1915365"/>
                  </a:lnTo>
                  <a:lnTo>
                    <a:pt x="3590169" y="1912023"/>
                  </a:lnTo>
                  <a:lnTo>
                    <a:pt x="3594463" y="1918013"/>
                  </a:lnTo>
                  <a:lnTo>
                    <a:pt x="3598346" y="1919245"/>
                  </a:lnTo>
                  <a:lnTo>
                    <a:pt x="3603066" y="1918077"/>
                  </a:lnTo>
                  <a:lnTo>
                    <a:pt x="3606527" y="1920930"/>
                  </a:lnTo>
                  <a:lnTo>
                    <a:pt x="3609984" y="1922235"/>
                  </a:lnTo>
                  <a:lnTo>
                    <a:pt x="3612602" y="1922499"/>
                  </a:lnTo>
                  <a:lnTo>
                    <a:pt x="3617322" y="1913297"/>
                  </a:lnTo>
                  <a:lnTo>
                    <a:pt x="3622042" y="1920686"/>
                  </a:lnTo>
                  <a:lnTo>
                    <a:pt x="3626756" y="1921996"/>
                  </a:lnTo>
                  <a:lnTo>
                    <a:pt x="3631052" y="1916692"/>
                  </a:lnTo>
                  <a:lnTo>
                    <a:pt x="3634935" y="1918442"/>
                  </a:lnTo>
                  <a:lnTo>
                    <a:pt x="3640071" y="1916140"/>
                  </a:lnTo>
                  <a:lnTo>
                    <a:pt x="3643531" y="1920637"/>
                  </a:lnTo>
                  <a:lnTo>
                    <a:pt x="3646986" y="1915290"/>
                  </a:lnTo>
                  <a:lnTo>
                    <a:pt x="3649604" y="1915857"/>
                  </a:lnTo>
                  <a:lnTo>
                    <a:pt x="3654329" y="1917541"/>
                  </a:lnTo>
                  <a:lnTo>
                    <a:pt x="3657789" y="1917805"/>
                  </a:lnTo>
                  <a:lnTo>
                    <a:pt x="3662920" y="1913184"/>
                  </a:lnTo>
                  <a:lnTo>
                    <a:pt x="3667632" y="1916179"/>
                  </a:lnTo>
                  <a:lnTo>
                    <a:pt x="3672353" y="1911974"/>
                  </a:lnTo>
                  <a:lnTo>
                    <a:pt x="3677073" y="1915359"/>
                  </a:lnTo>
                  <a:lnTo>
                    <a:pt x="3680533" y="1917581"/>
                  </a:lnTo>
                  <a:lnTo>
                    <a:pt x="3684826" y="1920022"/>
                  </a:lnTo>
                  <a:lnTo>
                    <a:pt x="3687865" y="1916588"/>
                  </a:lnTo>
                  <a:lnTo>
                    <a:pt x="3690487" y="1920181"/>
                  </a:lnTo>
                  <a:lnTo>
                    <a:pt x="3694786" y="1914918"/>
                  </a:lnTo>
                  <a:lnTo>
                    <a:pt x="3700756" y="1916229"/>
                  </a:lnTo>
                  <a:lnTo>
                    <a:pt x="3705049" y="1918016"/>
                  </a:lnTo>
                  <a:lnTo>
                    <a:pt x="3708930" y="1915901"/>
                  </a:lnTo>
                  <a:lnTo>
                    <a:pt x="3714071" y="1920728"/>
                  </a:lnTo>
                  <a:lnTo>
                    <a:pt x="3718367" y="1915614"/>
                  </a:lnTo>
                  <a:lnTo>
                    <a:pt x="3722244" y="1915751"/>
                  </a:lnTo>
                  <a:lnTo>
                    <a:pt x="3726118" y="1913652"/>
                  </a:lnTo>
                  <a:lnTo>
                    <a:pt x="3728739" y="1920174"/>
                  </a:lnTo>
                  <a:lnTo>
                    <a:pt x="3732197" y="1920770"/>
                  </a:lnTo>
                  <a:lnTo>
                    <a:pt x="3736073" y="1919552"/>
                  </a:lnTo>
                  <a:lnTo>
                    <a:pt x="3740367" y="1912415"/>
                  </a:lnTo>
                  <a:lnTo>
                    <a:pt x="3745921" y="1919879"/>
                  </a:lnTo>
                  <a:lnTo>
                    <a:pt x="3750637" y="1918731"/>
                  </a:lnTo>
                  <a:lnTo>
                    <a:pt x="3754095" y="1915782"/>
                  </a:lnTo>
                  <a:lnTo>
                    <a:pt x="3757552" y="1917006"/>
                  </a:lnTo>
                  <a:lnTo>
                    <a:pt x="3761851" y="1915792"/>
                  </a:lnTo>
                  <a:lnTo>
                    <a:pt x="3765732" y="1916076"/>
                  </a:lnTo>
                  <a:lnTo>
                    <a:pt x="3768770" y="1921983"/>
                  </a:lnTo>
                  <a:lnTo>
                    <a:pt x="3772224" y="1915148"/>
                  </a:lnTo>
                  <a:lnTo>
                    <a:pt x="3776520" y="1915769"/>
                  </a:lnTo>
                  <a:lnTo>
                    <a:pt x="3781235" y="1918542"/>
                  </a:lnTo>
                  <a:lnTo>
                    <a:pt x="3785953" y="1922033"/>
                  </a:lnTo>
                  <a:lnTo>
                    <a:pt x="3791086" y="1913574"/>
                  </a:lnTo>
                  <a:lnTo>
                    <a:pt x="3794965" y="1916859"/>
                  </a:lnTo>
                  <a:lnTo>
                    <a:pt x="3798002" y="1912636"/>
                  </a:lnTo>
                  <a:lnTo>
                    <a:pt x="3801461" y="1914868"/>
                  </a:lnTo>
                  <a:lnTo>
                    <a:pt x="3804919" y="1922962"/>
                  </a:lnTo>
                  <a:lnTo>
                    <a:pt x="3808793" y="1921285"/>
                  </a:lnTo>
                  <a:lnTo>
                    <a:pt x="3813090" y="1921978"/>
                  </a:lnTo>
                  <a:lnTo>
                    <a:pt x="3817803" y="1920121"/>
                  </a:lnTo>
                  <a:lnTo>
                    <a:pt x="3821260" y="1918974"/>
                  </a:lnTo>
                  <a:lnTo>
                    <a:pt x="3826397" y="1917684"/>
                  </a:lnTo>
                  <a:lnTo>
                    <a:pt x="3830278" y="1912671"/>
                  </a:lnTo>
                  <a:lnTo>
                    <a:pt x="3834157" y="1919550"/>
                  </a:lnTo>
                  <a:lnTo>
                    <a:pt x="3837193" y="1917093"/>
                  </a:lnTo>
                  <a:lnTo>
                    <a:pt x="3840231" y="1913021"/>
                  </a:lnTo>
                  <a:lnTo>
                    <a:pt x="3843689" y="1912953"/>
                  </a:lnTo>
                  <a:lnTo>
                    <a:pt x="3847566" y="1914679"/>
                  </a:lnTo>
                  <a:lnTo>
                    <a:pt x="3850605" y="1921387"/>
                  </a:lnTo>
                  <a:lnTo>
                    <a:pt x="3853641" y="1911921"/>
                  </a:lnTo>
                  <a:lnTo>
                    <a:pt x="3857934" y="1916624"/>
                  </a:lnTo>
                  <a:lnTo>
                    <a:pt x="3860969" y="1921896"/>
                  </a:lnTo>
                  <a:lnTo>
                    <a:pt x="3865269" y="1915547"/>
                  </a:lnTo>
                  <a:lnTo>
                    <a:pt x="3869148" y="1924937"/>
                  </a:lnTo>
                  <a:lnTo>
                    <a:pt x="3872604" y="1919581"/>
                  </a:lnTo>
                  <a:lnTo>
                    <a:pt x="3875221" y="1917687"/>
                  </a:lnTo>
                  <a:lnTo>
                    <a:pt x="3878678" y="1917743"/>
                  </a:lnTo>
                  <a:lnTo>
                    <a:pt x="3882556" y="1919343"/>
                  </a:lnTo>
                  <a:lnTo>
                    <a:pt x="3885592" y="1919289"/>
                  </a:lnTo>
                  <a:lnTo>
                    <a:pt x="3888627" y="1920391"/>
                  </a:lnTo>
                  <a:lnTo>
                    <a:pt x="3892085" y="1922382"/>
                  </a:lnTo>
                  <a:lnTo>
                    <a:pt x="3895122" y="1928131"/>
                  </a:lnTo>
                  <a:lnTo>
                    <a:pt x="3898582" y="1921753"/>
                  </a:lnTo>
                  <a:lnTo>
                    <a:pt x="3902039" y="1916095"/>
                  </a:lnTo>
                  <a:lnTo>
                    <a:pt x="3905495" y="1924074"/>
                  </a:lnTo>
                  <a:lnTo>
                    <a:pt x="3909368" y="1920565"/>
                  </a:lnTo>
                  <a:lnTo>
                    <a:pt x="3913665" y="1923153"/>
                  </a:lnTo>
                  <a:lnTo>
                    <a:pt x="3917126" y="1929504"/>
                  </a:lnTo>
                  <a:lnTo>
                    <a:pt x="3920163" y="1922584"/>
                  </a:lnTo>
                  <a:lnTo>
                    <a:pt x="3923199" y="1927197"/>
                  </a:lnTo>
                  <a:lnTo>
                    <a:pt x="3926656" y="1929133"/>
                  </a:lnTo>
                  <a:lnTo>
                    <a:pt x="3929695" y="1926370"/>
                  </a:lnTo>
                  <a:lnTo>
                    <a:pt x="3932736" y="1926714"/>
                  </a:lnTo>
                  <a:lnTo>
                    <a:pt x="3935357" y="1931622"/>
                  </a:lnTo>
                  <a:lnTo>
                    <a:pt x="3937973" y="1931583"/>
                  </a:lnTo>
                  <a:lnTo>
                    <a:pt x="3941426" y="1924982"/>
                  </a:lnTo>
                  <a:lnTo>
                    <a:pt x="3944882" y="1928637"/>
                  </a:lnTo>
                  <a:lnTo>
                    <a:pt x="3948757" y="1927821"/>
                  </a:lnTo>
                  <a:lnTo>
                    <a:pt x="3952636" y="1928315"/>
                  </a:lnTo>
                  <a:lnTo>
                    <a:pt x="3955675" y="1927129"/>
                  </a:lnTo>
                  <a:lnTo>
                    <a:pt x="3958715" y="1931045"/>
                  </a:lnTo>
                  <a:lnTo>
                    <a:pt x="3962589" y="1929321"/>
                  </a:lnTo>
                  <a:lnTo>
                    <a:pt x="3965628" y="1939839"/>
                  </a:lnTo>
                  <a:lnTo>
                    <a:pt x="3968672" y="1936437"/>
                  </a:lnTo>
                  <a:lnTo>
                    <a:pt x="3971714" y="1935059"/>
                  </a:lnTo>
                  <a:lnTo>
                    <a:pt x="3974752" y="1939059"/>
                  </a:lnTo>
                  <a:lnTo>
                    <a:pt x="3977372" y="1935579"/>
                  </a:lnTo>
                  <a:lnTo>
                    <a:pt x="3979995" y="1933143"/>
                  </a:lnTo>
                  <a:lnTo>
                    <a:pt x="3984710" y="1941986"/>
                  </a:lnTo>
                  <a:lnTo>
                    <a:pt x="3988588" y="1934451"/>
                  </a:lnTo>
                  <a:lnTo>
                    <a:pt x="3992886" y="1932105"/>
                  </a:lnTo>
                  <a:lnTo>
                    <a:pt x="3996347" y="1940286"/>
                  </a:lnTo>
                  <a:lnTo>
                    <a:pt x="3999385" y="1930372"/>
                  </a:lnTo>
                  <a:lnTo>
                    <a:pt x="4002007" y="1936987"/>
                  </a:lnTo>
                  <a:lnTo>
                    <a:pt x="4005047" y="1940766"/>
                  </a:lnTo>
                  <a:lnTo>
                    <a:pt x="4008510" y="1934986"/>
                  </a:lnTo>
                  <a:lnTo>
                    <a:pt x="4011549" y="1933720"/>
                  </a:lnTo>
                  <a:lnTo>
                    <a:pt x="4014589" y="1940908"/>
                  </a:lnTo>
                  <a:lnTo>
                    <a:pt x="4018466" y="1938400"/>
                  </a:lnTo>
                  <a:lnTo>
                    <a:pt x="4021507" y="1940150"/>
                  </a:lnTo>
                  <a:lnTo>
                    <a:pt x="4024129" y="1942526"/>
                  </a:lnTo>
                  <a:lnTo>
                    <a:pt x="4027592" y="1942966"/>
                  </a:lnTo>
                  <a:lnTo>
                    <a:pt x="4030631" y="1940153"/>
                  </a:lnTo>
                  <a:lnTo>
                    <a:pt x="4034090" y="1943384"/>
                  </a:lnTo>
                  <a:lnTo>
                    <a:pt x="4037134" y="1950688"/>
                  </a:lnTo>
                  <a:lnTo>
                    <a:pt x="4040175" y="1939246"/>
                  </a:lnTo>
                  <a:lnTo>
                    <a:pt x="4042795" y="1934273"/>
                  </a:lnTo>
                  <a:lnTo>
                    <a:pt x="4046675" y="1943382"/>
                  </a:lnTo>
                  <a:lnTo>
                    <a:pt x="4049715" y="1940448"/>
                  </a:lnTo>
                  <a:lnTo>
                    <a:pt x="4052337" y="1944849"/>
                  </a:lnTo>
                  <a:lnTo>
                    <a:pt x="4055378" y="1944118"/>
                  </a:lnTo>
                  <a:lnTo>
                    <a:pt x="4057999" y="1940827"/>
                  </a:lnTo>
                  <a:lnTo>
                    <a:pt x="4060626" y="1949726"/>
                  </a:lnTo>
                  <a:lnTo>
                    <a:pt x="4064504" y="1944529"/>
                  </a:lnTo>
                  <a:lnTo>
                    <a:pt x="4067966" y="1935108"/>
                  </a:lnTo>
                  <a:lnTo>
                    <a:pt x="4072266" y="1940237"/>
                  </a:lnTo>
                  <a:lnTo>
                    <a:pt x="4075312" y="1945500"/>
                  </a:lnTo>
                  <a:lnTo>
                    <a:pt x="4078776" y="1941734"/>
                  </a:lnTo>
                  <a:lnTo>
                    <a:pt x="4081815" y="1939150"/>
                  </a:lnTo>
                  <a:lnTo>
                    <a:pt x="4085696" y="1943296"/>
                  </a:lnTo>
                  <a:lnTo>
                    <a:pt x="4088737" y="1943366"/>
                  </a:lnTo>
                  <a:lnTo>
                    <a:pt x="4091778" y="1944685"/>
                  </a:lnTo>
                  <a:lnTo>
                    <a:pt x="4094819" y="1939771"/>
                  </a:lnTo>
                  <a:lnTo>
                    <a:pt x="4097922" y="1933829"/>
                  </a:lnTo>
                  <a:lnTo>
                    <a:pt x="4101381" y="1941347"/>
                  </a:lnTo>
                  <a:lnTo>
                    <a:pt x="4104007" y="1938588"/>
                  </a:lnTo>
                  <a:lnTo>
                    <a:pt x="4107884" y="1941387"/>
                  </a:lnTo>
                  <a:lnTo>
                    <a:pt x="4111347" y="1934976"/>
                  </a:lnTo>
                  <a:lnTo>
                    <a:pt x="4115234" y="1947290"/>
                  </a:lnTo>
                  <a:lnTo>
                    <a:pt x="4118277" y="1937014"/>
                  </a:lnTo>
                  <a:lnTo>
                    <a:pt x="4121740" y="1939530"/>
                  </a:lnTo>
                  <a:lnTo>
                    <a:pt x="4124781" y="1937808"/>
                  </a:lnTo>
                  <a:lnTo>
                    <a:pt x="4128243" y="1945373"/>
                  </a:lnTo>
                  <a:lnTo>
                    <a:pt x="4130869" y="1942128"/>
                  </a:lnTo>
                  <a:lnTo>
                    <a:pt x="4133911" y="1950540"/>
                  </a:lnTo>
                  <a:lnTo>
                    <a:pt x="4136534" y="1938685"/>
                  </a:lnTo>
                  <a:lnTo>
                    <a:pt x="4140421" y="1937185"/>
                  </a:lnTo>
                  <a:lnTo>
                    <a:pt x="4143042" y="1950250"/>
                  </a:lnTo>
                  <a:lnTo>
                    <a:pt x="4146085" y="1937986"/>
                  </a:lnTo>
                  <a:lnTo>
                    <a:pt x="4149549" y="1941068"/>
                  </a:lnTo>
                  <a:lnTo>
                    <a:pt x="4153014" y="1953193"/>
                  </a:lnTo>
                  <a:lnTo>
                    <a:pt x="4156057" y="1944003"/>
                  </a:lnTo>
                  <a:lnTo>
                    <a:pt x="4159096" y="1942005"/>
                  </a:lnTo>
                  <a:lnTo>
                    <a:pt x="4162141" y="1940584"/>
                  </a:lnTo>
                  <a:lnTo>
                    <a:pt x="4164760" y="1941488"/>
                  </a:lnTo>
                  <a:lnTo>
                    <a:pt x="4168225" y="1937227"/>
                  </a:lnTo>
                  <a:lnTo>
                    <a:pt x="4171682" y="1937671"/>
                  </a:lnTo>
                  <a:lnTo>
                    <a:pt x="4174725" y="1940221"/>
                  </a:lnTo>
                  <a:lnTo>
                    <a:pt x="4177765" y="1942801"/>
                  </a:lnTo>
                  <a:lnTo>
                    <a:pt x="4181232" y="1937417"/>
                  </a:lnTo>
                  <a:lnTo>
                    <a:pt x="4184274" y="1941292"/>
                  </a:lnTo>
                  <a:lnTo>
                    <a:pt x="4187737" y="1939463"/>
                  </a:lnTo>
                  <a:lnTo>
                    <a:pt x="4190358" y="1941150"/>
                  </a:lnTo>
                  <a:lnTo>
                    <a:pt x="4192981" y="1946630"/>
                  </a:lnTo>
                  <a:lnTo>
                    <a:pt x="4196022" y="1941675"/>
                  </a:lnTo>
                  <a:lnTo>
                    <a:pt x="4198642" y="1942647"/>
                  </a:lnTo>
                  <a:lnTo>
                    <a:pt x="4201684" y="1940521"/>
                  </a:lnTo>
                  <a:lnTo>
                    <a:pt x="4204303" y="1942396"/>
                  </a:lnTo>
                  <a:lnTo>
                    <a:pt x="4207760" y="1948753"/>
                  </a:lnTo>
                  <a:lnTo>
                    <a:pt x="4210805" y="1943373"/>
                  </a:lnTo>
                  <a:lnTo>
                    <a:pt x="4214266" y="1942179"/>
                  </a:lnTo>
                  <a:lnTo>
                    <a:pt x="4217314" y="1935223"/>
                  </a:lnTo>
                  <a:lnTo>
                    <a:pt x="4220772" y="1942153"/>
                  </a:lnTo>
                  <a:lnTo>
                    <a:pt x="4223390" y="1940685"/>
                  </a:lnTo>
                  <a:lnTo>
                    <a:pt x="4226010" y="1934593"/>
                  </a:lnTo>
                  <a:lnTo>
                    <a:pt x="4228632" y="1932099"/>
                  </a:lnTo>
                  <a:lnTo>
                    <a:pt x="4231252" y="1934163"/>
                  </a:lnTo>
                  <a:lnTo>
                    <a:pt x="4234293" y="1939290"/>
                  </a:lnTo>
                  <a:lnTo>
                    <a:pt x="4237331" y="1940304"/>
                  </a:lnTo>
                  <a:lnTo>
                    <a:pt x="4239949" y="1935722"/>
                  </a:lnTo>
                  <a:lnTo>
                    <a:pt x="4243836" y="1941539"/>
                  </a:lnTo>
                  <a:lnTo>
                    <a:pt x="4247297" y="1931415"/>
                  </a:lnTo>
                  <a:lnTo>
                    <a:pt x="4251185" y="1936183"/>
                  </a:lnTo>
                  <a:lnTo>
                    <a:pt x="4253809" y="1940552"/>
                  </a:lnTo>
                  <a:lnTo>
                    <a:pt x="4256851" y="1932921"/>
                  </a:lnTo>
                  <a:lnTo>
                    <a:pt x="4259890" y="1936271"/>
                  </a:lnTo>
                  <a:lnTo>
                    <a:pt x="4262929" y="1927290"/>
                  </a:lnTo>
                  <a:lnTo>
                    <a:pt x="4266388" y="1937545"/>
                  </a:lnTo>
                  <a:lnTo>
                    <a:pt x="4269007" y="1930967"/>
                  </a:lnTo>
                  <a:lnTo>
                    <a:pt x="4272042" y="1932590"/>
                  </a:lnTo>
                  <a:lnTo>
                    <a:pt x="4275079" y="1935621"/>
                  </a:lnTo>
                  <a:lnTo>
                    <a:pt x="4277698" y="1931924"/>
                  </a:lnTo>
                  <a:lnTo>
                    <a:pt x="4281157" y="1932317"/>
                  </a:lnTo>
                  <a:lnTo>
                    <a:pt x="4283777" y="1928099"/>
                  </a:lnTo>
                  <a:lnTo>
                    <a:pt x="4286823" y="1927067"/>
                  </a:lnTo>
                  <a:lnTo>
                    <a:pt x="4289448" y="1938091"/>
                  </a:lnTo>
                  <a:lnTo>
                    <a:pt x="4292484" y="1932025"/>
                  </a:lnTo>
                  <a:lnTo>
                    <a:pt x="4295106" y="1931707"/>
                  </a:lnTo>
                  <a:lnTo>
                    <a:pt x="4297724" y="1924827"/>
                  </a:lnTo>
                  <a:lnTo>
                    <a:pt x="4302438" y="1927937"/>
                  </a:lnTo>
                  <a:lnTo>
                    <a:pt x="4305476" y="1931634"/>
                  </a:lnTo>
                  <a:lnTo>
                    <a:pt x="4308094" y="1921132"/>
                  </a:lnTo>
                  <a:lnTo>
                    <a:pt x="4311970" y="1921732"/>
                  </a:lnTo>
                  <a:lnTo>
                    <a:pt x="4315426" y="1924667"/>
                  </a:lnTo>
                  <a:lnTo>
                    <a:pt x="4318467" y="1920226"/>
                  </a:lnTo>
                  <a:lnTo>
                    <a:pt x="4321508" y="1925162"/>
                  </a:lnTo>
                  <a:lnTo>
                    <a:pt x="4324131" y="1921739"/>
                  </a:lnTo>
                  <a:lnTo>
                    <a:pt x="4327168" y="1924340"/>
                  </a:lnTo>
                  <a:lnTo>
                    <a:pt x="4329785" y="1917356"/>
                  </a:lnTo>
                  <a:lnTo>
                    <a:pt x="4332821" y="1919445"/>
                  </a:lnTo>
                  <a:lnTo>
                    <a:pt x="4336277" y="1919491"/>
                  </a:lnTo>
                  <a:lnTo>
                    <a:pt x="4339730" y="1924825"/>
                  </a:lnTo>
                  <a:lnTo>
                    <a:pt x="4343187" y="1912318"/>
                  </a:lnTo>
                  <a:lnTo>
                    <a:pt x="4346643" y="1918986"/>
                  </a:lnTo>
                  <a:lnTo>
                    <a:pt x="4350516" y="1920263"/>
                  </a:lnTo>
                  <a:lnTo>
                    <a:pt x="4353552" y="1915264"/>
                  </a:lnTo>
                  <a:lnTo>
                    <a:pt x="4356166" y="1906509"/>
                  </a:lnTo>
                  <a:lnTo>
                    <a:pt x="4358790" y="1911260"/>
                  </a:lnTo>
                  <a:lnTo>
                    <a:pt x="4362249" y="1912409"/>
                  </a:lnTo>
                  <a:lnTo>
                    <a:pt x="4364862" y="1922699"/>
                  </a:lnTo>
                  <a:lnTo>
                    <a:pt x="4367897" y="1909567"/>
                  </a:lnTo>
                  <a:lnTo>
                    <a:pt x="4370511" y="1917089"/>
                  </a:lnTo>
                  <a:lnTo>
                    <a:pt x="4373964" y="1918070"/>
                  </a:lnTo>
                  <a:lnTo>
                    <a:pt x="4377839" y="1915078"/>
                  </a:lnTo>
                  <a:lnTo>
                    <a:pt x="4380873" y="1909587"/>
                  </a:lnTo>
                  <a:lnTo>
                    <a:pt x="4383907" y="1905870"/>
                  </a:lnTo>
                  <a:lnTo>
                    <a:pt x="4388200" y="1912599"/>
                  </a:lnTo>
                  <a:lnTo>
                    <a:pt x="4391234" y="1918448"/>
                  </a:lnTo>
                  <a:lnTo>
                    <a:pt x="4393847" y="1906067"/>
                  </a:lnTo>
                  <a:lnTo>
                    <a:pt x="4396466" y="1906396"/>
                  </a:lnTo>
                  <a:lnTo>
                    <a:pt x="4400760" y="1912293"/>
                  </a:lnTo>
                  <a:lnTo>
                    <a:pt x="4403792" y="1911266"/>
                  </a:lnTo>
                  <a:lnTo>
                    <a:pt x="4406824" y="1908221"/>
                  </a:lnTo>
                  <a:lnTo>
                    <a:pt x="4409436" y="1913838"/>
                  </a:lnTo>
                  <a:lnTo>
                    <a:pt x="4413308" y="1914168"/>
                  </a:lnTo>
                  <a:lnTo>
                    <a:pt x="4416764" y="1912008"/>
                  </a:lnTo>
                  <a:lnTo>
                    <a:pt x="4419794" y="1914190"/>
                  </a:lnTo>
                  <a:lnTo>
                    <a:pt x="4422410" y="1906231"/>
                  </a:lnTo>
                  <a:lnTo>
                    <a:pt x="4425442" y="1904433"/>
                  </a:lnTo>
                  <a:lnTo>
                    <a:pt x="4428055" y="1900126"/>
                  </a:lnTo>
                  <a:lnTo>
                    <a:pt x="4431093" y="1915225"/>
                  </a:lnTo>
                  <a:lnTo>
                    <a:pt x="4434552" y="1907536"/>
                  </a:lnTo>
                  <a:lnTo>
                    <a:pt x="4437585" y="1908480"/>
                  </a:lnTo>
                  <a:lnTo>
                    <a:pt x="4440197" y="1909391"/>
                  </a:lnTo>
                  <a:lnTo>
                    <a:pt x="4442810" y="1912148"/>
                  </a:lnTo>
                  <a:lnTo>
                    <a:pt x="4445843" y="1905642"/>
                  </a:lnTo>
                  <a:lnTo>
                    <a:pt x="4448874" y="1910952"/>
                  </a:lnTo>
                  <a:lnTo>
                    <a:pt x="4453164" y="1905298"/>
                  </a:lnTo>
                  <a:lnTo>
                    <a:pt x="4457461" y="1901416"/>
                  </a:lnTo>
                  <a:lnTo>
                    <a:pt x="4460496" y="1913431"/>
                  </a:lnTo>
                  <a:lnTo>
                    <a:pt x="4463109" y="1913529"/>
                  </a:lnTo>
                  <a:lnTo>
                    <a:pt x="4465728" y="1910291"/>
                  </a:lnTo>
                  <a:lnTo>
                    <a:pt x="4469186" y="1907548"/>
                  </a:lnTo>
                  <a:lnTo>
                    <a:pt x="4472217" y="1907942"/>
                  </a:lnTo>
                  <a:lnTo>
                    <a:pt x="4476088" y="1905253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3320670" y="2926251"/>
              <a:ext cx="4478115" cy="1120973"/>
            </a:xfrm>
            <a:custGeom>
              <a:avLst/>
              <a:gdLst/>
              <a:ahLst/>
              <a:cxnLst/>
              <a:rect l="0" t="0" r="0" b="0"/>
              <a:pathLst>
                <a:path w="4478115" h="1120973">
                  <a:moveTo>
                    <a:pt x="0" y="0"/>
                  </a:moveTo>
                  <a:lnTo>
                    <a:pt x="186588" y="0"/>
                  </a:lnTo>
                  <a:lnTo>
                    <a:pt x="2612234" y="611440"/>
                  </a:lnTo>
                  <a:lnTo>
                    <a:pt x="2985410" y="1120973"/>
                  </a:lnTo>
                  <a:lnTo>
                    <a:pt x="3358586" y="1120973"/>
                  </a:lnTo>
                  <a:lnTo>
                    <a:pt x="3377245" y="0"/>
                  </a:lnTo>
                  <a:lnTo>
                    <a:pt x="4478115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096765" y="2659135"/>
              <a:ext cx="4925927" cy="215786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tx23"/>
            <p:cNvSpPr/>
            <p:nvPr/>
          </p:nvSpPr>
          <p:spPr>
            <a:xfrm>
              <a:off x="2805852" y="4214540"/>
              <a:ext cx="228282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1e+09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805852" y="3596924"/>
              <a:ext cx="228282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2e+09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805852" y="2979268"/>
              <a:ext cx="228282" cy="594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3e+09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3061970" y="424486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7"/>
            <p:cNvSpPr/>
            <p:nvPr/>
          </p:nvSpPr>
          <p:spPr>
            <a:xfrm>
              <a:off x="3061970" y="362724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l28"/>
            <p:cNvSpPr/>
            <p:nvPr/>
          </p:nvSpPr>
          <p:spPr>
            <a:xfrm>
              <a:off x="3061970" y="300962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3320670" y="48170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4875572" y="48170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6430473" y="48170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7985374" y="48170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tx33"/>
            <p:cNvSpPr/>
            <p:nvPr/>
          </p:nvSpPr>
          <p:spPr>
            <a:xfrm>
              <a:off x="3298068" y="4878401"/>
              <a:ext cx="45204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4807766" y="4878401"/>
              <a:ext cx="135612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340065" y="4878401"/>
              <a:ext cx="180816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7894966" y="4878401"/>
              <a:ext cx="180816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528698" y="4988791"/>
              <a:ext cx="62061" cy="7178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rt</a:t>
              </a:r>
            </a:p>
          </p:txBody>
        </p:sp>
        <p:sp>
          <p:nvSpPr>
            <p:cNvPr id="38" name="tx38"/>
            <p:cNvSpPr/>
            <p:nvPr/>
          </p:nvSpPr>
          <p:spPr>
            <a:xfrm rot="-5400000">
              <a:off x="2514785" y="3691014"/>
              <a:ext cx="372715" cy="941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intensity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096765" y="2471079"/>
              <a:ext cx="677465" cy="9560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QE Plus TIC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520282" y="1038225"/>
            <a:ext cx="3657600" cy="5486400"/>
            <a:chOff x="3520282" y="1038225"/>
            <a:chExt cx="3657600" cy="5486400"/>
          </a:xfrm>
        </p:grpSpPr>
        <p:sp>
          <p:nvSpPr>
            <p:cNvPr id="3" name="rc3"/>
            <p:cNvSpPr/>
            <p:nvPr/>
          </p:nvSpPr>
          <p:spPr>
            <a:xfrm>
              <a:off x="3520281" y="1038225"/>
              <a:ext cx="3657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3520281" y="1038225"/>
              <a:ext cx="3657600" cy="5486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4008902" y="1287535"/>
              <a:ext cx="2208067" cy="49010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4008902" y="5496211"/>
              <a:ext cx="2208067" cy="0"/>
            </a:xfrm>
            <a:custGeom>
              <a:avLst/>
              <a:gdLst/>
              <a:ahLst/>
              <a:cxnLst/>
              <a:rect l="0" t="0" r="0" b="0"/>
              <a:pathLst>
                <a:path w="2208067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4008902" y="4556982"/>
              <a:ext cx="2208067" cy="0"/>
            </a:xfrm>
            <a:custGeom>
              <a:avLst/>
              <a:gdLst/>
              <a:ahLst/>
              <a:cxnLst/>
              <a:rect l="0" t="0" r="0" b="0"/>
              <a:pathLst>
                <a:path w="2208067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4008902" y="3617753"/>
              <a:ext cx="2208067" cy="0"/>
            </a:xfrm>
            <a:custGeom>
              <a:avLst/>
              <a:gdLst/>
              <a:ahLst/>
              <a:cxnLst/>
              <a:rect l="0" t="0" r="0" b="0"/>
              <a:pathLst>
                <a:path w="2208067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4008902" y="2678524"/>
              <a:ext cx="2208067" cy="0"/>
            </a:xfrm>
            <a:custGeom>
              <a:avLst/>
              <a:gdLst/>
              <a:ahLst/>
              <a:cxnLst/>
              <a:rect l="0" t="0" r="0" b="0"/>
              <a:pathLst>
                <a:path w="2208067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4008902" y="1739295"/>
              <a:ext cx="2208067" cy="0"/>
            </a:xfrm>
            <a:custGeom>
              <a:avLst/>
              <a:gdLst/>
              <a:ahLst/>
              <a:cxnLst/>
              <a:rect l="0" t="0" r="0" b="0"/>
              <a:pathLst>
                <a:path w="2208067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4008902" y="5965826"/>
              <a:ext cx="2208067" cy="0"/>
            </a:xfrm>
            <a:custGeom>
              <a:avLst/>
              <a:gdLst/>
              <a:ahLst/>
              <a:cxnLst/>
              <a:rect l="0" t="0" r="0" b="0"/>
              <a:pathLst>
                <a:path w="2208067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4008902" y="5026597"/>
              <a:ext cx="2208067" cy="0"/>
            </a:xfrm>
            <a:custGeom>
              <a:avLst/>
              <a:gdLst/>
              <a:ahLst/>
              <a:cxnLst/>
              <a:rect l="0" t="0" r="0" b="0"/>
              <a:pathLst>
                <a:path w="2208067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4008902" y="4087368"/>
              <a:ext cx="2208067" cy="0"/>
            </a:xfrm>
            <a:custGeom>
              <a:avLst/>
              <a:gdLst/>
              <a:ahLst/>
              <a:cxnLst/>
              <a:rect l="0" t="0" r="0" b="0"/>
              <a:pathLst>
                <a:path w="2208067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4008902" y="3148139"/>
              <a:ext cx="2208067" cy="0"/>
            </a:xfrm>
            <a:custGeom>
              <a:avLst/>
              <a:gdLst/>
              <a:ahLst/>
              <a:cxnLst/>
              <a:rect l="0" t="0" r="0" b="0"/>
              <a:pathLst>
                <a:path w="2208067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4008902" y="2208910"/>
              <a:ext cx="2208067" cy="0"/>
            </a:xfrm>
            <a:custGeom>
              <a:avLst/>
              <a:gdLst/>
              <a:ahLst/>
              <a:cxnLst/>
              <a:rect l="0" t="0" r="0" b="0"/>
              <a:pathLst>
                <a:path w="2208067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4611103" y="1287535"/>
              <a:ext cx="0" cy="4901066"/>
            </a:xfrm>
            <a:custGeom>
              <a:avLst/>
              <a:gdLst/>
              <a:ahLst/>
              <a:cxnLst/>
              <a:rect l="0" t="0" r="0" b="0"/>
              <a:pathLst>
                <a:path h="4901066">
                  <a:moveTo>
                    <a:pt x="0" y="49010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5614769" y="1287535"/>
              <a:ext cx="0" cy="4901066"/>
            </a:xfrm>
            <a:custGeom>
              <a:avLst/>
              <a:gdLst/>
              <a:ahLst/>
              <a:cxnLst/>
              <a:rect l="0" t="0" r="0" b="0"/>
              <a:pathLst>
                <a:path h="4901066">
                  <a:moveTo>
                    <a:pt x="0" y="49010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5765319" y="1510311"/>
              <a:ext cx="301100" cy="4455514"/>
            </a:xfrm>
            <a:prstGeom prst="rect">
              <a:avLst/>
            </a:prstGeom>
            <a:solidFill>
              <a:srgbClr val="008B45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5464219" y="1830400"/>
              <a:ext cx="301100" cy="4135425"/>
            </a:xfrm>
            <a:prstGeom prst="rect">
              <a:avLst/>
            </a:prstGeom>
            <a:solidFill>
              <a:srgbClr val="EE0000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5163119" y="5801273"/>
              <a:ext cx="301100" cy="164552"/>
            </a:xfrm>
            <a:prstGeom prst="rect">
              <a:avLst/>
            </a:prstGeom>
            <a:solidFill>
              <a:srgbClr val="3B4992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4761653" y="3537543"/>
              <a:ext cx="301100" cy="2428282"/>
            </a:xfrm>
            <a:prstGeom prst="rect">
              <a:avLst/>
            </a:prstGeom>
            <a:solidFill>
              <a:srgbClr val="008B45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4460552" y="5163161"/>
              <a:ext cx="301100" cy="802665"/>
            </a:xfrm>
            <a:prstGeom prst="rect">
              <a:avLst/>
            </a:prstGeom>
            <a:solidFill>
              <a:srgbClr val="EE0000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4159452" y="5932577"/>
              <a:ext cx="301100" cy="33248"/>
            </a:xfrm>
            <a:prstGeom prst="rect">
              <a:avLst/>
            </a:prstGeom>
            <a:solidFill>
              <a:srgbClr val="3B4992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4008902" y="1287535"/>
              <a:ext cx="2208067" cy="490106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tx25"/>
            <p:cNvSpPr/>
            <p:nvPr/>
          </p:nvSpPr>
          <p:spPr>
            <a:xfrm>
              <a:off x="3901068" y="5935505"/>
              <a:ext cx="45204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765456" y="4996276"/>
              <a:ext cx="180816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720252" y="4057047"/>
              <a:ext cx="226020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720252" y="3117817"/>
              <a:ext cx="226020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15000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720252" y="2178588"/>
              <a:ext cx="226020" cy="594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20000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3974108" y="596582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3974108" y="502659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3974108" y="408736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3974108" y="314813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3974108" y="220891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4611103" y="61886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5614769" y="618860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x37"/>
            <p:cNvSpPr/>
            <p:nvPr/>
          </p:nvSpPr>
          <p:spPr>
            <a:xfrm>
              <a:off x="4462036" y="6245675"/>
              <a:ext cx="298132" cy="637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QE Plus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443101" y="6249208"/>
              <a:ext cx="343336" cy="602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TOF6600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872951" y="6358257"/>
              <a:ext cx="479970" cy="739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Instrument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3259744" y="3690989"/>
              <a:ext cx="711547" cy="9415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Spectrum count</a:t>
              </a:r>
            </a:p>
          </p:txBody>
        </p:sp>
        <p:sp>
          <p:nvSpPr>
            <p:cNvPr id="41" name="rc41"/>
            <p:cNvSpPr/>
            <p:nvPr/>
          </p:nvSpPr>
          <p:spPr>
            <a:xfrm>
              <a:off x="6356148" y="3260650"/>
              <a:ext cx="752144" cy="9548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" name="tx42"/>
            <p:cNvSpPr/>
            <p:nvPr/>
          </p:nvSpPr>
          <p:spPr>
            <a:xfrm>
              <a:off x="6425737" y="3346025"/>
              <a:ext cx="502642" cy="7391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Total count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6425737" y="348753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6434737" y="3496530"/>
              <a:ext cx="201456" cy="201456"/>
            </a:xfrm>
            <a:prstGeom prst="rect">
              <a:avLst/>
            </a:prstGeom>
            <a:solidFill>
              <a:srgbClr val="3B4992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6425737" y="370698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6434737" y="3715986"/>
              <a:ext cx="201456" cy="201456"/>
            </a:xfrm>
            <a:prstGeom prst="rect">
              <a:avLst/>
            </a:prstGeom>
            <a:solidFill>
              <a:srgbClr val="EE0000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6425737" y="392644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6434737" y="3935442"/>
              <a:ext cx="201456" cy="201456"/>
            </a:xfrm>
            <a:prstGeom prst="rect">
              <a:avLst/>
            </a:prstGeom>
            <a:solidFill>
              <a:srgbClr val="008B45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9"/>
            <p:cNvSpPr/>
            <p:nvPr/>
          </p:nvSpPr>
          <p:spPr>
            <a:xfrm>
              <a:off x="6695803" y="3567214"/>
              <a:ext cx="339010" cy="591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annoated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695803" y="3785678"/>
              <a:ext cx="293687" cy="6012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features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6695803" y="3990926"/>
              <a:ext cx="216892" cy="743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peaks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008902" y="1082096"/>
              <a:ext cx="853856" cy="1129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Spectrum count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3520282" y="1038225"/>
            <a:ext cx="3657600" cy="5486400"/>
            <a:chOff x="3520282" y="1038225"/>
            <a:chExt cx="3657600" cy="5486400"/>
          </a:xfrm>
        </p:grpSpPr>
        <p:sp>
          <p:nvSpPr>
            <p:cNvPr id="3" name="rc3"/>
            <p:cNvSpPr/>
            <p:nvPr/>
          </p:nvSpPr>
          <p:spPr>
            <a:xfrm>
              <a:off x="3520281" y="1038225"/>
              <a:ext cx="3657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520281" y="1038225"/>
              <a:ext cx="3657600" cy="5486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4008902" y="1287535"/>
              <a:ext cx="2208067" cy="49010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08902" y="5496211"/>
              <a:ext cx="2208067" cy="0"/>
            </a:xfrm>
            <a:custGeom>
              <a:avLst/>
              <a:pathLst>
                <a:path w="2208067" h="0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8902" y="4556982"/>
              <a:ext cx="2208067" cy="0"/>
            </a:xfrm>
            <a:custGeom>
              <a:avLst/>
              <a:pathLst>
                <a:path w="2208067" h="0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08902" y="3617753"/>
              <a:ext cx="2208067" cy="0"/>
            </a:xfrm>
            <a:custGeom>
              <a:avLst/>
              <a:pathLst>
                <a:path w="2208067" h="0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08902" y="2678524"/>
              <a:ext cx="2208067" cy="0"/>
            </a:xfrm>
            <a:custGeom>
              <a:avLst/>
              <a:pathLst>
                <a:path w="2208067" h="0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08902" y="1739295"/>
              <a:ext cx="2208067" cy="0"/>
            </a:xfrm>
            <a:custGeom>
              <a:avLst/>
              <a:pathLst>
                <a:path w="2208067" h="0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08902" y="5965826"/>
              <a:ext cx="2208067" cy="0"/>
            </a:xfrm>
            <a:custGeom>
              <a:avLst/>
              <a:pathLst>
                <a:path w="2208067" h="0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08902" y="5026597"/>
              <a:ext cx="2208067" cy="0"/>
            </a:xfrm>
            <a:custGeom>
              <a:avLst/>
              <a:pathLst>
                <a:path w="2208067" h="0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08902" y="4087368"/>
              <a:ext cx="2208067" cy="0"/>
            </a:xfrm>
            <a:custGeom>
              <a:avLst/>
              <a:pathLst>
                <a:path w="2208067" h="0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08902" y="3148139"/>
              <a:ext cx="2208067" cy="0"/>
            </a:xfrm>
            <a:custGeom>
              <a:avLst/>
              <a:pathLst>
                <a:path w="2208067" h="0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08902" y="2208910"/>
              <a:ext cx="2208067" cy="0"/>
            </a:xfrm>
            <a:custGeom>
              <a:avLst/>
              <a:pathLst>
                <a:path w="2208067" h="0">
                  <a:moveTo>
                    <a:pt x="0" y="0"/>
                  </a:moveTo>
                  <a:lnTo>
                    <a:pt x="2208067" y="0"/>
                  </a:lnTo>
                  <a:lnTo>
                    <a:pt x="220806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611103" y="1287535"/>
              <a:ext cx="0" cy="4901066"/>
            </a:xfrm>
            <a:custGeom>
              <a:avLst/>
              <a:pathLst>
                <a:path w="0" h="4901066">
                  <a:moveTo>
                    <a:pt x="0" y="49010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14769" y="1287535"/>
              <a:ext cx="0" cy="4901066"/>
            </a:xfrm>
            <a:custGeom>
              <a:avLst/>
              <a:pathLst>
                <a:path w="0" h="4901066">
                  <a:moveTo>
                    <a:pt x="0" y="49010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5765319" y="1510311"/>
              <a:ext cx="301100" cy="4455514"/>
            </a:xfrm>
            <a:prstGeom prst="rect">
              <a:avLst/>
            </a:prstGeom>
            <a:solidFill>
              <a:srgbClr val="008B45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5464219" y="1830400"/>
              <a:ext cx="301100" cy="4135425"/>
            </a:xfrm>
            <a:prstGeom prst="rect">
              <a:avLst/>
            </a:prstGeom>
            <a:solidFill>
              <a:srgbClr val="EE0000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5163119" y="5801273"/>
              <a:ext cx="301100" cy="164552"/>
            </a:xfrm>
            <a:prstGeom prst="rect">
              <a:avLst/>
            </a:prstGeom>
            <a:solidFill>
              <a:srgbClr val="3B4992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761653" y="3537543"/>
              <a:ext cx="301100" cy="2428282"/>
            </a:xfrm>
            <a:prstGeom prst="rect">
              <a:avLst/>
            </a:prstGeom>
            <a:solidFill>
              <a:srgbClr val="008B45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460552" y="5163161"/>
              <a:ext cx="301100" cy="802665"/>
            </a:xfrm>
            <a:prstGeom prst="rect">
              <a:avLst/>
            </a:prstGeom>
            <a:solidFill>
              <a:srgbClr val="EE0000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159452" y="5932577"/>
              <a:ext cx="301100" cy="33248"/>
            </a:xfrm>
            <a:prstGeom prst="rect">
              <a:avLst/>
            </a:prstGeom>
            <a:solidFill>
              <a:srgbClr val="3B4992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008902" y="1287535"/>
              <a:ext cx="2208067" cy="4901066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3901068" y="5935505"/>
              <a:ext cx="45204" cy="594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3765456" y="4996276"/>
              <a:ext cx="180816" cy="594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720252" y="4057047"/>
              <a:ext cx="226020" cy="594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3720252" y="3117817"/>
              <a:ext cx="226020" cy="594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15000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720252" y="2178588"/>
              <a:ext cx="226020" cy="5941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20000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3974108" y="596582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974108" y="502659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974108" y="40873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974108" y="31481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974108" y="220891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611103" y="61886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614769" y="618860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4462036" y="6245675"/>
              <a:ext cx="298132" cy="637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QE Plus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443101" y="6249208"/>
              <a:ext cx="343336" cy="602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TOF6600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4872951" y="6358257"/>
              <a:ext cx="479970" cy="739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Instrument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3259744" y="3690989"/>
              <a:ext cx="711547" cy="941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Spectrum count</a:t>
              </a:r>
            </a:p>
          </p:txBody>
        </p:sp>
        <p:sp>
          <p:nvSpPr>
            <p:cNvPr id="41" name="rc41"/>
            <p:cNvSpPr/>
            <p:nvPr/>
          </p:nvSpPr>
          <p:spPr>
            <a:xfrm>
              <a:off x="6356148" y="3260650"/>
              <a:ext cx="752144" cy="95483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6425737" y="3346025"/>
              <a:ext cx="502642" cy="739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Total count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6425737" y="348753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6434737" y="3496530"/>
              <a:ext cx="201456" cy="201456"/>
            </a:xfrm>
            <a:prstGeom prst="rect">
              <a:avLst/>
            </a:prstGeom>
            <a:solidFill>
              <a:srgbClr val="3B4992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6425737" y="370698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6434737" y="3715986"/>
              <a:ext cx="201456" cy="201456"/>
            </a:xfrm>
            <a:prstGeom prst="rect">
              <a:avLst/>
            </a:prstGeom>
            <a:solidFill>
              <a:srgbClr val="EE0000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6425737" y="3926442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6434737" y="3935442"/>
              <a:ext cx="201456" cy="201456"/>
            </a:xfrm>
            <a:prstGeom prst="rect">
              <a:avLst/>
            </a:prstGeom>
            <a:solidFill>
              <a:srgbClr val="008B45">
                <a:alpha val="80000"/>
              </a:srgbClr>
            </a:solidFill>
            <a:ln w="13550" cap="sq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6695803" y="3567214"/>
              <a:ext cx="339010" cy="591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annoated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695803" y="3785678"/>
              <a:ext cx="293687" cy="60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features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6695803" y="3990926"/>
              <a:ext cx="216892" cy="743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4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peaks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4008902" y="1106385"/>
              <a:ext cx="670976" cy="887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Peaks count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77</Words>
  <Application>Microsoft Office PowerPoint</Application>
  <PresentationFormat>自定义</PresentationFormat>
  <Paragraphs>50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2022-09-01T11:43:31Z</dcterms:modified>
</cp:coreProperties>
</file>